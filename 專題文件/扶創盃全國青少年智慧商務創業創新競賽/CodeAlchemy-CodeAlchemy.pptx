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2"/>
  </p:notesMasterIdLst>
  <p:sldIdLst>
    <p:sldId id="256" r:id="rId2"/>
    <p:sldId id="325" r:id="rId3"/>
    <p:sldId id="315" r:id="rId4"/>
    <p:sldId id="324" r:id="rId5"/>
    <p:sldId id="314" r:id="rId6"/>
    <p:sldId id="318" r:id="rId7"/>
    <p:sldId id="322" r:id="rId8"/>
    <p:sldId id="320" r:id="rId9"/>
    <p:sldId id="321" r:id="rId10"/>
    <p:sldId id="290" r:id="rId11"/>
  </p:sldIdLst>
  <p:sldSz cx="9144000" cy="5143500" type="screen16x9"/>
  <p:notesSz cx="6858000" cy="9144000"/>
  <p:embeddedFontLst>
    <p:embeddedFont>
      <p:font typeface="微軟正黑體" panose="020B0604030504040204" pitchFamily="34" charset="-120"/>
      <p:regular r:id="rId13"/>
      <p:bold r:id="rId14"/>
    </p:embeddedFont>
    <p:embeddedFont>
      <p:font typeface="Lato" panose="020F0502020204030203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預設章節" id="{2AB6962A-75E0-4DAB-B6E1-6D03FEFE2C96}">
          <p14:sldIdLst>
            <p14:sldId id="256"/>
          </p14:sldIdLst>
        </p14:section>
        <p14:section name="Hook" id="{FB6AA010-4CF1-42D3-96CF-052CF1014FA1}">
          <p14:sldIdLst>
            <p14:sldId id="325"/>
            <p14:sldId id="315"/>
          </p14:sldIdLst>
        </p14:section>
        <p14:section name="Problems" id="{CF8F134D-34D6-4B5F-97D6-67D0C74CA929}">
          <p14:sldIdLst>
            <p14:sldId id="324"/>
          </p14:sldIdLst>
        </p14:section>
        <p14:section name="Solutions" id="{7E3DDB72-A92D-4DE7-8270-962ADCB78EF0}">
          <p14:sldIdLst>
            <p14:sldId id="314"/>
            <p14:sldId id="318"/>
            <p14:sldId id="322"/>
          </p14:sldIdLst>
        </p14:section>
        <p14:section name="Results" id="{3540BCE4-D4EC-4D6A-B93D-BD2ACF6EBC30}">
          <p14:sldIdLst>
            <p14:sldId id="320"/>
            <p14:sldId id="321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3838"/>
    <a:srgbClr val="F2A10E"/>
    <a:srgbClr val="FFC000"/>
    <a:srgbClr val="9E7800"/>
    <a:srgbClr val="D6A300"/>
    <a:srgbClr val="E752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83959-9062-4EBA-8AF5-0F70418FB364}" v="1" dt="2024-10-24T09:20:07.379"/>
    <p1510:client id="{5094787D-F808-45ED-8919-2A6D2C7BC9CD}" v="1" dt="2024-10-26T03:20:33.109"/>
    <p1510:client id="{56EB8FD7-85ED-4E20-A931-65888AF589AC}" v="1711" dt="2024-10-24T15:32:58.526"/>
    <p1510:client id="{BE4F32EA-74DA-4E94-B057-42B34F57E393}" v="353" dt="2024-10-24T15:51:31.229"/>
    <p1510:client id="{BF1CC620-2F39-4D0A-A953-3CB627095C16}" v="9" dt="2024-10-24T14:08:56.306"/>
    <p1510:client id="{CEE76CF0-EF6E-47EF-AB22-D8CBD392F3C0}" v="4" dt="2024-10-25T15:08:16.694"/>
    <p1510:client id="{F2200F6B-8AE9-F543-B552-9A0697FB3792}" v="1" dt="2024-10-24T15:35:59.794"/>
  </p1510:revLst>
</p1510:revInfo>
</file>

<file path=ppt/tableStyles.xml><?xml version="1.0" encoding="utf-8"?>
<a:tblStyleLst xmlns:a="http://schemas.openxmlformats.org/drawingml/2006/main" def="{2CEF7D2E-2BE4-4B74-B7F1-7C3FB3C0F063}">
  <a:tblStyle styleId="{2CEF7D2E-2BE4-4B74-B7F1-7C3FB3C0F0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BF5D2F5-072C-41A5-A4AF-5913351F67F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林 妤玟" userId="4a0ea3c8caa47aef" providerId="Windows Live" clId="Web-{16F83959-9062-4EBA-8AF5-0F70418FB364}"/>
    <pc:docChg chg="sldOrd">
      <pc:chgData name="林 妤玟" userId="4a0ea3c8caa47aef" providerId="Windows Live" clId="Web-{16F83959-9062-4EBA-8AF5-0F70418FB364}" dt="2024-10-24T09:20:07.379" v="0"/>
      <pc:docMkLst>
        <pc:docMk/>
      </pc:docMkLst>
      <pc:sldChg chg="ord">
        <pc:chgData name="林 妤玟" userId="4a0ea3c8caa47aef" providerId="Windows Live" clId="Web-{16F83959-9062-4EBA-8AF5-0F70418FB364}" dt="2024-10-24T09:20:07.379" v="0"/>
        <pc:sldMkLst>
          <pc:docMk/>
          <pc:sldMk cId="2790307579" sldId="314"/>
        </pc:sldMkLst>
      </pc:sldChg>
    </pc:docChg>
  </pc:docChgLst>
  <pc:docChgLst>
    <pc:chgData name="恩宇 周" userId="94a0346fd67a87c6" providerId="LiveId" clId="{E6B74FDD-A96D-4A79-B5E8-8810A2D2B467}"/>
    <pc:docChg chg="undo redo custSel addSld delSld modSld sldOrd delMainMaster">
      <pc:chgData name="恩宇 周" userId="94a0346fd67a87c6" providerId="LiveId" clId="{E6B74FDD-A96D-4A79-B5E8-8810A2D2B467}" dt="2024-10-24T03:19:09.284" v="499" actId="1076"/>
      <pc:docMkLst>
        <pc:docMk/>
      </pc:docMkLst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57"/>
        </pc:sldMkLst>
      </pc:sldChg>
      <pc:sldChg chg="modSp mod">
        <pc:chgData name="恩宇 周" userId="94a0346fd67a87c6" providerId="LiveId" clId="{E6B74FDD-A96D-4A79-B5E8-8810A2D2B467}" dt="2024-10-23T03:27:22.258" v="399" actId="20577"/>
        <pc:sldMkLst>
          <pc:docMk/>
          <pc:sldMk cId="0" sldId="258"/>
        </pc:sldMkLst>
        <pc:spChg chg="mod">
          <ac:chgData name="恩宇 周" userId="94a0346fd67a87c6" providerId="LiveId" clId="{E6B74FDD-A96D-4A79-B5E8-8810A2D2B467}" dt="2024-10-23T03:27:07.844" v="397" actId="14100"/>
          <ac:spMkLst>
            <pc:docMk/>
            <pc:sldMk cId="0" sldId="258"/>
            <ac:spMk id="750" creationId="{00000000-0000-0000-0000-000000000000}"/>
          </ac:spMkLst>
        </pc:spChg>
        <pc:spChg chg="mod">
          <ac:chgData name="恩宇 周" userId="94a0346fd67a87c6" providerId="LiveId" clId="{E6B74FDD-A96D-4A79-B5E8-8810A2D2B467}" dt="2024-10-23T03:27:22.258" v="399" actId="20577"/>
          <ac:spMkLst>
            <pc:docMk/>
            <pc:sldMk cId="0" sldId="258"/>
            <ac:spMk id="751" creationId="{00000000-0000-0000-0000-000000000000}"/>
          </ac:spMkLst>
        </pc:spChg>
        <pc:spChg chg="mod">
          <ac:chgData name="恩宇 周" userId="94a0346fd67a87c6" providerId="LiveId" clId="{E6B74FDD-A96D-4A79-B5E8-8810A2D2B467}" dt="2024-10-23T03:27:03.093" v="396" actId="403"/>
          <ac:spMkLst>
            <pc:docMk/>
            <pc:sldMk cId="0" sldId="258"/>
            <ac:spMk id="752" creationId="{00000000-0000-0000-0000-000000000000}"/>
          </ac:spMkLst>
        </pc:spChg>
        <pc:spChg chg="mod">
          <ac:chgData name="恩宇 周" userId="94a0346fd67a87c6" providerId="LiveId" clId="{E6B74FDD-A96D-4A79-B5E8-8810A2D2B467}" dt="2024-10-23T00:22:53.615" v="60" actId="20577"/>
          <ac:spMkLst>
            <pc:docMk/>
            <pc:sldMk cId="0" sldId="258"/>
            <ac:spMk id="753" creationId="{00000000-0000-0000-0000-000000000000}"/>
          </ac:spMkLst>
        </pc:spChg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59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61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62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64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65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66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67"/>
        </pc:sldMkLst>
      </pc:sldChg>
      <pc:sldChg chg="addSp delSp modSp add del mod">
        <pc:chgData name="恩宇 周" userId="94a0346fd67a87c6" providerId="LiveId" clId="{E6B74FDD-A96D-4A79-B5E8-8810A2D2B467}" dt="2024-10-23T03:35:13.008" v="464" actId="1076"/>
        <pc:sldMkLst>
          <pc:docMk/>
          <pc:sldMk cId="0" sldId="269"/>
        </pc:sldMkLst>
        <pc:spChg chg="add del mod">
          <ac:chgData name="恩宇 周" userId="94a0346fd67a87c6" providerId="LiveId" clId="{E6B74FDD-A96D-4A79-B5E8-8810A2D2B467}" dt="2024-10-23T03:33:58.827" v="458" actId="478"/>
          <ac:spMkLst>
            <pc:docMk/>
            <pc:sldMk cId="0" sldId="269"/>
            <ac:spMk id="3" creationId="{532E2F42-E1F4-A172-2648-DC4C3AE6906A}"/>
          </ac:spMkLst>
        </pc:spChg>
        <pc:spChg chg="add del mod">
          <ac:chgData name="恩宇 周" userId="94a0346fd67a87c6" providerId="LiveId" clId="{E6B74FDD-A96D-4A79-B5E8-8810A2D2B467}" dt="2024-10-23T03:33:56.269" v="457" actId="478"/>
          <ac:spMkLst>
            <pc:docMk/>
            <pc:sldMk cId="0" sldId="269"/>
            <ac:spMk id="5" creationId="{4883CEC2-2647-4B89-CDD4-E0839C855435}"/>
          </ac:spMkLst>
        </pc:spChg>
        <pc:spChg chg="mod">
          <ac:chgData name="恩宇 周" userId="94a0346fd67a87c6" providerId="LiveId" clId="{E6B74FDD-A96D-4A79-B5E8-8810A2D2B467}" dt="2024-10-23T03:21:54.829" v="299" actId="2711"/>
          <ac:spMkLst>
            <pc:docMk/>
            <pc:sldMk cId="0" sldId="269"/>
            <ac:spMk id="1562" creationId="{00000000-0000-0000-0000-000000000000}"/>
          </ac:spMkLst>
        </pc:spChg>
        <pc:spChg chg="mod">
          <ac:chgData name="恩宇 周" userId="94a0346fd67a87c6" providerId="LiveId" clId="{E6B74FDD-A96D-4A79-B5E8-8810A2D2B467}" dt="2024-10-23T03:34:10.631" v="460" actId="465"/>
          <ac:spMkLst>
            <pc:docMk/>
            <pc:sldMk cId="0" sldId="269"/>
            <ac:spMk id="1563" creationId="{00000000-0000-0000-0000-000000000000}"/>
          </ac:spMkLst>
        </pc:spChg>
        <pc:spChg chg="mod">
          <ac:chgData name="恩宇 周" userId="94a0346fd67a87c6" providerId="LiveId" clId="{E6B74FDD-A96D-4A79-B5E8-8810A2D2B467}" dt="2024-10-23T03:34:34.740" v="463" actId="1076"/>
          <ac:spMkLst>
            <pc:docMk/>
            <pc:sldMk cId="0" sldId="269"/>
            <ac:spMk id="1564" creationId="{00000000-0000-0000-0000-000000000000}"/>
          </ac:spMkLst>
        </pc:spChg>
        <pc:spChg chg="mod">
          <ac:chgData name="恩宇 周" userId="94a0346fd67a87c6" providerId="LiveId" clId="{E6B74FDD-A96D-4A79-B5E8-8810A2D2B467}" dt="2024-10-23T03:35:13.008" v="464" actId="1076"/>
          <ac:spMkLst>
            <pc:docMk/>
            <pc:sldMk cId="0" sldId="269"/>
            <ac:spMk id="1565" creationId="{00000000-0000-0000-0000-000000000000}"/>
          </ac:spMkLst>
        </pc:spChg>
        <pc:spChg chg="mod">
          <ac:chgData name="恩宇 周" userId="94a0346fd67a87c6" providerId="LiveId" clId="{E6B74FDD-A96D-4A79-B5E8-8810A2D2B467}" dt="2024-10-23T03:34:10.631" v="460" actId="465"/>
          <ac:spMkLst>
            <pc:docMk/>
            <pc:sldMk cId="0" sldId="269"/>
            <ac:spMk id="1566" creationId="{00000000-0000-0000-0000-000000000000}"/>
          </ac:spMkLst>
        </pc:spChg>
        <pc:spChg chg="del mod">
          <ac:chgData name="恩宇 周" userId="94a0346fd67a87c6" providerId="LiveId" clId="{E6B74FDD-A96D-4A79-B5E8-8810A2D2B467}" dt="2024-10-23T03:33:49.875" v="454" actId="478"/>
          <ac:spMkLst>
            <pc:docMk/>
            <pc:sldMk cId="0" sldId="269"/>
            <ac:spMk id="1567" creationId="{00000000-0000-0000-0000-000000000000}"/>
          </ac:spMkLst>
        </pc:spChg>
        <pc:spChg chg="del mod">
          <ac:chgData name="恩宇 周" userId="94a0346fd67a87c6" providerId="LiveId" clId="{E6B74FDD-A96D-4A79-B5E8-8810A2D2B467}" dt="2024-10-23T03:33:49.875" v="454" actId="478"/>
          <ac:spMkLst>
            <pc:docMk/>
            <pc:sldMk cId="0" sldId="269"/>
            <ac:spMk id="1568" creationId="{00000000-0000-0000-0000-000000000000}"/>
          </ac:spMkLst>
        </pc:spChg>
        <pc:spChg chg="mod">
          <ac:chgData name="恩宇 周" userId="94a0346fd67a87c6" providerId="LiveId" clId="{E6B74FDD-A96D-4A79-B5E8-8810A2D2B467}" dt="2024-10-23T03:35:13.008" v="464" actId="1076"/>
          <ac:spMkLst>
            <pc:docMk/>
            <pc:sldMk cId="0" sldId="269"/>
            <ac:spMk id="1569" creationId="{00000000-0000-0000-0000-000000000000}"/>
          </ac:spMkLst>
        </pc:spChg>
        <pc:spChg chg="mod">
          <ac:chgData name="恩宇 周" userId="94a0346fd67a87c6" providerId="LiveId" clId="{E6B74FDD-A96D-4A79-B5E8-8810A2D2B467}" dt="2024-10-23T03:34:34.740" v="463" actId="1076"/>
          <ac:spMkLst>
            <pc:docMk/>
            <pc:sldMk cId="0" sldId="269"/>
            <ac:spMk id="1570" creationId="{00000000-0000-0000-0000-000000000000}"/>
          </ac:spMkLst>
        </pc:spChg>
        <pc:spChg chg="mod">
          <ac:chgData name="恩宇 周" userId="94a0346fd67a87c6" providerId="LiveId" clId="{E6B74FDD-A96D-4A79-B5E8-8810A2D2B467}" dt="2024-10-23T03:34:34.740" v="463" actId="1076"/>
          <ac:spMkLst>
            <pc:docMk/>
            <pc:sldMk cId="0" sldId="269"/>
            <ac:spMk id="1572" creationId="{00000000-0000-0000-0000-000000000000}"/>
          </ac:spMkLst>
        </pc:spChg>
        <pc:spChg chg="del">
          <ac:chgData name="恩宇 周" userId="94a0346fd67a87c6" providerId="LiveId" clId="{E6B74FDD-A96D-4A79-B5E8-8810A2D2B467}" dt="2024-10-23T03:33:54.227" v="456" actId="478"/>
          <ac:spMkLst>
            <pc:docMk/>
            <pc:sldMk cId="0" sldId="269"/>
            <ac:spMk id="1573" creationId="{00000000-0000-0000-0000-000000000000}"/>
          </ac:spMkLst>
        </pc:spChg>
        <pc:spChg chg="mod">
          <ac:chgData name="恩宇 周" userId="94a0346fd67a87c6" providerId="LiveId" clId="{E6B74FDD-A96D-4A79-B5E8-8810A2D2B467}" dt="2024-10-23T03:35:13.008" v="464" actId="1076"/>
          <ac:spMkLst>
            <pc:docMk/>
            <pc:sldMk cId="0" sldId="269"/>
            <ac:spMk id="1574" creationId="{00000000-0000-0000-0000-000000000000}"/>
          </ac:spMkLst>
        </pc:spChg>
        <pc:grpChg chg="mod">
          <ac:chgData name="恩宇 周" userId="94a0346fd67a87c6" providerId="LiveId" clId="{E6B74FDD-A96D-4A79-B5E8-8810A2D2B467}" dt="2024-10-23T03:34:34.740" v="463" actId="1076"/>
          <ac:grpSpMkLst>
            <pc:docMk/>
            <pc:sldMk cId="0" sldId="269"/>
            <ac:grpSpMk id="1575" creationId="{00000000-0000-0000-0000-000000000000}"/>
          </ac:grpSpMkLst>
        </pc:grpChg>
        <pc:grpChg chg="del">
          <ac:chgData name="恩宇 周" userId="94a0346fd67a87c6" providerId="LiveId" clId="{E6B74FDD-A96D-4A79-B5E8-8810A2D2B467}" dt="2024-10-23T03:33:52.645" v="455" actId="478"/>
          <ac:grpSpMkLst>
            <pc:docMk/>
            <pc:sldMk cId="0" sldId="269"/>
            <ac:grpSpMk id="1589" creationId="{00000000-0000-0000-0000-000000000000}"/>
          </ac:grpSpMkLst>
        </pc:grpChg>
        <pc:grpChg chg="mod">
          <ac:chgData name="恩宇 周" userId="94a0346fd67a87c6" providerId="LiveId" clId="{E6B74FDD-A96D-4A79-B5E8-8810A2D2B467}" dt="2024-10-23T03:34:10.631" v="460" actId="465"/>
          <ac:grpSpMkLst>
            <pc:docMk/>
            <pc:sldMk cId="0" sldId="269"/>
            <ac:grpSpMk id="1610" creationId="{00000000-0000-0000-0000-000000000000}"/>
          </ac:grpSpMkLst>
        </pc:grpChg>
        <pc:grpChg chg="mod">
          <ac:chgData name="恩宇 周" userId="94a0346fd67a87c6" providerId="LiveId" clId="{E6B74FDD-A96D-4A79-B5E8-8810A2D2B467}" dt="2024-10-23T03:35:13.008" v="464" actId="1076"/>
          <ac:grpSpMkLst>
            <pc:docMk/>
            <pc:sldMk cId="0" sldId="269"/>
            <ac:grpSpMk id="1636" creationId="{00000000-0000-0000-0000-000000000000}"/>
          </ac:grpSpMkLst>
        </pc:grpChg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70"/>
        </pc:sldMkLst>
      </pc:sldChg>
      <pc:sldChg chg="modSp mod">
        <pc:chgData name="恩宇 周" userId="94a0346fd67a87c6" providerId="LiveId" clId="{E6B74FDD-A96D-4A79-B5E8-8810A2D2B467}" dt="2024-10-23T03:03:36.089" v="233" actId="20577"/>
        <pc:sldMkLst>
          <pc:docMk/>
          <pc:sldMk cId="0" sldId="271"/>
        </pc:sldMkLst>
        <pc:spChg chg="mod">
          <ac:chgData name="恩宇 周" userId="94a0346fd67a87c6" providerId="LiveId" clId="{E6B74FDD-A96D-4A79-B5E8-8810A2D2B467}" dt="2024-10-23T03:03:36.089" v="233" actId="20577"/>
          <ac:spMkLst>
            <pc:docMk/>
            <pc:sldMk cId="0" sldId="271"/>
            <ac:spMk id="1887" creationId="{00000000-0000-0000-0000-000000000000}"/>
          </ac:spMkLst>
        </pc:spChg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72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73"/>
        </pc:sldMkLst>
      </pc:sldChg>
      <pc:sldChg chg="addSp delSp modSp del mod ord">
        <pc:chgData name="恩宇 周" userId="94a0346fd67a87c6" providerId="LiveId" clId="{E6B74FDD-A96D-4A79-B5E8-8810A2D2B467}" dt="2024-10-23T02:31:03.611" v="153" actId="47"/>
        <pc:sldMkLst>
          <pc:docMk/>
          <pc:sldMk cId="0" sldId="274"/>
        </pc:sldMkLst>
        <pc:spChg chg="add mod">
          <ac:chgData name="恩宇 周" userId="94a0346fd67a87c6" providerId="LiveId" clId="{E6B74FDD-A96D-4A79-B5E8-8810A2D2B467}" dt="2024-10-23T00:22:23.298" v="58" actId="20577"/>
          <ac:spMkLst>
            <pc:docMk/>
            <pc:sldMk cId="0" sldId="274"/>
            <ac:spMk id="2" creationId="{85910590-6267-A616-3262-FCF327A8B5BA}"/>
          </ac:spMkLst>
        </pc:spChg>
        <pc:grpChg chg="mod">
          <ac:chgData name="恩宇 周" userId="94a0346fd67a87c6" providerId="LiveId" clId="{E6B74FDD-A96D-4A79-B5E8-8810A2D2B467}" dt="2024-10-23T00:02:53.074" v="0" actId="1076"/>
          <ac:grpSpMkLst>
            <pc:docMk/>
            <pc:sldMk cId="0" sldId="274"/>
            <ac:grpSpMk id="2036" creationId="{00000000-0000-0000-0000-000000000000}"/>
          </ac:grpSpMkLst>
        </pc:grpChg>
        <pc:grpChg chg="del">
          <ac:chgData name="恩宇 周" userId="94a0346fd67a87c6" providerId="LiveId" clId="{E6B74FDD-A96D-4A79-B5E8-8810A2D2B467}" dt="2024-10-23T00:18:22.688" v="50" actId="478"/>
          <ac:grpSpMkLst>
            <pc:docMk/>
            <pc:sldMk cId="0" sldId="274"/>
            <ac:grpSpMk id="2130" creationId="{00000000-0000-0000-0000-000000000000}"/>
          </ac:grpSpMkLst>
        </pc:grpChg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75"/>
        </pc:sldMkLst>
      </pc:sldChg>
      <pc:sldChg chg="modSp mod ord modNotes">
        <pc:chgData name="恩宇 周" userId="94a0346fd67a87c6" providerId="LiveId" clId="{E6B74FDD-A96D-4A79-B5E8-8810A2D2B467}" dt="2024-10-23T03:26:53.054" v="395" actId="403"/>
        <pc:sldMkLst>
          <pc:docMk/>
          <pc:sldMk cId="0" sldId="276"/>
        </pc:sldMkLst>
        <pc:spChg chg="mod">
          <ac:chgData name="恩宇 周" userId="94a0346fd67a87c6" providerId="LiveId" clId="{E6B74FDD-A96D-4A79-B5E8-8810A2D2B467}" dt="2024-10-23T03:26:47.579" v="394" actId="403"/>
          <ac:spMkLst>
            <pc:docMk/>
            <pc:sldMk cId="0" sldId="276"/>
            <ac:spMk id="2200" creationId="{00000000-0000-0000-0000-000000000000}"/>
          </ac:spMkLst>
        </pc:spChg>
        <pc:spChg chg="mod">
          <ac:chgData name="恩宇 周" userId="94a0346fd67a87c6" providerId="LiveId" clId="{E6B74FDD-A96D-4A79-B5E8-8810A2D2B467}" dt="2024-10-23T01:17:39.073" v="137" actId="207"/>
          <ac:spMkLst>
            <pc:docMk/>
            <pc:sldMk cId="0" sldId="276"/>
            <ac:spMk id="2201" creationId="{00000000-0000-0000-0000-000000000000}"/>
          </ac:spMkLst>
        </pc:spChg>
        <pc:spChg chg="mod">
          <ac:chgData name="恩宇 周" userId="94a0346fd67a87c6" providerId="LiveId" clId="{E6B74FDD-A96D-4A79-B5E8-8810A2D2B467}" dt="2024-10-23T01:17:50.129" v="139" actId="207"/>
          <ac:spMkLst>
            <pc:docMk/>
            <pc:sldMk cId="0" sldId="276"/>
            <ac:spMk id="2202" creationId="{00000000-0000-0000-0000-000000000000}"/>
          </ac:spMkLst>
        </pc:spChg>
        <pc:spChg chg="mod">
          <ac:chgData name="恩宇 周" userId="94a0346fd67a87c6" providerId="LiveId" clId="{E6B74FDD-A96D-4A79-B5E8-8810A2D2B467}" dt="2024-10-23T03:26:42.363" v="393" actId="403"/>
          <ac:spMkLst>
            <pc:docMk/>
            <pc:sldMk cId="0" sldId="276"/>
            <ac:spMk id="2203" creationId="{00000000-0000-0000-0000-000000000000}"/>
          </ac:spMkLst>
        </pc:spChg>
        <pc:spChg chg="mod">
          <ac:chgData name="恩宇 周" userId="94a0346fd67a87c6" providerId="LiveId" clId="{E6B74FDD-A96D-4A79-B5E8-8810A2D2B467}" dt="2024-10-23T01:18:09.279" v="143" actId="207"/>
          <ac:spMkLst>
            <pc:docMk/>
            <pc:sldMk cId="0" sldId="276"/>
            <ac:spMk id="2204" creationId="{00000000-0000-0000-0000-000000000000}"/>
          </ac:spMkLst>
        </pc:spChg>
        <pc:spChg chg="mod">
          <ac:chgData name="恩宇 周" userId="94a0346fd67a87c6" providerId="LiveId" clId="{E6B74FDD-A96D-4A79-B5E8-8810A2D2B467}" dt="2024-10-23T03:26:53.054" v="395" actId="403"/>
          <ac:spMkLst>
            <pc:docMk/>
            <pc:sldMk cId="0" sldId="276"/>
            <ac:spMk id="2205" creationId="{00000000-0000-0000-0000-000000000000}"/>
          </ac:spMkLst>
        </pc:spChg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77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78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79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80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81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82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83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84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85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86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87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88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89"/>
        </pc:sldMkLst>
      </pc:sldChg>
      <pc:sldChg chg="delSp mod ord modNotes">
        <pc:chgData name="恩宇 周" userId="94a0346fd67a87c6" providerId="LiveId" clId="{E6B74FDD-A96D-4A79-B5E8-8810A2D2B467}" dt="2024-10-23T01:35:20.516" v="152" actId="478"/>
        <pc:sldMkLst>
          <pc:docMk/>
          <pc:sldMk cId="0" sldId="290"/>
        </pc:sldMkLst>
        <pc:spChg chg="del">
          <ac:chgData name="恩宇 周" userId="94a0346fd67a87c6" providerId="LiveId" clId="{E6B74FDD-A96D-4A79-B5E8-8810A2D2B467}" dt="2024-10-23T01:35:20.516" v="152" actId="478"/>
          <ac:spMkLst>
            <pc:docMk/>
            <pc:sldMk cId="0" sldId="290"/>
            <ac:spMk id="2779" creationId="{00000000-0000-0000-0000-000000000000}"/>
          </ac:spMkLst>
        </pc:spChg>
        <pc:grpChg chg="del">
          <ac:chgData name="恩宇 周" userId="94a0346fd67a87c6" providerId="LiveId" clId="{E6B74FDD-A96D-4A79-B5E8-8810A2D2B467}" dt="2024-10-23T01:35:20.516" v="152" actId="478"/>
          <ac:grpSpMkLst>
            <pc:docMk/>
            <pc:sldMk cId="0" sldId="290"/>
            <ac:grpSpMk id="2780" creationId="{00000000-0000-0000-0000-000000000000}"/>
          </ac:grpSpMkLst>
        </pc:grpChg>
        <pc:grpChg chg="del">
          <ac:chgData name="恩宇 周" userId="94a0346fd67a87c6" providerId="LiveId" clId="{E6B74FDD-A96D-4A79-B5E8-8810A2D2B467}" dt="2024-10-23T01:35:20.516" v="152" actId="478"/>
          <ac:grpSpMkLst>
            <pc:docMk/>
            <pc:sldMk cId="0" sldId="290"/>
            <ac:grpSpMk id="2785" creationId="{00000000-0000-0000-0000-000000000000}"/>
          </ac:grpSpMkLst>
        </pc:grpChg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91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92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93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94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95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96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97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98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299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300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301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302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303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304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305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306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307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308"/>
        </pc:sldMkLst>
      </pc:sldChg>
      <pc:sldChg chg="del">
        <pc:chgData name="恩宇 周" userId="94a0346fd67a87c6" providerId="LiveId" clId="{E6B74FDD-A96D-4A79-B5E8-8810A2D2B467}" dt="2024-10-23T02:31:03.611" v="153" actId="47"/>
        <pc:sldMkLst>
          <pc:docMk/>
          <pc:sldMk cId="0" sldId="309"/>
        </pc:sldMkLst>
      </pc:sldChg>
      <pc:sldChg chg="del">
        <pc:chgData name="恩宇 周" userId="94a0346fd67a87c6" providerId="LiveId" clId="{E6B74FDD-A96D-4A79-B5E8-8810A2D2B467}" dt="2024-10-23T02:31:05.586" v="154" actId="47"/>
        <pc:sldMkLst>
          <pc:docMk/>
          <pc:sldMk cId="0" sldId="310"/>
        </pc:sldMkLst>
      </pc:sldChg>
      <pc:sldChg chg="del">
        <pc:chgData name="恩宇 周" userId="94a0346fd67a87c6" providerId="LiveId" clId="{E6B74FDD-A96D-4A79-B5E8-8810A2D2B467}" dt="2024-10-23T02:31:06.866" v="155" actId="47"/>
        <pc:sldMkLst>
          <pc:docMk/>
          <pc:sldMk cId="0" sldId="311"/>
        </pc:sldMkLst>
      </pc:sldChg>
      <pc:sldChg chg="addSp delSp modSp add mod">
        <pc:chgData name="恩宇 周" userId="94a0346fd67a87c6" providerId="LiveId" clId="{E6B74FDD-A96D-4A79-B5E8-8810A2D2B467}" dt="2024-10-23T00:06:25.148" v="47" actId="20577"/>
        <pc:sldMkLst>
          <pc:docMk/>
          <pc:sldMk cId="1343677350" sldId="312"/>
        </pc:sldMkLst>
        <pc:spChg chg="add del mod">
          <ac:chgData name="恩宇 周" userId="94a0346fd67a87c6" providerId="LiveId" clId="{E6B74FDD-A96D-4A79-B5E8-8810A2D2B467}" dt="2024-10-23T00:04:07.797" v="6" actId="478"/>
          <ac:spMkLst>
            <pc:docMk/>
            <pc:sldMk cId="1343677350" sldId="312"/>
            <ac:spMk id="3" creationId="{376928E7-499C-3B52-CFF1-F05A75C5131E}"/>
          </ac:spMkLst>
        </pc:spChg>
        <pc:spChg chg="add del mod">
          <ac:chgData name="恩宇 周" userId="94a0346fd67a87c6" providerId="LiveId" clId="{E6B74FDD-A96D-4A79-B5E8-8810A2D2B467}" dt="2024-10-23T00:04:08.815" v="7" actId="478"/>
          <ac:spMkLst>
            <pc:docMk/>
            <pc:sldMk cId="1343677350" sldId="312"/>
            <ac:spMk id="5" creationId="{A1AD5396-4F8D-35A4-BF7E-589C1974C3F2}"/>
          </ac:spMkLst>
        </pc:spChg>
        <pc:spChg chg="add del mod">
          <ac:chgData name="恩宇 周" userId="94a0346fd67a87c6" providerId="LiveId" clId="{E6B74FDD-A96D-4A79-B5E8-8810A2D2B467}" dt="2024-10-23T00:05:23.451" v="11" actId="21"/>
          <ac:spMkLst>
            <pc:docMk/>
            <pc:sldMk cId="1343677350" sldId="312"/>
            <ac:spMk id="6" creationId="{35839CC8-4018-3EE2-4D58-4E5C4EB3B8D4}"/>
          </ac:spMkLst>
        </pc:spChg>
        <pc:spChg chg="add del mod">
          <ac:chgData name="恩宇 周" userId="94a0346fd67a87c6" providerId="LiveId" clId="{E6B74FDD-A96D-4A79-B5E8-8810A2D2B467}" dt="2024-10-23T00:05:23.451" v="11" actId="21"/>
          <ac:spMkLst>
            <pc:docMk/>
            <pc:sldMk cId="1343677350" sldId="312"/>
            <ac:spMk id="7" creationId="{8BC1502F-1120-BE35-C3EA-26BEB8BB0B08}"/>
          </ac:spMkLst>
        </pc:spChg>
        <pc:spChg chg="add mod">
          <ac:chgData name="恩宇 周" userId="94a0346fd67a87c6" providerId="LiveId" clId="{E6B74FDD-A96D-4A79-B5E8-8810A2D2B467}" dt="2024-10-23T00:06:18.525" v="43" actId="20577"/>
          <ac:spMkLst>
            <pc:docMk/>
            <pc:sldMk cId="1343677350" sldId="312"/>
            <ac:spMk id="8" creationId="{35839CC8-4018-3EE2-4D58-4E5C4EB3B8D4}"/>
          </ac:spMkLst>
        </pc:spChg>
        <pc:spChg chg="add mod">
          <ac:chgData name="恩宇 周" userId="94a0346fd67a87c6" providerId="LiveId" clId="{E6B74FDD-A96D-4A79-B5E8-8810A2D2B467}" dt="2024-10-23T00:06:25.148" v="47" actId="20577"/>
          <ac:spMkLst>
            <pc:docMk/>
            <pc:sldMk cId="1343677350" sldId="312"/>
            <ac:spMk id="9" creationId="{8BC1502F-1120-BE35-C3EA-26BEB8BB0B08}"/>
          </ac:spMkLst>
        </pc:spChg>
        <pc:spChg chg="del mod">
          <ac:chgData name="恩宇 周" userId="94a0346fd67a87c6" providerId="LiveId" clId="{E6B74FDD-A96D-4A79-B5E8-8810A2D2B467}" dt="2024-10-23T00:03:56.386" v="3" actId="478"/>
          <ac:spMkLst>
            <pc:docMk/>
            <pc:sldMk cId="1343677350" sldId="312"/>
            <ac:spMk id="1730" creationId="{75AC2969-8144-0990-F64C-A8BBEA8239F6}"/>
          </ac:spMkLst>
        </pc:spChg>
        <pc:spChg chg="del">
          <ac:chgData name="恩宇 周" userId="94a0346fd67a87c6" providerId="LiveId" clId="{E6B74FDD-A96D-4A79-B5E8-8810A2D2B467}" dt="2024-10-23T00:03:59.979" v="4" actId="478"/>
          <ac:spMkLst>
            <pc:docMk/>
            <pc:sldMk cId="1343677350" sldId="312"/>
            <ac:spMk id="1731" creationId="{A7C23064-D58B-B937-8F22-255B0896B643}"/>
          </ac:spMkLst>
        </pc:spChg>
        <pc:spChg chg="mod">
          <ac:chgData name="恩宇 周" userId="94a0346fd67a87c6" providerId="LiveId" clId="{E6B74FDD-A96D-4A79-B5E8-8810A2D2B467}" dt="2024-10-23T00:05:34.646" v="12" actId="1076"/>
          <ac:spMkLst>
            <pc:docMk/>
            <pc:sldMk cId="1343677350" sldId="312"/>
            <ac:spMk id="1882" creationId="{1BDC402C-50D9-D0D0-F791-F6161B17FC26}"/>
          </ac:spMkLst>
        </pc:spChg>
        <pc:grpChg chg="mod">
          <ac:chgData name="恩宇 周" userId="94a0346fd67a87c6" providerId="LiveId" clId="{E6B74FDD-A96D-4A79-B5E8-8810A2D2B467}" dt="2024-10-23T00:05:34.646" v="12" actId="1076"/>
          <ac:grpSpMkLst>
            <pc:docMk/>
            <pc:sldMk cId="1343677350" sldId="312"/>
            <ac:grpSpMk id="1732" creationId="{FCAE8066-0C1A-2246-25A9-44EC5D3BCF24}"/>
          </ac:grpSpMkLst>
        </pc:grpChg>
        <pc:grpChg chg="mod">
          <ac:chgData name="恩宇 周" userId="94a0346fd67a87c6" providerId="LiveId" clId="{E6B74FDD-A96D-4A79-B5E8-8810A2D2B467}" dt="2024-10-23T00:05:34.646" v="12" actId="1076"/>
          <ac:grpSpMkLst>
            <pc:docMk/>
            <pc:sldMk cId="1343677350" sldId="312"/>
            <ac:grpSpMk id="1876" creationId="{FBF57259-22D0-A6CF-2AC7-6063A392F002}"/>
          </ac:grpSpMkLst>
        </pc:grpChg>
        <pc:grpChg chg="mod">
          <ac:chgData name="恩宇 周" userId="94a0346fd67a87c6" providerId="LiveId" clId="{E6B74FDD-A96D-4A79-B5E8-8810A2D2B467}" dt="2024-10-23T00:05:34.646" v="12" actId="1076"/>
          <ac:grpSpMkLst>
            <pc:docMk/>
            <pc:sldMk cId="1343677350" sldId="312"/>
            <ac:grpSpMk id="1879" creationId="{009EF623-DA1F-7988-DB97-821C05ADAEE3}"/>
          </ac:grpSpMkLst>
        </pc:grpChg>
      </pc:sldChg>
      <pc:sldChg chg="modSp add del mod">
        <pc:chgData name="恩宇 周" userId="94a0346fd67a87c6" providerId="LiveId" clId="{E6B74FDD-A96D-4A79-B5E8-8810A2D2B467}" dt="2024-10-23T03:13:49.566" v="258" actId="2696"/>
        <pc:sldMkLst>
          <pc:docMk/>
          <pc:sldMk cId="861046799" sldId="313"/>
        </pc:sldMkLst>
        <pc:spChg chg="mod">
          <ac:chgData name="恩宇 周" userId="94a0346fd67a87c6" providerId="LiveId" clId="{E6B74FDD-A96D-4A79-B5E8-8810A2D2B467}" dt="2024-10-23T03:05:01.891" v="243" actId="403"/>
          <ac:spMkLst>
            <pc:docMk/>
            <pc:sldMk cId="861046799" sldId="313"/>
            <ac:spMk id="2539" creationId="{0C7FE670-7EE3-1414-6536-38214B8E2667}"/>
          </ac:spMkLst>
        </pc:spChg>
        <pc:spChg chg="mod">
          <ac:chgData name="恩宇 周" userId="94a0346fd67a87c6" providerId="LiveId" clId="{E6B74FDD-A96D-4A79-B5E8-8810A2D2B467}" dt="2024-10-23T03:05:18.935" v="245" actId="255"/>
          <ac:spMkLst>
            <pc:docMk/>
            <pc:sldMk cId="861046799" sldId="313"/>
            <ac:spMk id="2540" creationId="{219DBF5A-FC47-2B8C-3AEA-2AD5055998C6}"/>
          </ac:spMkLst>
        </pc:spChg>
        <pc:spChg chg="mod">
          <ac:chgData name="恩宇 周" userId="94a0346fd67a87c6" providerId="LiveId" clId="{E6B74FDD-A96D-4A79-B5E8-8810A2D2B467}" dt="2024-10-23T03:04:54.425" v="239" actId="255"/>
          <ac:spMkLst>
            <pc:docMk/>
            <pc:sldMk cId="861046799" sldId="313"/>
            <ac:spMk id="2541" creationId="{4D422AFB-6933-1B76-CEA2-55F331A394E3}"/>
          </ac:spMkLst>
        </pc:spChg>
        <pc:spChg chg="mod">
          <ac:chgData name="恩宇 周" userId="94a0346fd67a87c6" providerId="LiveId" clId="{E6B74FDD-A96D-4A79-B5E8-8810A2D2B467}" dt="2024-10-23T03:05:29.534" v="247" actId="255"/>
          <ac:spMkLst>
            <pc:docMk/>
            <pc:sldMk cId="861046799" sldId="313"/>
            <ac:spMk id="2542" creationId="{501B91C5-96DB-09DD-69E5-9D0300E743DB}"/>
          </ac:spMkLst>
        </pc:spChg>
        <pc:spChg chg="mod">
          <ac:chgData name="恩宇 周" userId="94a0346fd67a87c6" providerId="LiveId" clId="{E6B74FDD-A96D-4A79-B5E8-8810A2D2B467}" dt="2024-10-23T03:04:18.048" v="234"/>
          <ac:spMkLst>
            <pc:docMk/>
            <pc:sldMk cId="861046799" sldId="313"/>
            <ac:spMk id="2543" creationId="{20381C4A-6A43-1594-644C-9559CAD114D9}"/>
          </ac:spMkLst>
        </pc:spChg>
        <pc:spChg chg="mod">
          <ac:chgData name="恩宇 周" userId="94a0346fd67a87c6" providerId="LiveId" clId="{E6B74FDD-A96D-4A79-B5E8-8810A2D2B467}" dt="2024-10-23T03:04:36.417" v="237" actId="20577"/>
          <ac:spMkLst>
            <pc:docMk/>
            <pc:sldMk cId="861046799" sldId="313"/>
            <ac:spMk id="2545" creationId="{7D9F985B-DF34-B0B4-25AE-831ED6408606}"/>
          </ac:spMkLst>
        </pc:spChg>
      </pc:sldChg>
      <pc:sldChg chg="addSp delSp modSp mod">
        <pc:chgData name="恩宇 周" userId="94a0346fd67a87c6" providerId="LiveId" clId="{E6B74FDD-A96D-4A79-B5E8-8810A2D2B467}" dt="2024-10-24T03:19:09.284" v="499" actId="1076"/>
        <pc:sldMkLst>
          <pc:docMk/>
          <pc:sldMk cId="2640306237" sldId="315"/>
        </pc:sldMkLst>
        <pc:spChg chg="add del mod">
          <ac:chgData name="恩宇 周" userId="94a0346fd67a87c6" providerId="LiveId" clId="{E6B74FDD-A96D-4A79-B5E8-8810A2D2B467}" dt="2024-10-24T03:09:12.964" v="478" actId="478"/>
          <ac:spMkLst>
            <pc:docMk/>
            <pc:sldMk cId="2640306237" sldId="315"/>
            <ac:spMk id="3" creationId="{5B25E681-7877-F556-67BB-8859B908F6C1}"/>
          </ac:spMkLst>
        </pc:spChg>
        <pc:spChg chg="mod">
          <ac:chgData name="恩宇 周" userId="94a0346fd67a87c6" providerId="LiveId" clId="{E6B74FDD-A96D-4A79-B5E8-8810A2D2B467}" dt="2024-10-24T03:19:03.420" v="498" actId="1076"/>
          <ac:spMkLst>
            <pc:docMk/>
            <pc:sldMk cId="2640306237" sldId="315"/>
            <ac:spMk id="1306" creationId="{D721D34F-663B-C9AF-215B-44F18D472773}"/>
          </ac:spMkLst>
        </pc:spChg>
        <pc:spChg chg="add mod">
          <ac:chgData name="恩宇 周" userId="94a0346fd67a87c6" providerId="LiveId" clId="{E6B74FDD-A96D-4A79-B5E8-8810A2D2B467}" dt="2024-10-24T03:19:09.284" v="499" actId="1076"/>
          <ac:spMkLst>
            <pc:docMk/>
            <pc:sldMk cId="2640306237" sldId="315"/>
            <ac:spMk id="1362" creationId="{33832C4D-46F4-1172-47AF-55480E3C422C}"/>
          </ac:spMkLst>
        </pc:spChg>
      </pc:sldChg>
      <pc:sldMasterChg chg="delSldLayout">
        <pc:chgData name="恩宇 周" userId="94a0346fd67a87c6" providerId="LiveId" clId="{E6B74FDD-A96D-4A79-B5E8-8810A2D2B467}" dt="2024-10-23T03:13:49.566" v="258" actId="2696"/>
        <pc:sldMasterMkLst>
          <pc:docMk/>
          <pc:sldMasterMk cId="0" sldId="2147483682"/>
        </pc:sldMasterMkLst>
        <pc:sldLayoutChg chg="del">
          <pc:chgData name="恩宇 周" userId="94a0346fd67a87c6" providerId="LiveId" clId="{E6B74FDD-A96D-4A79-B5E8-8810A2D2B467}" dt="2024-10-23T02:31:03.611" v="153" actId="47"/>
          <pc:sldLayoutMkLst>
            <pc:docMk/>
            <pc:sldMasterMk cId="0" sldId="2147483682"/>
            <pc:sldLayoutMk cId="0" sldId="2147483650"/>
          </pc:sldLayoutMkLst>
        </pc:sldLayoutChg>
        <pc:sldLayoutChg chg="del">
          <pc:chgData name="恩宇 周" userId="94a0346fd67a87c6" providerId="LiveId" clId="{E6B74FDD-A96D-4A79-B5E8-8810A2D2B467}" dt="2024-10-23T02:31:03.611" v="153" actId="47"/>
          <pc:sldLayoutMkLst>
            <pc:docMk/>
            <pc:sldMasterMk cId="0" sldId="2147483682"/>
            <pc:sldLayoutMk cId="0" sldId="2147483651"/>
          </pc:sldLayoutMkLst>
        </pc:sldLayoutChg>
        <pc:sldLayoutChg chg="del">
          <pc:chgData name="恩宇 周" userId="94a0346fd67a87c6" providerId="LiveId" clId="{E6B74FDD-A96D-4A79-B5E8-8810A2D2B467}" dt="2024-10-23T02:31:03.611" v="153" actId="47"/>
          <pc:sldLayoutMkLst>
            <pc:docMk/>
            <pc:sldMasterMk cId="0" sldId="2147483682"/>
            <pc:sldLayoutMk cId="0" sldId="2147483652"/>
          </pc:sldLayoutMkLst>
        </pc:sldLayoutChg>
        <pc:sldLayoutChg chg="del">
          <pc:chgData name="恩宇 周" userId="94a0346fd67a87c6" providerId="LiveId" clId="{E6B74FDD-A96D-4A79-B5E8-8810A2D2B467}" dt="2024-10-23T02:31:03.611" v="153" actId="47"/>
          <pc:sldLayoutMkLst>
            <pc:docMk/>
            <pc:sldMasterMk cId="0" sldId="2147483682"/>
            <pc:sldLayoutMk cId="0" sldId="2147483653"/>
          </pc:sldLayoutMkLst>
        </pc:sldLayoutChg>
        <pc:sldLayoutChg chg="del">
          <pc:chgData name="恩宇 周" userId="94a0346fd67a87c6" providerId="LiveId" clId="{E6B74FDD-A96D-4A79-B5E8-8810A2D2B467}" dt="2024-10-23T02:31:03.611" v="153" actId="47"/>
          <pc:sldLayoutMkLst>
            <pc:docMk/>
            <pc:sldMasterMk cId="0" sldId="2147483682"/>
            <pc:sldLayoutMk cId="0" sldId="2147483655"/>
          </pc:sldLayoutMkLst>
        </pc:sldLayoutChg>
        <pc:sldLayoutChg chg="del">
          <pc:chgData name="恩宇 周" userId="94a0346fd67a87c6" providerId="LiveId" clId="{E6B74FDD-A96D-4A79-B5E8-8810A2D2B467}" dt="2024-10-23T02:31:03.611" v="153" actId="47"/>
          <pc:sldLayoutMkLst>
            <pc:docMk/>
            <pc:sldMasterMk cId="0" sldId="2147483682"/>
            <pc:sldLayoutMk cId="0" sldId="2147483656"/>
          </pc:sldLayoutMkLst>
        </pc:sldLayoutChg>
        <pc:sldLayoutChg chg="del">
          <pc:chgData name="恩宇 周" userId="94a0346fd67a87c6" providerId="LiveId" clId="{E6B74FDD-A96D-4A79-B5E8-8810A2D2B467}" dt="2024-10-23T02:31:03.611" v="153" actId="47"/>
          <pc:sldLayoutMkLst>
            <pc:docMk/>
            <pc:sldMasterMk cId="0" sldId="2147483682"/>
            <pc:sldLayoutMk cId="0" sldId="2147483657"/>
          </pc:sldLayoutMkLst>
        </pc:sldLayoutChg>
        <pc:sldLayoutChg chg="del">
          <pc:chgData name="恩宇 周" userId="94a0346fd67a87c6" providerId="LiveId" clId="{E6B74FDD-A96D-4A79-B5E8-8810A2D2B467}" dt="2024-10-23T02:31:03.611" v="153" actId="47"/>
          <pc:sldLayoutMkLst>
            <pc:docMk/>
            <pc:sldMasterMk cId="0" sldId="2147483682"/>
            <pc:sldLayoutMk cId="0" sldId="2147483662"/>
          </pc:sldLayoutMkLst>
        </pc:sldLayoutChg>
        <pc:sldLayoutChg chg="del">
          <pc:chgData name="恩宇 周" userId="94a0346fd67a87c6" providerId="LiveId" clId="{E6B74FDD-A96D-4A79-B5E8-8810A2D2B467}" dt="2024-10-23T02:31:03.611" v="153" actId="47"/>
          <pc:sldLayoutMkLst>
            <pc:docMk/>
            <pc:sldMasterMk cId="0" sldId="2147483682"/>
            <pc:sldLayoutMk cId="0" sldId="2147483663"/>
          </pc:sldLayoutMkLst>
        </pc:sldLayoutChg>
        <pc:sldLayoutChg chg="del">
          <pc:chgData name="恩宇 周" userId="94a0346fd67a87c6" providerId="LiveId" clId="{E6B74FDD-A96D-4A79-B5E8-8810A2D2B467}" dt="2024-10-23T02:31:03.611" v="153" actId="47"/>
          <pc:sldLayoutMkLst>
            <pc:docMk/>
            <pc:sldMasterMk cId="0" sldId="2147483682"/>
            <pc:sldLayoutMk cId="0" sldId="2147483664"/>
          </pc:sldLayoutMkLst>
        </pc:sldLayoutChg>
        <pc:sldLayoutChg chg="del">
          <pc:chgData name="恩宇 周" userId="94a0346fd67a87c6" providerId="LiveId" clId="{E6B74FDD-A96D-4A79-B5E8-8810A2D2B467}" dt="2024-10-23T02:31:03.611" v="153" actId="47"/>
          <pc:sldLayoutMkLst>
            <pc:docMk/>
            <pc:sldMasterMk cId="0" sldId="2147483682"/>
            <pc:sldLayoutMk cId="0" sldId="2147483665"/>
          </pc:sldLayoutMkLst>
        </pc:sldLayoutChg>
        <pc:sldLayoutChg chg="del">
          <pc:chgData name="恩宇 周" userId="94a0346fd67a87c6" providerId="LiveId" clId="{E6B74FDD-A96D-4A79-B5E8-8810A2D2B467}" dt="2024-10-23T02:31:03.611" v="153" actId="47"/>
          <pc:sldLayoutMkLst>
            <pc:docMk/>
            <pc:sldMasterMk cId="0" sldId="2147483682"/>
            <pc:sldLayoutMk cId="0" sldId="2147483666"/>
          </pc:sldLayoutMkLst>
        </pc:sldLayoutChg>
        <pc:sldLayoutChg chg="del">
          <pc:chgData name="恩宇 周" userId="94a0346fd67a87c6" providerId="LiveId" clId="{E6B74FDD-A96D-4A79-B5E8-8810A2D2B467}" dt="2024-10-23T02:31:03.611" v="153" actId="47"/>
          <pc:sldLayoutMkLst>
            <pc:docMk/>
            <pc:sldMasterMk cId="0" sldId="2147483682"/>
            <pc:sldLayoutMk cId="0" sldId="2147483667"/>
          </pc:sldLayoutMkLst>
        </pc:sldLayoutChg>
        <pc:sldLayoutChg chg="del">
          <pc:chgData name="恩宇 周" userId="94a0346fd67a87c6" providerId="LiveId" clId="{E6B74FDD-A96D-4A79-B5E8-8810A2D2B467}" dt="2024-10-23T02:31:03.611" v="153" actId="47"/>
          <pc:sldLayoutMkLst>
            <pc:docMk/>
            <pc:sldMasterMk cId="0" sldId="2147483682"/>
            <pc:sldLayoutMk cId="0" sldId="2147483668"/>
          </pc:sldLayoutMkLst>
        </pc:sldLayoutChg>
        <pc:sldLayoutChg chg="del">
          <pc:chgData name="恩宇 周" userId="94a0346fd67a87c6" providerId="LiveId" clId="{E6B74FDD-A96D-4A79-B5E8-8810A2D2B467}" dt="2024-10-23T02:31:03.611" v="153" actId="47"/>
          <pc:sldLayoutMkLst>
            <pc:docMk/>
            <pc:sldMasterMk cId="0" sldId="2147483682"/>
            <pc:sldLayoutMk cId="0" sldId="2147483670"/>
          </pc:sldLayoutMkLst>
        </pc:sldLayoutChg>
        <pc:sldLayoutChg chg="del">
          <pc:chgData name="恩宇 周" userId="94a0346fd67a87c6" providerId="LiveId" clId="{E6B74FDD-A96D-4A79-B5E8-8810A2D2B467}" dt="2024-10-23T02:31:03.611" v="153" actId="47"/>
          <pc:sldLayoutMkLst>
            <pc:docMk/>
            <pc:sldMasterMk cId="0" sldId="2147483682"/>
            <pc:sldLayoutMk cId="0" sldId="2147483671"/>
          </pc:sldLayoutMkLst>
        </pc:sldLayoutChg>
        <pc:sldLayoutChg chg="del">
          <pc:chgData name="恩宇 周" userId="94a0346fd67a87c6" providerId="LiveId" clId="{E6B74FDD-A96D-4A79-B5E8-8810A2D2B467}" dt="2024-10-23T02:31:03.611" v="153" actId="47"/>
          <pc:sldLayoutMkLst>
            <pc:docMk/>
            <pc:sldMasterMk cId="0" sldId="2147483682"/>
            <pc:sldLayoutMk cId="0" sldId="2147483672"/>
          </pc:sldLayoutMkLst>
        </pc:sldLayoutChg>
        <pc:sldLayoutChg chg="del">
          <pc:chgData name="恩宇 周" userId="94a0346fd67a87c6" providerId="LiveId" clId="{E6B74FDD-A96D-4A79-B5E8-8810A2D2B467}" dt="2024-10-23T02:31:03.611" v="153" actId="47"/>
          <pc:sldLayoutMkLst>
            <pc:docMk/>
            <pc:sldMasterMk cId="0" sldId="2147483682"/>
            <pc:sldLayoutMk cId="0" sldId="2147483673"/>
          </pc:sldLayoutMkLst>
        </pc:sldLayoutChg>
        <pc:sldLayoutChg chg="del">
          <pc:chgData name="恩宇 周" userId="94a0346fd67a87c6" providerId="LiveId" clId="{E6B74FDD-A96D-4A79-B5E8-8810A2D2B467}" dt="2024-10-23T02:31:03.611" v="153" actId="47"/>
          <pc:sldLayoutMkLst>
            <pc:docMk/>
            <pc:sldMasterMk cId="0" sldId="2147483682"/>
            <pc:sldLayoutMk cId="0" sldId="2147483674"/>
          </pc:sldLayoutMkLst>
        </pc:sldLayoutChg>
        <pc:sldLayoutChg chg="del">
          <pc:chgData name="恩宇 周" userId="94a0346fd67a87c6" providerId="LiveId" clId="{E6B74FDD-A96D-4A79-B5E8-8810A2D2B467}" dt="2024-10-23T02:31:03.611" v="153" actId="47"/>
          <pc:sldLayoutMkLst>
            <pc:docMk/>
            <pc:sldMasterMk cId="0" sldId="2147483682"/>
            <pc:sldLayoutMk cId="0" sldId="2147483676"/>
          </pc:sldLayoutMkLst>
        </pc:sldLayoutChg>
        <pc:sldLayoutChg chg="del">
          <pc:chgData name="恩宇 周" userId="94a0346fd67a87c6" providerId="LiveId" clId="{E6B74FDD-A96D-4A79-B5E8-8810A2D2B467}" dt="2024-10-23T03:13:49.566" v="258" actId="2696"/>
          <pc:sldLayoutMkLst>
            <pc:docMk/>
            <pc:sldMasterMk cId="0" sldId="2147483682"/>
            <pc:sldLayoutMk cId="502260119" sldId="2147483683"/>
          </pc:sldLayoutMkLst>
        </pc:sldLayoutChg>
      </pc:sldMasterChg>
      <pc:sldMasterChg chg="del delSldLayout">
        <pc:chgData name="恩宇 周" userId="94a0346fd67a87c6" providerId="LiveId" clId="{E6B74FDD-A96D-4A79-B5E8-8810A2D2B467}" dt="2024-10-23T02:31:06.866" v="155" actId="47"/>
        <pc:sldMasterMkLst>
          <pc:docMk/>
          <pc:sldMasterMk cId="0" sldId="2147483683"/>
        </pc:sldMasterMkLst>
        <pc:sldLayoutChg chg="del">
          <pc:chgData name="恩宇 周" userId="94a0346fd67a87c6" providerId="LiveId" clId="{E6B74FDD-A96D-4A79-B5E8-8810A2D2B467}" dt="2024-10-23T02:31:06.866" v="155" actId="47"/>
          <pc:sldLayoutMkLst>
            <pc:docMk/>
            <pc:sldMasterMk cId="0" sldId="2147483683"/>
            <pc:sldLayoutMk cId="0" sldId="2147483680"/>
          </pc:sldLayoutMkLst>
        </pc:sldLayoutChg>
        <pc:sldLayoutChg chg="del">
          <pc:chgData name="恩宇 周" userId="94a0346fd67a87c6" providerId="LiveId" clId="{E6B74FDD-A96D-4A79-B5E8-8810A2D2B467}" dt="2024-10-23T02:31:05.586" v="154" actId="47"/>
          <pc:sldLayoutMkLst>
            <pc:docMk/>
            <pc:sldMasterMk cId="0" sldId="2147483683"/>
            <pc:sldLayoutMk cId="0" sldId="2147483681"/>
          </pc:sldLayoutMkLst>
        </pc:sldLayoutChg>
      </pc:sldMasterChg>
    </pc:docChg>
  </pc:docChgLst>
  <pc:docChgLst>
    <pc:chgData name="林 妤玟" userId="4a0ea3c8caa47aef" providerId="Windows Live" clId="Web-{BF1CC620-2F39-4D0A-A953-3CB627095C16}"/>
    <pc:docChg chg="modSld">
      <pc:chgData name="林 妤玟" userId="4a0ea3c8caa47aef" providerId="Windows Live" clId="Web-{BF1CC620-2F39-4D0A-A953-3CB627095C16}" dt="2024-10-24T14:08:54.446" v="7" actId="20577"/>
      <pc:docMkLst>
        <pc:docMk/>
      </pc:docMkLst>
      <pc:sldChg chg="modSp">
        <pc:chgData name="林 妤玟" userId="4a0ea3c8caa47aef" providerId="Windows Live" clId="Web-{BF1CC620-2F39-4D0A-A953-3CB627095C16}" dt="2024-10-24T13:38:30.974" v="5" actId="20577"/>
        <pc:sldMkLst>
          <pc:docMk/>
          <pc:sldMk cId="2790307579" sldId="314"/>
        </pc:sldMkLst>
        <pc:spChg chg="mod">
          <ac:chgData name="林 妤玟" userId="4a0ea3c8caa47aef" providerId="Windows Live" clId="Web-{BF1CC620-2F39-4D0A-A953-3CB627095C16}" dt="2024-10-24T13:38:30.974" v="5" actId="20577"/>
          <ac:spMkLst>
            <pc:docMk/>
            <pc:sldMk cId="2790307579" sldId="314"/>
            <ac:spMk id="1306" creationId="{DB3701DE-6B17-A8C2-F541-9F061585E192}"/>
          </ac:spMkLst>
        </pc:spChg>
      </pc:sldChg>
      <pc:sldChg chg="modSp">
        <pc:chgData name="林 妤玟" userId="4a0ea3c8caa47aef" providerId="Windows Live" clId="Web-{BF1CC620-2F39-4D0A-A953-3CB627095C16}" dt="2024-10-24T14:08:54.446" v="7" actId="20577"/>
        <pc:sldMkLst>
          <pc:docMk/>
          <pc:sldMk cId="1082564428" sldId="325"/>
        </pc:sldMkLst>
        <pc:spChg chg="mod">
          <ac:chgData name="林 妤玟" userId="4a0ea3c8caa47aef" providerId="Windows Live" clId="Web-{BF1CC620-2F39-4D0A-A953-3CB627095C16}" dt="2024-10-24T14:08:54.446" v="7" actId="20577"/>
          <ac:spMkLst>
            <pc:docMk/>
            <pc:sldMk cId="1082564428" sldId="325"/>
            <ac:spMk id="1306" creationId="{EDC18303-94E1-C7A7-C2A4-0C38AABD082E}"/>
          </ac:spMkLst>
        </pc:spChg>
      </pc:sldChg>
    </pc:docChg>
  </pc:docChgLst>
  <pc:docChgLst>
    <pc:chgData name="恩宇 周" userId="94a0346fd67a87c6" providerId="LiveId" clId="{BE4F32EA-74DA-4E94-B057-42B34F57E393}"/>
    <pc:docChg chg="undo redo custSel addSld delSld modSld sldOrd modSection">
      <pc:chgData name="恩宇 周" userId="94a0346fd67a87c6" providerId="LiveId" clId="{BE4F32EA-74DA-4E94-B057-42B34F57E393}" dt="2024-10-24T15:51:31.229" v="686" actId="20577"/>
      <pc:docMkLst>
        <pc:docMk/>
      </pc:docMkLst>
      <pc:sldChg chg="modSp mod">
        <pc:chgData name="恩宇 周" userId="94a0346fd67a87c6" providerId="LiveId" clId="{BE4F32EA-74DA-4E94-B057-42B34F57E393}" dt="2024-10-22T15:57:14.703" v="2" actId="20577"/>
        <pc:sldMkLst>
          <pc:docMk/>
          <pc:sldMk cId="0" sldId="256"/>
        </pc:sldMkLst>
        <pc:spChg chg="mod">
          <ac:chgData name="恩宇 周" userId="94a0346fd67a87c6" providerId="LiveId" clId="{BE4F32EA-74DA-4E94-B057-42B34F57E393}" dt="2024-10-22T15:57:14.703" v="2" actId="20577"/>
          <ac:spMkLst>
            <pc:docMk/>
            <pc:sldMk cId="0" sldId="256"/>
            <ac:spMk id="434" creationId="{00000000-0000-0000-0000-000000000000}"/>
          </ac:spMkLst>
        </pc:spChg>
      </pc:sldChg>
      <pc:sldChg chg="ord">
        <pc:chgData name="恩宇 周" userId="94a0346fd67a87c6" providerId="LiveId" clId="{BE4F32EA-74DA-4E94-B057-42B34F57E393}" dt="2024-10-22T16:05:42.936" v="17"/>
        <pc:sldMkLst>
          <pc:docMk/>
          <pc:sldMk cId="0" sldId="257"/>
        </pc:sldMkLst>
      </pc:sldChg>
      <pc:sldChg chg="modSp del mod ord modNotes">
        <pc:chgData name="恩宇 周" userId="94a0346fd67a87c6" providerId="LiveId" clId="{BE4F32EA-74DA-4E94-B057-42B34F57E393}" dt="2024-10-24T13:26:19.022" v="385" actId="2696"/>
        <pc:sldMkLst>
          <pc:docMk/>
          <pc:sldMk cId="0" sldId="258"/>
        </pc:sldMkLst>
        <pc:spChg chg="mod">
          <ac:chgData name="恩宇 周" userId="94a0346fd67a87c6" providerId="LiveId" clId="{BE4F32EA-74DA-4E94-B057-42B34F57E393}" dt="2024-10-22T21:31:09.028" v="182" actId="255"/>
          <ac:spMkLst>
            <pc:docMk/>
            <pc:sldMk cId="0" sldId="258"/>
            <ac:spMk id="749" creationId="{00000000-0000-0000-0000-000000000000}"/>
          </ac:spMkLst>
        </pc:spChg>
        <pc:spChg chg="mod">
          <ac:chgData name="恩宇 周" userId="94a0346fd67a87c6" providerId="LiveId" clId="{BE4F32EA-74DA-4E94-B057-42B34F57E393}" dt="2024-10-22T21:38:27.783" v="215" actId="20577"/>
          <ac:spMkLst>
            <pc:docMk/>
            <pc:sldMk cId="0" sldId="258"/>
            <ac:spMk id="750" creationId="{00000000-0000-0000-0000-000000000000}"/>
          </ac:spMkLst>
        </pc:spChg>
        <pc:spChg chg="mod">
          <ac:chgData name="恩宇 周" userId="94a0346fd67a87c6" providerId="LiveId" clId="{BE4F32EA-74DA-4E94-B057-42B34F57E393}" dt="2024-10-22T21:38:22.645" v="214" actId="20577"/>
          <ac:spMkLst>
            <pc:docMk/>
            <pc:sldMk cId="0" sldId="258"/>
            <ac:spMk id="751" creationId="{00000000-0000-0000-0000-000000000000}"/>
          </ac:spMkLst>
        </pc:spChg>
        <pc:spChg chg="mod">
          <ac:chgData name="恩宇 周" userId="94a0346fd67a87c6" providerId="LiveId" clId="{BE4F32EA-74DA-4E94-B057-42B34F57E393}" dt="2024-10-22T21:38:13.986" v="211" actId="20577"/>
          <ac:spMkLst>
            <pc:docMk/>
            <pc:sldMk cId="0" sldId="258"/>
            <ac:spMk id="752" creationId="{00000000-0000-0000-0000-000000000000}"/>
          </ac:spMkLst>
        </pc:spChg>
        <pc:spChg chg="mod">
          <ac:chgData name="恩宇 周" userId="94a0346fd67a87c6" providerId="LiveId" clId="{BE4F32EA-74DA-4E94-B057-42B34F57E393}" dt="2024-10-22T21:38:29.013" v="216" actId="20577"/>
          <ac:spMkLst>
            <pc:docMk/>
            <pc:sldMk cId="0" sldId="258"/>
            <ac:spMk id="753" creationId="{00000000-0000-0000-0000-000000000000}"/>
          </ac:spMkLst>
        </pc:spChg>
        <pc:spChg chg="mod">
          <ac:chgData name="恩宇 周" userId="94a0346fd67a87c6" providerId="LiveId" clId="{BE4F32EA-74DA-4E94-B057-42B34F57E393}" dt="2024-10-22T21:31:19.803" v="183" actId="1076"/>
          <ac:spMkLst>
            <pc:docMk/>
            <pc:sldMk cId="0" sldId="258"/>
            <ac:spMk id="754" creationId="{00000000-0000-0000-0000-000000000000}"/>
          </ac:spMkLst>
        </pc:spChg>
        <pc:spChg chg="mod">
          <ac:chgData name="恩宇 周" userId="94a0346fd67a87c6" providerId="LiveId" clId="{BE4F32EA-74DA-4E94-B057-42B34F57E393}" dt="2024-10-22T21:31:19.803" v="183" actId="1076"/>
          <ac:spMkLst>
            <pc:docMk/>
            <pc:sldMk cId="0" sldId="258"/>
            <ac:spMk id="755" creationId="{00000000-0000-0000-0000-000000000000}"/>
          </ac:spMkLst>
        </pc:spChg>
        <pc:spChg chg="mod">
          <ac:chgData name="恩宇 周" userId="94a0346fd67a87c6" providerId="LiveId" clId="{BE4F32EA-74DA-4E94-B057-42B34F57E393}" dt="2024-10-22T21:31:19.803" v="183" actId="1076"/>
          <ac:spMkLst>
            <pc:docMk/>
            <pc:sldMk cId="0" sldId="258"/>
            <ac:spMk id="756" creationId="{00000000-0000-0000-0000-000000000000}"/>
          </ac:spMkLst>
        </pc:spChg>
        <pc:spChg chg="mod">
          <ac:chgData name="恩宇 周" userId="94a0346fd67a87c6" providerId="LiveId" clId="{BE4F32EA-74DA-4E94-B057-42B34F57E393}" dt="2024-10-22T21:31:19.803" v="183" actId="1076"/>
          <ac:spMkLst>
            <pc:docMk/>
            <pc:sldMk cId="0" sldId="258"/>
            <ac:spMk id="757" creationId="{00000000-0000-0000-0000-000000000000}"/>
          </ac:spMkLst>
        </pc:spChg>
        <pc:spChg chg="mod">
          <ac:chgData name="恩宇 周" userId="94a0346fd67a87c6" providerId="LiveId" clId="{BE4F32EA-74DA-4E94-B057-42B34F57E393}" dt="2024-10-22T21:31:19.803" v="183" actId="1076"/>
          <ac:spMkLst>
            <pc:docMk/>
            <pc:sldMk cId="0" sldId="258"/>
            <ac:spMk id="758" creationId="{00000000-0000-0000-0000-000000000000}"/>
          </ac:spMkLst>
        </pc:spChg>
        <pc:spChg chg="mod">
          <ac:chgData name="恩宇 周" userId="94a0346fd67a87c6" providerId="LiveId" clId="{BE4F32EA-74DA-4E94-B057-42B34F57E393}" dt="2024-10-22T21:31:19.803" v="183" actId="1076"/>
          <ac:spMkLst>
            <pc:docMk/>
            <pc:sldMk cId="0" sldId="258"/>
            <ac:spMk id="759" creationId="{00000000-0000-0000-0000-000000000000}"/>
          </ac:spMkLst>
        </pc:spChg>
        <pc:spChg chg="mod">
          <ac:chgData name="恩宇 周" userId="94a0346fd67a87c6" providerId="LiveId" clId="{BE4F32EA-74DA-4E94-B057-42B34F57E393}" dt="2024-10-22T21:31:19.803" v="183" actId="1076"/>
          <ac:spMkLst>
            <pc:docMk/>
            <pc:sldMk cId="0" sldId="258"/>
            <ac:spMk id="760" creationId="{00000000-0000-0000-0000-000000000000}"/>
          </ac:spMkLst>
        </pc:spChg>
        <pc:spChg chg="mod">
          <ac:chgData name="恩宇 周" userId="94a0346fd67a87c6" providerId="LiveId" clId="{BE4F32EA-74DA-4E94-B057-42B34F57E393}" dt="2024-10-22T21:31:56.315" v="199" actId="20577"/>
          <ac:spMkLst>
            <pc:docMk/>
            <pc:sldMk cId="0" sldId="258"/>
            <ac:spMk id="761" creationId="{00000000-0000-0000-0000-000000000000}"/>
          </ac:spMkLst>
        </pc:spChg>
      </pc:sldChg>
      <pc:sldChg chg="modSp del mod ord modNotes">
        <pc:chgData name="恩宇 周" userId="94a0346fd67a87c6" providerId="LiveId" clId="{BE4F32EA-74DA-4E94-B057-42B34F57E393}" dt="2024-10-24T13:26:19.022" v="385" actId="2696"/>
        <pc:sldMkLst>
          <pc:docMk/>
          <pc:sldMk cId="0" sldId="260"/>
        </pc:sldMkLst>
        <pc:spChg chg="mod">
          <ac:chgData name="恩宇 周" userId="94a0346fd67a87c6" providerId="LiveId" clId="{BE4F32EA-74DA-4E94-B057-42B34F57E393}" dt="2024-10-22T21:27:49.722" v="140" actId="255"/>
          <ac:spMkLst>
            <pc:docMk/>
            <pc:sldMk cId="0" sldId="260"/>
            <ac:spMk id="909" creationId="{00000000-0000-0000-0000-000000000000}"/>
          </ac:spMkLst>
        </pc:spChg>
      </pc:sldChg>
      <pc:sldChg chg="addSp delSp modSp del mod ord">
        <pc:chgData name="恩宇 周" userId="94a0346fd67a87c6" providerId="LiveId" clId="{BE4F32EA-74DA-4E94-B057-42B34F57E393}" dt="2024-10-24T13:39:32.741" v="505" actId="2696"/>
        <pc:sldMkLst>
          <pc:docMk/>
          <pc:sldMk cId="0" sldId="263"/>
        </pc:sldMkLst>
        <pc:spChg chg="mod">
          <ac:chgData name="恩宇 周" userId="94a0346fd67a87c6" providerId="LiveId" clId="{BE4F32EA-74DA-4E94-B057-42B34F57E393}" dt="2024-10-22T21:31:36.087" v="185" actId="20577"/>
          <ac:spMkLst>
            <pc:docMk/>
            <pc:sldMk cId="0" sldId="263"/>
            <ac:spMk id="1306" creationId="{00000000-0000-0000-0000-000000000000}"/>
          </ac:spMkLst>
        </pc:spChg>
      </pc:sldChg>
      <pc:sldChg chg="addSp modSp del mod ord modNotes">
        <pc:chgData name="恩宇 周" userId="94a0346fd67a87c6" providerId="LiveId" clId="{BE4F32EA-74DA-4E94-B057-42B34F57E393}" dt="2024-10-24T13:26:19.022" v="385" actId="2696"/>
        <pc:sldMkLst>
          <pc:docMk/>
          <pc:sldMk cId="0" sldId="268"/>
        </pc:sldMkLst>
        <pc:spChg chg="add mod">
          <ac:chgData name="恩宇 周" userId="94a0346fd67a87c6" providerId="LiveId" clId="{BE4F32EA-74DA-4E94-B057-42B34F57E393}" dt="2024-10-22T21:26:55.245" v="115" actId="1076"/>
          <ac:spMkLst>
            <pc:docMk/>
            <pc:sldMk cId="0" sldId="268"/>
            <ac:spMk id="3" creationId="{DE4EFD8D-C89A-60D3-F281-5B25BE7865DA}"/>
          </ac:spMkLst>
        </pc:spChg>
        <pc:spChg chg="mod">
          <ac:chgData name="恩宇 周" userId="94a0346fd67a87c6" providerId="LiveId" clId="{BE4F32EA-74DA-4E94-B057-42B34F57E393}" dt="2024-10-22T21:27:29.676" v="137" actId="2711"/>
          <ac:spMkLst>
            <pc:docMk/>
            <pc:sldMk cId="0" sldId="268"/>
            <ac:spMk id="1387" creationId="{00000000-0000-0000-0000-000000000000}"/>
          </ac:spMkLst>
        </pc:spChg>
      </pc:sldChg>
      <pc:sldChg chg="del">
        <pc:chgData name="恩宇 周" userId="94a0346fd67a87c6" providerId="LiveId" clId="{BE4F32EA-74DA-4E94-B057-42B34F57E393}" dt="2024-10-24T13:26:19.022" v="385" actId="2696"/>
        <pc:sldMkLst>
          <pc:docMk/>
          <pc:sldMk cId="0" sldId="269"/>
        </pc:sldMkLst>
      </pc:sldChg>
      <pc:sldChg chg="addSp delSp modSp del mod ord modNotes">
        <pc:chgData name="恩宇 周" userId="94a0346fd67a87c6" providerId="LiveId" clId="{BE4F32EA-74DA-4E94-B057-42B34F57E393}" dt="2024-10-24T13:26:19.022" v="385" actId="2696"/>
        <pc:sldMkLst>
          <pc:docMk/>
          <pc:sldMk cId="0" sldId="271"/>
        </pc:sldMkLst>
        <pc:spChg chg="add mod">
          <ac:chgData name="恩宇 周" userId="94a0346fd67a87c6" providerId="LiveId" clId="{BE4F32EA-74DA-4E94-B057-42B34F57E393}" dt="2024-10-22T21:27:44.050" v="139" actId="478"/>
          <ac:spMkLst>
            <pc:docMk/>
            <pc:sldMk cId="0" sldId="271"/>
            <ac:spMk id="3" creationId="{0C27BF7B-30D1-8754-28ED-E586CA481C7E}"/>
          </ac:spMkLst>
        </pc:spChg>
        <pc:spChg chg="mod">
          <ac:chgData name="恩宇 周" userId="94a0346fd67a87c6" providerId="LiveId" clId="{BE4F32EA-74DA-4E94-B057-42B34F57E393}" dt="2024-10-22T21:27:41.878" v="138" actId="255"/>
          <ac:spMkLst>
            <pc:docMk/>
            <pc:sldMk cId="0" sldId="271"/>
            <ac:spMk id="1887" creationId="{00000000-0000-0000-0000-000000000000}"/>
          </ac:spMkLst>
        </pc:spChg>
      </pc:sldChg>
      <pc:sldChg chg="del">
        <pc:chgData name="恩宇 周" userId="94a0346fd67a87c6" providerId="LiveId" clId="{BE4F32EA-74DA-4E94-B057-42B34F57E393}" dt="2024-10-24T13:26:19.022" v="385" actId="2696"/>
        <pc:sldMkLst>
          <pc:docMk/>
          <pc:sldMk cId="0" sldId="276"/>
        </pc:sldMkLst>
      </pc:sldChg>
      <pc:sldChg chg="ord">
        <pc:chgData name="恩宇 周" userId="94a0346fd67a87c6" providerId="LiveId" clId="{BE4F32EA-74DA-4E94-B057-42B34F57E393}" dt="2024-10-23T16:32:28.493" v="218"/>
        <pc:sldMkLst>
          <pc:docMk/>
          <pc:sldMk cId="0" sldId="290"/>
        </pc:sldMkLst>
      </pc:sldChg>
      <pc:sldChg chg="del">
        <pc:chgData name="恩宇 周" userId="94a0346fd67a87c6" providerId="LiveId" clId="{BE4F32EA-74DA-4E94-B057-42B34F57E393}" dt="2024-10-24T13:26:19.022" v="385" actId="2696"/>
        <pc:sldMkLst>
          <pc:docMk/>
          <pc:sldMk cId="1343677350" sldId="312"/>
        </pc:sldMkLst>
      </pc:sldChg>
      <pc:sldChg chg="modSp mod ord">
        <pc:chgData name="恩宇 周" userId="94a0346fd67a87c6" providerId="LiveId" clId="{BE4F32EA-74DA-4E94-B057-42B34F57E393}" dt="2024-10-24T14:04:07.733" v="595" actId="1076"/>
        <pc:sldMkLst>
          <pc:docMk/>
          <pc:sldMk cId="3943860863" sldId="313"/>
        </pc:sldMkLst>
        <pc:spChg chg="mod">
          <ac:chgData name="恩宇 周" userId="94a0346fd67a87c6" providerId="LiveId" clId="{BE4F32EA-74DA-4E94-B057-42B34F57E393}" dt="2024-10-24T14:04:07.733" v="595" actId="1076"/>
          <ac:spMkLst>
            <pc:docMk/>
            <pc:sldMk cId="3943860863" sldId="313"/>
            <ac:spMk id="1305" creationId="{00A040F8-6983-53A6-CAF6-BA91D0EA76FD}"/>
          </ac:spMkLst>
        </pc:spChg>
        <pc:spChg chg="mod">
          <ac:chgData name="恩宇 周" userId="94a0346fd67a87c6" providerId="LiveId" clId="{BE4F32EA-74DA-4E94-B057-42B34F57E393}" dt="2024-10-24T14:03:42.517" v="594" actId="20577"/>
          <ac:spMkLst>
            <pc:docMk/>
            <pc:sldMk cId="3943860863" sldId="313"/>
            <ac:spMk id="1306" creationId="{D1BF3856-026F-95D7-5487-3D4B76A249BA}"/>
          </ac:spMkLst>
        </pc:spChg>
      </pc:sldChg>
      <pc:sldChg chg="modSp add del mod ord modNotesTx">
        <pc:chgData name="恩宇 周" userId="94a0346fd67a87c6" providerId="LiveId" clId="{BE4F32EA-74DA-4E94-B057-42B34F57E393}" dt="2024-10-24T15:51:17.175" v="682" actId="20577"/>
        <pc:sldMkLst>
          <pc:docMk/>
          <pc:sldMk cId="2790307579" sldId="314"/>
        </pc:sldMkLst>
        <pc:spChg chg="mod">
          <ac:chgData name="恩宇 周" userId="94a0346fd67a87c6" providerId="LiveId" clId="{BE4F32EA-74DA-4E94-B057-42B34F57E393}" dt="2024-10-24T15:26:01.023" v="678" actId="20577"/>
          <ac:spMkLst>
            <pc:docMk/>
            <pc:sldMk cId="2790307579" sldId="314"/>
            <ac:spMk id="1306" creationId="{DB3701DE-6B17-A8C2-F541-9F061585E192}"/>
          </ac:spMkLst>
        </pc:spChg>
      </pc:sldChg>
      <pc:sldChg chg="delSp modSp mod modNotesTx">
        <pc:chgData name="恩宇 周" userId="94a0346fd67a87c6" providerId="LiveId" clId="{BE4F32EA-74DA-4E94-B057-42B34F57E393}" dt="2024-10-24T15:51:06.547" v="679" actId="20577"/>
        <pc:sldMkLst>
          <pc:docMk/>
          <pc:sldMk cId="2640306237" sldId="315"/>
        </pc:sldMkLst>
        <pc:spChg chg="mod">
          <ac:chgData name="恩宇 周" userId="94a0346fd67a87c6" providerId="LiveId" clId="{BE4F32EA-74DA-4E94-B057-42B34F57E393}" dt="2024-10-24T14:49:08.346" v="652" actId="12789"/>
          <ac:spMkLst>
            <pc:docMk/>
            <pc:sldMk cId="2640306237" sldId="315"/>
            <ac:spMk id="1306" creationId="{D721D34F-663B-C9AF-215B-44F18D472773}"/>
          </ac:spMkLst>
        </pc:spChg>
        <pc:spChg chg="del">
          <ac:chgData name="恩宇 周" userId="94a0346fd67a87c6" providerId="LiveId" clId="{BE4F32EA-74DA-4E94-B057-42B34F57E393}" dt="2024-10-24T12:07:44.392" v="271" actId="478"/>
          <ac:spMkLst>
            <pc:docMk/>
            <pc:sldMk cId="2640306237" sldId="315"/>
            <ac:spMk id="1362" creationId="{33832C4D-46F4-1172-47AF-55480E3C422C}"/>
          </ac:spMkLst>
        </pc:spChg>
      </pc:sldChg>
      <pc:sldChg chg="addSp delSp modSp mod">
        <pc:chgData name="恩宇 周" userId="94a0346fd67a87c6" providerId="LiveId" clId="{BE4F32EA-74DA-4E94-B057-42B34F57E393}" dt="2024-10-23T17:27:29.206" v="270" actId="14100"/>
        <pc:sldMkLst>
          <pc:docMk/>
          <pc:sldMk cId="2056520302" sldId="316"/>
        </pc:sldMkLst>
        <pc:spChg chg="mod">
          <ac:chgData name="恩宇 周" userId="94a0346fd67a87c6" providerId="LiveId" clId="{BE4F32EA-74DA-4E94-B057-42B34F57E393}" dt="2024-10-23T17:12:03.138" v="224" actId="1076"/>
          <ac:spMkLst>
            <pc:docMk/>
            <pc:sldMk cId="2056520302" sldId="316"/>
            <ac:spMk id="3" creationId="{CF8CC105-19DF-A965-7CF0-984500D0A675}"/>
          </ac:spMkLst>
        </pc:spChg>
        <pc:spChg chg="mod">
          <ac:chgData name="恩宇 周" userId="94a0346fd67a87c6" providerId="LiveId" clId="{BE4F32EA-74DA-4E94-B057-42B34F57E393}" dt="2024-10-23T17:27:23.943" v="269" actId="1076"/>
          <ac:spMkLst>
            <pc:docMk/>
            <pc:sldMk cId="2056520302" sldId="316"/>
            <ac:spMk id="26" creationId="{2ACF380D-D65F-F036-BEE4-FA6AD5713517}"/>
          </ac:spMkLst>
        </pc:spChg>
        <pc:spChg chg="mod">
          <ac:chgData name="恩宇 周" userId="94a0346fd67a87c6" providerId="LiveId" clId="{BE4F32EA-74DA-4E94-B057-42B34F57E393}" dt="2024-10-23T17:26:46.017" v="263" actId="1076"/>
          <ac:spMkLst>
            <pc:docMk/>
            <pc:sldMk cId="2056520302" sldId="316"/>
            <ac:spMk id="36" creationId="{DE9E1B72-384B-3B75-2663-51E53D626D28}"/>
          </ac:spMkLst>
        </pc:spChg>
        <pc:cxnChg chg="add mod">
          <ac:chgData name="恩宇 周" userId="94a0346fd67a87c6" providerId="LiveId" clId="{BE4F32EA-74DA-4E94-B057-42B34F57E393}" dt="2024-10-23T17:27:29.206" v="270" actId="14100"/>
          <ac:cxnSpMkLst>
            <pc:docMk/>
            <pc:sldMk cId="2056520302" sldId="316"/>
            <ac:cxnSpMk id="7" creationId="{2D31E137-10B7-4CD5-453A-B91962B7E4DE}"/>
          </ac:cxnSpMkLst>
        </pc:cxnChg>
        <pc:cxnChg chg="add del mod">
          <ac:chgData name="恩宇 周" userId="94a0346fd67a87c6" providerId="LiveId" clId="{BE4F32EA-74DA-4E94-B057-42B34F57E393}" dt="2024-10-23T17:26:03.228" v="252" actId="21"/>
          <ac:cxnSpMkLst>
            <pc:docMk/>
            <pc:sldMk cId="2056520302" sldId="316"/>
            <ac:cxnSpMk id="11" creationId="{E602DF37-B643-37F0-9473-1CEF4B75F750}"/>
          </ac:cxnSpMkLst>
        </pc:cxnChg>
        <pc:cxnChg chg="add del mod">
          <ac:chgData name="恩宇 周" userId="94a0346fd67a87c6" providerId="LiveId" clId="{BE4F32EA-74DA-4E94-B057-42B34F57E393}" dt="2024-10-23T17:26:05.705" v="254" actId="21"/>
          <ac:cxnSpMkLst>
            <pc:docMk/>
            <pc:sldMk cId="2056520302" sldId="316"/>
            <ac:cxnSpMk id="13" creationId="{9A2F2011-B184-0E8A-FD2F-A5031CFF25D8}"/>
          </ac:cxnSpMkLst>
        </pc:cxnChg>
        <pc:cxnChg chg="add del mod">
          <ac:chgData name="恩宇 周" userId="94a0346fd67a87c6" providerId="LiveId" clId="{BE4F32EA-74DA-4E94-B057-42B34F57E393}" dt="2024-10-23T17:26:35.707" v="262" actId="478"/>
          <ac:cxnSpMkLst>
            <pc:docMk/>
            <pc:sldMk cId="2056520302" sldId="316"/>
            <ac:cxnSpMk id="14" creationId="{A7687B2A-A18B-8BCC-A02B-B4CCB28056E7}"/>
          </ac:cxnSpMkLst>
        </pc:cxnChg>
        <pc:cxnChg chg="del mod">
          <ac:chgData name="恩宇 周" userId="94a0346fd67a87c6" providerId="LiveId" clId="{BE4F32EA-74DA-4E94-B057-42B34F57E393}" dt="2024-10-23T17:25:41.902" v="247" actId="478"/>
          <ac:cxnSpMkLst>
            <pc:docMk/>
            <pc:sldMk cId="2056520302" sldId="316"/>
            <ac:cxnSpMk id="22" creationId="{E5F51713-1DFD-C9D7-42C3-35A8F65EC2FC}"/>
          </ac:cxnSpMkLst>
        </pc:cxnChg>
        <pc:cxnChg chg="mod">
          <ac:chgData name="恩宇 周" userId="94a0346fd67a87c6" providerId="LiveId" clId="{BE4F32EA-74DA-4E94-B057-42B34F57E393}" dt="2024-10-23T17:26:46.017" v="263" actId="1076"/>
          <ac:cxnSpMkLst>
            <pc:docMk/>
            <pc:sldMk cId="2056520302" sldId="316"/>
            <ac:cxnSpMk id="30" creationId="{F4BD9753-2EF8-1018-5A2A-E9CCCC85FAE3}"/>
          </ac:cxnSpMkLst>
        </pc:cxnChg>
      </pc:sldChg>
      <pc:sldChg chg="modSp mod ord modNotesTx">
        <pc:chgData name="恩宇 周" userId="94a0346fd67a87c6" providerId="LiveId" clId="{BE4F32EA-74DA-4E94-B057-42B34F57E393}" dt="2024-10-24T15:51:21.063" v="683" actId="20577"/>
        <pc:sldMkLst>
          <pc:docMk/>
          <pc:sldMk cId="1818347558" sldId="318"/>
        </pc:sldMkLst>
        <pc:spChg chg="mod">
          <ac:chgData name="恩宇 周" userId="94a0346fd67a87c6" providerId="LiveId" clId="{BE4F32EA-74DA-4E94-B057-42B34F57E393}" dt="2024-10-24T14:12:48.730" v="609" actId="20577"/>
          <ac:spMkLst>
            <pc:docMk/>
            <pc:sldMk cId="1818347558" sldId="318"/>
            <ac:spMk id="759" creationId="{F1D8072E-AC09-76A1-8897-329517F2C4E3}"/>
          </ac:spMkLst>
        </pc:spChg>
      </pc:sldChg>
      <pc:sldChg chg="del">
        <pc:chgData name="恩宇 周" userId="94a0346fd67a87c6" providerId="LiveId" clId="{BE4F32EA-74DA-4E94-B057-42B34F57E393}" dt="2024-10-24T13:26:19.022" v="385" actId="2696"/>
        <pc:sldMkLst>
          <pc:docMk/>
          <pc:sldMk cId="284359843" sldId="319"/>
        </pc:sldMkLst>
      </pc:sldChg>
      <pc:sldChg chg="modSp mod modNotesTx">
        <pc:chgData name="恩宇 周" userId="94a0346fd67a87c6" providerId="LiveId" clId="{BE4F32EA-74DA-4E94-B057-42B34F57E393}" dt="2024-10-24T15:51:28.419" v="685" actId="20577"/>
        <pc:sldMkLst>
          <pc:docMk/>
          <pc:sldMk cId="959808271" sldId="320"/>
        </pc:sldMkLst>
        <pc:spChg chg="mod">
          <ac:chgData name="恩宇 周" userId="94a0346fd67a87c6" providerId="LiveId" clId="{BE4F32EA-74DA-4E94-B057-42B34F57E393}" dt="2024-10-24T14:33:37.822" v="647" actId="1076"/>
          <ac:spMkLst>
            <pc:docMk/>
            <pc:sldMk cId="959808271" sldId="320"/>
            <ac:spMk id="1306" creationId="{1A00B48F-7907-7D7F-BF19-5859CE6050BC}"/>
          </ac:spMkLst>
        </pc:spChg>
      </pc:sldChg>
      <pc:sldChg chg="modSp mod modNotesTx">
        <pc:chgData name="恩宇 周" userId="94a0346fd67a87c6" providerId="LiveId" clId="{BE4F32EA-74DA-4E94-B057-42B34F57E393}" dt="2024-10-24T15:51:31.229" v="686" actId="20577"/>
        <pc:sldMkLst>
          <pc:docMk/>
          <pc:sldMk cId="390759750" sldId="321"/>
        </pc:sldMkLst>
        <pc:spChg chg="mod">
          <ac:chgData name="恩宇 周" userId="94a0346fd67a87c6" providerId="LiveId" clId="{BE4F32EA-74DA-4E94-B057-42B34F57E393}" dt="2024-10-24T14:55:06.440" v="674"/>
          <ac:spMkLst>
            <pc:docMk/>
            <pc:sldMk cId="390759750" sldId="321"/>
            <ac:spMk id="3" creationId="{C14DA335-6ED7-0322-66EC-E3B45DF8D6C4}"/>
          </ac:spMkLst>
        </pc:spChg>
        <pc:spChg chg="mod">
          <ac:chgData name="恩宇 周" userId="94a0346fd67a87c6" providerId="LiveId" clId="{BE4F32EA-74DA-4E94-B057-42B34F57E393}" dt="2024-10-23T16:36:56.504" v="220" actId="12"/>
          <ac:spMkLst>
            <pc:docMk/>
            <pc:sldMk cId="390759750" sldId="321"/>
            <ac:spMk id="1306" creationId="{889DD5A4-B0D6-98AB-6CBA-AA0ED20EBE32}"/>
          </ac:spMkLst>
        </pc:spChg>
      </pc:sldChg>
      <pc:sldChg chg="modSp mod ord modNotesTx">
        <pc:chgData name="恩宇 周" userId="94a0346fd67a87c6" providerId="LiveId" clId="{BE4F32EA-74DA-4E94-B057-42B34F57E393}" dt="2024-10-24T15:51:24.284" v="684" actId="20577"/>
        <pc:sldMkLst>
          <pc:docMk/>
          <pc:sldMk cId="1137131105" sldId="322"/>
        </pc:sldMkLst>
        <pc:spChg chg="mod">
          <ac:chgData name="恩宇 周" userId="94a0346fd67a87c6" providerId="LiveId" clId="{BE4F32EA-74DA-4E94-B057-42B34F57E393}" dt="2024-10-24T14:19:52.876" v="625" actId="1076"/>
          <ac:spMkLst>
            <pc:docMk/>
            <pc:sldMk cId="1137131105" sldId="322"/>
            <ac:spMk id="9" creationId="{7DB21245-5074-5CD5-CFBF-B1E02D094BCF}"/>
          </ac:spMkLst>
        </pc:spChg>
      </pc:sldChg>
      <pc:sldChg chg="add del">
        <pc:chgData name="恩宇 周" userId="94a0346fd67a87c6" providerId="LiveId" clId="{BE4F32EA-74DA-4E94-B057-42B34F57E393}" dt="2024-10-24T13:25:10.377" v="378" actId="2696"/>
        <pc:sldMkLst>
          <pc:docMk/>
          <pc:sldMk cId="458021380" sldId="323"/>
        </pc:sldMkLst>
      </pc:sldChg>
      <pc:sldChg chg="addSp delSp modSp mod ord modNotesTx">
        <pc:chgData name="恩宇 周" userId="94a0346fd67a87c6" providerId="LiveId" clId="{BE4F32EA-74DA-4E94-B057-42B34F57E393}" dt="2024-10-24T15:51:13.897" v="681" actId="20577"/>
        <pc:sldMkLst>
          <pc:docMk/>
          <pc:sldMk cId="2200992283" sldId="324"/>
        </pc:sldMkLst>
        <pc:spChg chg="add del mod">
          <ac:chgData name="恩宇 周" userId="94a0346fd67a87c6" providerId="LiveId" clId="{BE4F32EA-74DA-4E94-B057-42B34F57E393}" dt="2024-10-24T13:50:19.817" v="518" actId="478"/>
          <ac:spMkLst>
            <pc:docMk/>
            <pc:sldMk cId="2200992283" sldId="324"/>
            <ac:spMk id="2" creationId="{259CACA6-F744-D54C-B630-778C44096876}"/>
          </ac:spMkLst>
        </pc:spChg>
        <pc:spChg chg="mod">
          <ac:chgData name="恩宇 周" userId="94a0346fd67a87c6" providerId="LiveId" clId="{BE4F32EA-74DA-4E94-B057-42B34F57E393}" dt="2024-10-24T14:54:23.281" v="665" actId="20577"/>
          <ac:spMkLst>
            <pc:docMk/>
            <pc:sldMk cId="2200992283" sldId="324"/>
            <ac:spMk id="4" creationId="{3191341B-42F6-9BB9-A292-B6EED1F9D549}"/>
          </ac:spMkLst>
        </pc:spChg>
        <pc:spChg chg="mod">
          <ac:chgData name="恩宇 周" userId="94a0346fd67a87c6" providerId="LiveId" clId="{BE4F32EA-74DA-4E94-B057-42B34F57E393}" dt="2024-10-24T14:20:26.790" v="632" actId="12788"/>
          <ac:spMkLst>
            <pc:docMk/>
            <pc:sldMk cId="2200992283" sldId="324"/>
            <ac:spMk id="1306" creationId="{377F7D6E-F02D-C92F-FD6D-8B50A9D79677}"/>
          </ac:spMkLst>
        </pc:spChg>
      </pc:sldChg>
      <pc:sldChg chg="addSp modSp add del mod ord modNotesTx">
        <pc:chgData name="恩宇 周" userId="94a0346fd67a87c6" providerId="LiveId" clId="{BE4F32EA-74DA-4E94-B057-42B34F57E393}" dt="2024-10-24T15:51:10.316" v="680" actId="20577"/>
        <pc:sldMkLst>
          <pc:docMk/>
          <pc:sldMk cId="1082564428" sldId="325"/>
        </pc:sldMkLst>
        <pc:spChg chg="mod">
          <ac:chgData name="恩宇 周" userId="94a0346fd67a87c6" providerId="LiveId" clId="{BE4F32EA-74DA-4E94-B057-42B34F57E393}" dt="2024-10-24T13:39:06.646" v="503" actId="12788"/>
          <ac:spMkLst>
            <pc:docMk/>
            <pc:sldMk cId="1082564428" sldId="325"/>
            <ac:spMk id="4" creationId="{97009C93-D0B2-CD1F-9ED0-2DCF48D02CD9}"/>
          </ac:spMkLst>
        </pc:spChg>
        <pc:spChg chg="mod">
          <ac:chgData name="恩宇 周" userId="94a0346fd67a87c6" providerId="LiveId" clId="{BE4F32EA-74DA-4E94-B057-42B34F57E393}" dt="2024-10-24T13:39:10.859" v="504" actId="12788"/>
          <ac:spMkLst>
            <pc:docMk/>
            <pc:sldMk cId="1082564428" sldId="325"/>
            <ac:spMk id="1306" creationId="{EDC18303-94E1-C7A7-C2A4-0C38AABD082E}"/>
          </ac:spMkLst>
        </pc:spChg>
        <pc:graphicFrameChg chg="add mod">
          <ac:chgData name="恩宇 周" userId="94a0346fd67a87c6" providerId="LiveId" clId="{BE4F32EA-74DA-4E94-B057-42B34F57E393}" dt="2024-10-24T13:36:09.643" v="502" actId="1076"/>
          <ac:graphicFrameMkLst>
            <pc:docMk/>
            <pc:sldMk cId="1082564428" sldId="325"/>
            <ac:graphicFrameMk id="2" creationId="{8EEDE912-4CBA-3401-AF04-95F16DA8DFB8}"/>
          </ac:graphicFrameMkLst>
        </pc:graphicFrameChg>
      </pc:sldChg>
      <pc:sldChg chg="add del">
        <pc:chgData name="恩宇 周" userId="94a0346fd67a87c6" providerId="LiveId" clId="{BE4F32EA-74DA-4E94-B057-42B34F57E393}" dt="2024-10-24T13:25:08.438" v="377" actId="2696"/>
        <pc:sldMkLst>
          <pc:docMk/>
          <pc:sldMk cId="2886528652" sldId="326"/>
        </pc:sldMkLst>
      </pc:sldChg>
      <pc:sldMasterChg chg="delSldLayout">
        <pc:chgData name="恩宇 周" userId="94a0346fd67a87c6" providerId="LiveId" clId="{BE4F32EA-74DA-4E94-B057-42B34F57E393}" dt="2024-10-24T13:26:19.022" v="385" actId="2696"/>
        <pc:sldMasterMkLst>
          <pc:docMk/>
          <pc:sldMasterMk cId="0" sldId="2147483682"/>
        </pc:sldMasterMkLst>
        <pc:sldLayoutChg chg="del">
          <pc:chgData name="恩宇 周" userId="94a0346fd67a87c6" providerId="LiveId" clId="{BE4F32EA-74DA-4E94-B057-42B34F57E393}" dt="2024-10-24T13:26:19.022" v="385" actId="2696"/>
          <pc:sldLayoutMkLst>
            <pc:docMk/>
            <pc:sldMasterMk cId="0" sldId="2147483682"/>
            <pc:sldLayoutMk cId="0" sldId="2147483649"/>
          </pc:sldLayoutMkLst>
        </pc:sldLayoutChg>
        <pc:sldLayoutChg chg="del">
          <pc:chgData name="恩宇 周" userId="94a0346fd67a87c6" providerId="LiveId" clId="{BE4F32EA-74DA-4E94-B057-42B34F57E393}" dt="2024-10-24T13:26:19.022" v="385" actId="2696"/>
          <pc:sldLayoutMkLst>
            <pc:docMk/>
            <pc:sldMasterMk cId="0" sldId="2147483682"/>
            <pc:sldLayoutMk cId="0" sldId="2147483654"/>
          </pc:sldLayoutMkLst>
        </pc:sldLayoutChg>
        <pc:sldLayoutChg chg="del">
          <pc:chgData name="恩宇 周" userId="94a0346fd67a87c6" providerId="LiveId" clId="{BE4F32EA-74DA-4E94-B057-42B34F57E393}" dt="2024-10-24T13:26:19.022" v="385" actId="2696"/>
          <pc:sldLayoutMkLst>
            <pc:docMk/>
            <pc:sldMasterMk cId="0" sldId="2147483682"/>
            <pc:sldLayoutMk cId="0" sldId="2147483660"/>
          </pc:sldLayoutMkLst>
        </pc:sldLayoutChg>
        <pc:sldLayoutChg chg="del">
          <pc:chgData name="恩宇 周" userId="94a0346fd67a87c6" providerId="LiveId" clId="{BE4F32EA-74DA-4E94-B057-42B34F57E393}" dt="2024-10-24T13:26:19.022" v="385" actId="2696"/>
          <pc:sldLayoutMkLst>
            <pc:docMk/>
            <pc:sldMasterMk cId="0" sldId="2147483682"/>
            <pc:sldLayoutMk cId="0" sldId="2147483661"/>
          </pc:sldLayoutMkLst>
        </pc:sldLayoutChg>
        <pc:sldLayoutChg chg="del">
          <pc:chgData name="恩宇 周" userId="94a0346fd67a87c6" providerId="LiveId" clId="{BE4F32EA-74DA-4E94-B057-42B34F57E393}" dt="2024-10-24T13:26:19.022" v="385" actId="2696"/>
          <pc:sldLayoutMkLst>
            <pc:docMk/>
            <pc:sldMasterMk cId="0" sldId="2147483682"/>
            <pc:sldLayoutMk cId="0" sldId="2147483675"/>
          </pc:sldLayoutMkLst>
        </pc:sldLayoutChg>
      </pc:sldMasterChg>
    </pc:docChg>
  </pc:docChgLst>
  <pc:docChgLst>
    <pc:chgData name="來賓使用者" providerId="Windows Live" clId="Web-{5094787D-F808-45ED-8919-2A6D2C7BC9CD}"/>
    <pc:docChg chg="sldOrd">
      <pc:chgData name="來賓使用者" userId="" providerId="Windows Live" clId="Web-{5094787D-F808-45ED-8919-2A6D2C7BC9CD}" dt="2024-10-26T03:20:33.109" v="0"/>
      <pc:docMkLst>
        <pc:docMk/>
      </pc:docMkLst>
      <pc:sldChg chg="ord">
        <pc:chgData name="來賓使用者" userId="" providerId="Windows Live" clId="Web-{5094787D-F808-45ED-8919-2A6D2C7BC9CD}" dt="2024-10-26T03:20:33.109" v="0"/>
        <pc:sldMkLst>
          <pc:docMk/>
          <pc:sldMk cId="2640306237" sldId="315"/>
        </pc:sldMkLst>
      </pc:sldChg>
    </pc:docChg>
  </pc:docChgLst>
  <pc:docChgLst>
    <pc:chgData name="來賓使用者" providerId="Windows Live" clId="Web-{6583FC0B-F313-46E7-BF55-B5565A4D1151}"/>
    <pc:docChg chg="delSld modSection">
      <pc:chgData name="來賓使用者" userId="" providerId="Windows Live" clId="Web-{6583FC0B-F313-46E7-BF55-B5565A4D1151}" dt="2024-10-24T02:58:48.657" v="0"/>
      <pc:docMkLst>
        <pc:docMk/>
      </pc:docMkLst>
      <pc:sldChg chg="del">
        <pc:chgData name="來賓使用者" userId="" providerId="Windows Live" clId="Web-{6583FC0B-F313-46E7-BF55-B5565A4D1151}" dt="2024-10-24T02:58:48.657" v="0"/>
        <pc:sldMkLst>
          <pc:docMk/>
          <pc:sldMk cId="2056520302" sldId="316"/>
        </pc:sldMkLst>
      </pc:sldChg>
    </pc:docChg>
  </pc:docChgLst>
  <pc:docChgLst>
    <pc:chgData name="童 柏祐" userId="96ec982c9487db57" providerId="Windows Live" clId="Web-{FC008571-4B77-4E4D-8D0B-DC3984DF9256}"/>
    <pc:docChg chg="sldOrd">
      <pc:chgData name="童 柏祐" userId="96ec982c9487db57" providerId="Windows Live" clId="Web-{FC008571-4B77-4E4D-8D0B-DC3984DF9256}" dt="2024-10-24T02:24:07.438" v="0"/>
      <pc:docMkLst>
        <pc:docMk/>
      </pc:docMkLst>
      <pc:sldChg chg="ord">
        <pc:chgData name="童 柏祐" userId="96ec982c9487db57" providerId="Windows Live" clId="Web-{FC008571-4B77-4E4D-8D0B-DC3984DF9256}" dt="2024-10-24T02:24:07.438" v="0"/>
        <pc:sldMkLst>
          <pc:docMk/>
          <pc:sldMk cId="2056520302" sldId="316"/>
        </pc:sldMkLst>
      </pc:sldChg>
    </pc:docChg>
  </pc:docChgLst>
  <pc:docChgLst>
    <pc:chgData name="范 雨茜" userId="d22cff689acc5f05" providerId="Windows Live" clId="Web-{CEE76CF0-EF6E-47EF-AB22-D8CBD392F3C0}"/>
    <pc:docChg chg="modSld">
      <pc:chgData name="范 雨茜" userId="d22cff689acc5f05" providerId="Windows Live" clId="Web-{CEE76CF0-EF6E-47EF-AB22-D8CBD392F3C0}" dt="2024-10-25T15:08:16.694" v="3" actId="1076"/>
      <pc:docMkLst>
        <pc:docMk/>
      </pc:docMkLst>
      <pc:sldChg chg="modSp">
        <pc:chgData name="范 雨茜" userId="d22cff689acc5f05" providerId="Windows Live" clId="Web-{CEE76CF0-EF6E-47EF-AB22-D8CBD392F3C0}" dt="2024-10-25T15:08:16.694" v="3" actId="1076"/>
        <pc:sldMkLst>
          <pc:docMk/>
          <pc:sldMk cId="1818347558" sldId="318"/>
        </pc:sldMkLst>
        <pc:spChg chg="mod">
          <ac:chgData name="范 雨茜" userId="d22cff689acc5f05" providerId="Windows Live" clId="Web-{CEE76CF0-EF6E-47EF-AB22-D8CBD392F3C0}" dt="2024-10-25T15:08:16.694" v="3" actId="1076"/>
          <ac:spMkLst>
            <pc:docMk/>
            <pc:sldMk cId="1818347558" sldId="318"/>
            <ac:spMk id="760" creationId="{D244C281-0A86-E0EB-F7BA-EB4543CFA24B}"/>
          </ac:spMkLst>
        </pc:spChg>
        <pc:spChg chg="mod">
          <ac:chgData name="范 雨茜" userId="d22cff689acc5f05" providerId="Windows Live" clId="Web-{CEE76CF0-EF6E-47EF-AB22-D8CBD392F3C0}" dt="2024-10-25T15:07:49.006" v="1" actId="1076"/>
          <ac:spMkLst>
            <pc:docMk/>
            <pc:sldMk cId="1818347558" sldId="318"/>
            <ac:spMk id="761" creationId="{136F2701-1E54-E96B-2214-D62290BC82AB}"/>
          </ac:spMkLst>
        </pc:spChg>
      </pc:sldChg>
    </pc:docChg>
  </pc:docChgLst>
  <pc:docChgLst>
    <pc:chgData name="Jessie Yen" userId="4a9c913d99f18c0a" providerId="LiveId" clId="{56EB8FD7-85ED-4E20-A931-65888AF589AC}"/>
    <pc:docChg chg="undo redo custSel addSld delSld modSld sldOrd addSection delSection modSection">
      <pc:chgData name="Jessie Yen" userId="4a9c913d99f18c0a" providerId="LiveId" clId="{56EB8FD7-85ED-4E20-A931-65888AF589AC}" dt="2024-10-24T15:32:58.526" v="2137" actId="20577"/>
      <pc:docMkLst>
        <pc:docMk/>
      </pc:docMkLst>
      <pc:sldChg chg="modSp mod">
        <pc:chgData name="Jessie Yen" userId="4a9c913d99f18c0a" providerId="LiveId" clId="{56EB8FD7-85ED-4E20-A931-65888AF589AC}" dt="2024-10-23T18:07:00.340" v="1640" actId="1038"/>
        <pc:sldMkLst>
          <pc:docMk/>
          <pc:sldMk cId="0" sldId="256"/>
        </pc:sldMkLst>
        <pc:spChg chg="mod">
          <ac:chgData name="Jessie Yen" userId="4a9c913d99f18c0a" providerId="LiveId" clId="{56EB8FD7-85ED-4E20-A931-65888AF589AC}" dt="2024-10-23T18:07:00.340" v="1640" actId="1038"/>
          <ac:spMkLst>
            <pc:docMk/>
            <pc:sldMk cId="0" sldId="256"/>
            <ac:spMk id="433" creationId="{00000000-0000-0000-0000-000000000000}"/>
          </ac:spMkLst>
        </pc:spChg>
        <pc:spChg chg="mod">
          <ac:chgData name="Jessie Yen" userId="4a9c913d99f18c0a" providerId="LiveId" clId="{56EB8FD7-85ED-4E20-A931-65888AF589AC}" dt="2024-10-23T16:27:52.958" v="814" actId="1076"/>
          <ac:spMkLst>
            <pc:docMk/>
            <pc:sldMk cId="0" sldId="256"/>
            <ac:spMk id="434" creationId="{00000000-0000-0000-0000-000000000000}"/>
          </ac:spMkLst>
        </pc:spChg>
        <pc:cxnChg chg="mod">
          <ac:chgData name="Jessie Yen" userId="4a9c913d99f18c0a" providerId="LiveId" clId="{56EB8FD7-85ED-4E20-A931-65888AF589AC}" dt="2024-10-23T16:27:52.958" v="814" actId="1076"/>
          <ac:cxnSpMkLst>
            <pc:docMk/>
            <pc:sldMk cId="0" sldId="256"/>
            <ac:cxnSpMk id="657" creationId="{00000000-0000-0000-0000-000000000000}"/>
          </ac:cxnSpMkLst>
        </pc:cxnChg>
      </pc:sldChg>
      <pc:sldChg chg="mod modShow">
        <pc:chgData name="Jessie Yen" userId="4a9c913d99f18c0a" providerId="LiveId" clId="{56EB8FD7-85ED-4E20-A931-65888AF589AC}" dt="2024-10-23T18:06:39.052" v="1634" actId="729"/>
        <pc:sldMkLst>
          <pc:docMk/>
          <pc:sldMk cId="0" sldId="258"/>
        </pc:sldMkLst>
      </pc:sldChg>
      <pc:sldChg chg="delSp mod ord modShow">
        <pc:chgData name="Jessie Yen" userId="4a9c913d99f18c0a" providerId="LiveId" clId="{56EB8FD7-85ED-4E20-A931-65888AF589AC}" dt="2024-10-23T18:06:23.471" v="1629" actId="729"/>
        <pc:sldMkLst>
          <pc:docMk/>
          <pc:sldMk cId="0" sldId="260"/>
        </pc:sldMkLst>
        <pc:spChg chg="del">
          <ac:chgData name="Jessie Yen" userId="4a9c913d99f18c0a" providerId="LiveId" clId="{56EB8FD7-85ED-4E20-A931-65888AF589AC}" dt="2024-10-23T15:27:23.880" v="441" actId="478"/>
          <ac:spMkLst>
            <pc:docMk/>
            <pc:sldMk cId="0" sldId="260"/>
            <ac:spMk id="911" creationId="{00000000-0000-0000-0000-000000000000}"/>
          </ac:spMkLst>
        </pc:spChg>
      </pc:sldChg>
      <pc:sldChg chg="addSp delSp modSp mod modNotesTx">
        <pc:chgData name="Jessie Yen" userId="4a9c913d99f18c0a" providerId="LiveId" clId="{56EB8FD7-85ED-4E20-A931-65888AF589AC}" dt="2024-10-23T17:21:50.793" v="1119" actId="20577"/>
        <pc:sldMkLst>
          <pc:docMk/>
          <pc:sldMk cId="0" sldId="263"/>
        </pc:sldMkLst>
        <pc:spChg chg="add mod">
          <ac:chgData name="Jessie Yen" userId="4a9c913d99f18c0a" providerId="LiveId" clId="{56EB8FD7-85ED-4E20-A931-65888AF589AC}" dt="2024-10-23T16:23:10.066" v="780" actId="1036"/>
          <ac:spMkLst>
            <pc:docMk/>
            <pc:sldMk cId="0" sldId="263"/>
            <ac:spMk id="3" creationId="{445DE705-F7AB-FB06-7965-1F78112921A6}"/>
          </ac:spMkLst>
        </pc:spChg>
        <pc:spChg chg="add del mod">
          <ac:chgData name="Jessie Yen" userId="4a9c913d99f18c0a" providerId="LiveId" clId="{56EB8FD7-85ED-4E20-A931-65888AF589AC}" dt="2024-10-23T14:42:19.988" v="34" actId="478"/>
          <ac:spMkLst>
            <pc:docMk/>
            <pc:sldMk cId="0" sldId="263"/>
            <ac:spMk id="5" creationId="{CBB2A8ED-78B7-D31E-CF34-C06BA6066136}"/>
          </ac:spMkLst>
        </pc:spChg>
        <pc:spChg chg="del">
          <ac:chgData name="Jessie Yen" userId="4a9c913d99f18c0a" providerId="LiveId" clId="{56EB8FD7-85ED-4E20-A931-65888AF589AC}" dt="2024-10-23T14:42:18.508" v="33" actId="478"/>
          <ac:spMkLst>
            <pc:docMk/>
            <pc:sldMk cId="0" sldId="263"/>
            <ac:spMk id="1302" creationId="{00000000-0000-0000-0000-000000000000}"/>
          </ac:spMkLst>
        </pc:spChg>
        <pc:spChg chg="del">
          <ac:chgData name="Jessie Yen" userId="4a9c913d99f18c0a" providerId="LiveId" clId="{56EB8FD7-85ED-4E20-A931-65888AF589AC}" dt="2024-10-23T14:41:31.400" v="27" actId="478"/>
          <ac:spMkLst>
            <pc:docMk/>
            <pc:sldMk cId="0" sldId="263"/>
            <ac:spMk id="1305" creationId="{00000000-0000-0000-0000-000000000000}"/>
          </ac:spMkLst>
        </pc:spChg>
        <pc:spChg chg="mod">
          <ac:chgData name="Jessie Yen" userId="4a9c913d99f18c0a" providerId="LiveId" clId="{56EB8FD7-85ED-4E20-A931-65888AF589AC}" dt="2024-10-23T14:45:07.879" v="57" actId="1076"/>
          <ac:spMkLst>
            <pc:docMk/>
            <pc:sldMk cId="0" sldId="263"/>
            <ac:spMk id="1306" creationId="{00000000-0000-0000-0000-000000000000}"/>
          </ac:spMkLst>
        </pc:spChg>
        <pc:spChg chg="del mod">
          <ac:chgData name="Jessie Yen" userId="4a9c913d99f18c0a" providerId="LiveId" clId="{56EB8FD7-85ED-4E20-A931-65888AF589AC}" dt="2024-10-23T14:44:34.448" v="48" actId="478"/>
          <ac:spMkLst>
            <pc:docMk/>
            <pc:sldMk cId="0" sldId="263"/>
            <ac:spMk id="1307" creationId="{00000000-0000-0000-0000-000000000000}"/>
          </ac:spMkLst>
        </pc:spChg>
        <pc:spChg chg="del mod">
          <ac:chgData name="Jessie Yen" userId="4a9c913d99f18c0a" providerId="LiveId" clId="{56EB8FD7-85ED-4E20-A931-65888AF589AC}" dt="2024-10-23T14:44:34.448" v="48" actId="478"/>
          <ac:spMkLst>
            <pc:docMk/>
            <pc:sldMk cId="0" sldId="263"/>
            <ac:spMk id="1308" creationId="{00000000-0000-0000-0000-000000000000}"/>
          </ac:spMkLst>
        </pc:spChg>
        <pc:spChg chg="del mod">
          <ac:chgData name="Jessie Yen" userId="4a9c913d99f18c0a" providerId="LiveId" clId="{56EB8FD7-85ED-4E20-A931-65888AF589AC}" dt="2024-10-23T14:44:34.448" v="48" actId="478"/>
          <ac:spMkLst>
            <pc:docMk/>
            <pc:sldMk cId="0" sldId="263"/>
            <ac:spMk id="1309" creationId="{00000000-0000-0000-0000-000000000000}"/>
          </ac:spMkLst>
        </pc:spChg>
        <pc:grpChg chg="del mod">
          <ac:chgData name="Jessie Yen" userId="4a9c913d99f18c0a" providerId="LiveId" clId="{56EB8FD7-85ED-4E20-A931-65888AF589AC}" dt="2024-10-23T14:44:34.448" v="48" actId="478"/>
          <ac:grpSpMkLst>
            <pc:docMk/>
            <pc:sldMk cId="0" sldId="263"/>
            <ac:grpSpMk id="1310" creationId="{00000000-0000-0000-0000-000000000000}"/>
          </ac:grpSpMkLst>
        </pc:grpChg>
      </pc:sldChg>
      <pc:sldChg chg="mod modShow">
        <pc:chgData name="Jessie Yen" userId="4a9c913d99f18c0a" providerId="LiveId" clId="{56EB8FD7-85ED-4E20-A931-65888AF589AC}" dt="2024-10-23T18:06:37.260" v="1633" actId="729"/>
        <pc:sldMkLst>
          <pc:docMk/>
          <pc:sldMk cId="0" sldId="268"/>
        </pc:sldMkLst>
      </pc:sldChg>
      <pc:sldChg chg="mod ord modShow">
        <pc:chgData name="Jessie Yen" userId="4a9c913d99f18c0a" providerId="LiveId" clId="{56EB8FD7-85ED-4E20-A931-65888AF589AC}" dt="2024-10-23T18:06:34.027" v="1632" actId="729"/>
        <pc:sldMkLst>
          <pc:docMk/>
          <pc:sldMk cId="0" sldId="269"/>
        </pc:sldMkLst>
      </pc:sldChg>
      <pc:sldChg chg="mod modShow">
        <pc:chgData name="Jessie Yen" userId="4a9c913d99f18c0a" providerId="LiveId" clId="{56EB8FD7-85ED-4E20-A931-65888AF589AC}" dt="2024-10-23T18:06:31.922" v="1631" actId="729"/>
        <pc:sldMkLst>
          <pc:docMk/>
          <pc:sldMk cId="0" sldId="271"/>
        </pc:sldMkLst>
      </pc:sldChg>
      <pc:sldChg chg="mod modShow">
        <pc:chgData name="Jessie Yen" userId="4a9c913d99f18c0a" providerId="LiveId" clId="{56EB8FD7-85ED-4E20-A931-65888AF589AC}" dt="2024-10-23T18:06:44.131" v="1636" actId="729"/>
        <pc:sldMkLst>
          <pc:docMk/>
          <pc:sldMk cId="0" sldId="276"/>
        </pc:sldMkLst>
      </pc:sldChg>
      <pc:sldChg chg="addSp delSp modSp mod">
        <pc:chgData name="Jessie Yen" userId="4a9c913d99f18c0a" providerId="LiveId" clId="{56EB8FD7-85ED-4E20-A931-65888AF589AC}" dt="2024-10-23T16:46:10.933" v="869" actId="1076"/>
        <pc:sldMkLst>
          <pc:docMk/>
          <pc:sldMk cId="0" sldId="290"/>
        </pc:sldMkLst>
        <pc:spChg chg="add del mod">
          <ac:chgData name="Jessie Yen" userId="4a9c913d99f18c0a" providerId="LiveId" clId="{56EB8FD7-85ED-4E20-A931-65888AF589AC}" dt="2024-10-23T16:45:37.870" v="863" actId="478"/>
          <ac:spMkLst>
            <pc:docMk/>
            <pc:sldMk cId="0" sldId="290"/>
            <ac:spMk id="3" creationId="{25C358CD-73DE-6E13-4EA2-C9B27D02440F}"/>
          </ac:spMkLst>
        </pc:spChg>
        <pc:spChg chg="add mod">
          <ac:chgData name="Jessie Yen" userId="4a9c913d99f18c0a" providerId="LiveId" clId="{56EB8FD7-85ED-4E20-A931-65888AF589AC}" dt="2024-10-23T16:46:06.023" v="868" actId="2085"/>
          <ac:spMkLst>
            <pc:docMk/>
            <pc:sldMk cId="0" sldId="290"/>
            <ac:spMk id="4" creationId="{7E39E4CD-E6EE-B22F-F80F-BD73DE9C005C}"/>
          </ac:spMkLst>
        </pc:spChg>
        <pc:spChg chg="mod">
          <ac:chgData name="Jessie Yen" userId="4a9c913d99f18c0a" providerId="LiveId" clId="{56EB8FD7-85ED-4E20-A931-65888AF589AC}" dt="2024-10-23T16:46:10.933" v="869" actId="1076"/>
          <ac:spMkLst>
            <pc:docMk/>
            <pc:sldMk cId="0" sldId="290"/>
            <ac:spMk id="2609" creationId="{00000000-0000-0000-0000-000000000000}"/>
          </ac:spMkLst>
        </pc:spChg>
        <pc:spChg chg="del">
          <ac:chgData name="Jessie Yen" userId="4a9c913d99f18c0a" providerId="LiveId" clId="{56EB8FD7-85ED-4E20-A931-65888AF589AC}" dt="2024-10-23T16:45:35.978" v="862" actId="478"/>
          <ac:spMkLst>
            <pc:docMk/>
            <pc:sldMk cId="0" sldId="290"/>
            <ac:spMk id="2610" creationId="{00000000-0000-0000-0000-000000000000}"/>
          </ac:spMkLst>
        </pc:spChg>
        <pc:spChg chg="del">
          <ac:chgData name="Jessie Yen" userId="4a9c913d99f18c0a" providerId="LiveId" clId="{56EB8FD7-85ED-4E20-A931-65888AF589AC}" dt="2024-10-23T16:45:41.762" v="864" actId="478"/>
          <ac:spMkLst>
            <pc:docMk/>
            <pc:sldMk cId="0" sldId="290"/>
            <ac:spMk id="2611" creationId="{00000000-0000-0000-0000-000000000000}"/>
          </ac:spMkLst>
        </pc:spChg>
      </pc:sldChg>
      <pc:sldChg chg="mod modShow">
        <pc:chgData name="Jessie Yen" userId="4a9c913d99f18c0a" providerId="LiveId" clId="{56EB8FD7-85ED-4E20-A931-65888AF589AC}" dt="2024-10-23T18:06:41.172" v="1635" actId="729"/>
        <pc:sldMkLst>
          <pc:docMk/>
          <pc:sldMk cId="1343677350" sldId="312"/>
        </pc:sldMkLst>
      </pc:sldChg>
      <pc:sldChg chg="addSp delSp modSp add mod ord modShow modNotesTx">
        <pc:chgData name="Jessie Yen" userId="4a9c913d99f18c0a" providerId="LiveId" clId="{56EB8FD7-85ED-4E20-A931-65888AF589AC}" dt="2024-10-24T15:16:07.116" v="1896" actId="729"/>
        <pc:sldMkLst>
          <pc:docMk/>
          <pc:sldMk cId="3943860863" sldId="313"/>
        </pc:sldMkLst>
        <pc:spChg chg="add del mod">
          <ac:chgData name="Jessie Yen" userId="4a9c913d99f18c0a" providerId="LiveId" clId="{56EB8FD7-85ED-4E20-A931-65888AF589AC}" dt="2024-10-23T16:56:48.099" v="920" actId="478"/>
          <ac:spMkLst>
            <pc:docMk/>
            <pc:sldMk cId="3943860863" sldId="313"/>
            <ac:spMk id="5" creationId="{0B403DE4-A004-34AE-9136-438C37DF7181}"/>
          </ac:spMkLst>
        </pc:spChg>
        <pc:spChg chg="add mod">
          <ac:chgData name="Jessie Yen" userId="4a9c913d99f18c0a" providerId="LiveId" clId="{56EB8FD7-85ED-4E20-A931-65888AF589AC}" dt="2024-10-23T17:07:28.158" v="1042" actId="1036"/>
          <ac:spMkLst>
            <pc:docMk/>
            <pc:sldMk cId="3943860863" sldId="313"/>
            <ac:spMk id="6" creationId="{B51AE834-03A8-E41F-E40E-57EBBD557519}"/>
          </ac:spMkLst>
        </pc:spChg>
        <pc:spChg chg="del">
          <ac:chgData name="Jessie Yen" userId="4a9c913d99f18c0a" providerId="LiveId" clId="{56EB8FD7-85ED-4E20-A931-65888AF589AC}" dt="2024-10-23T16:56:46.538" v="919" actId="478"/>
          <ac:spMkLst>
            <pc:docMk/>
            <pc:sldMk cId="3943860863" sldId="313"/>
            <ac:spMk id="1302" creationId="{56DBB777-B7B6-F5BB-5D12-CDF0D4739932}"/>
          </ac:spMkLst>
        </pc:spChg>
        <pc:spChg chg="mod">
          <ac:chgData name="Jessie Yen" userId="4a9c913d99f18c0a" providerId="LiveId" clId="{56EB8FD7-85ED-4E20-A931-65888AF589AC}" dt="2024-10-23T18:15:45.825" v="1689" actId="1076"/>
          <ac:spMkLst>
            <pc:docMk/>
            <pc:sldMk cId="3943860863" sldId="313"/>
            <ac:spMk id="1305" creationId="{00A040F8-6983-53A6-CAF6-BA91D0EA76FD}"/>
          </ac:spMkLst>
        </pc:spChg>
        <pc:spChg chg="mod">
          <ac:chgData name="Jessie Yen" userId="4a9c913d99f18c0a" providerId="LiveId" clId="{56EB8FD7-85ED-4E20-A931-65888AF589AC}" dt="2024-10-23T18:15:55.225" v="1690" actId="1076"/>
          <ac:spMkLst>
            <pc:docMk/>
            <pc:sldMk cId="3943860863" sldId="313"/>
            <ac:spMk id="1306" creationId="{D1BF3856-026F-95D7-5487-3D4B76A249BA}"/>
          </ac:spMkLst>
        </pc:spChg>
        <pc:spChg chg="mod">
          <ac:chgData name="Jessie Yen" userId="4a9c913d99f18c0a" providerId="LiveId" clId="{56EB8FD7-85ED-4E20-A931-65888AF589AC}" dt="2024-10-23T17:07:32.587" v="1044" actId="1035"/>
          <ac:spMkLst>
            <pc:docMk/>
            <pc:sldMk cId="3943860863" sldId="313"/>
            <ac:spMk id="1307" creationId="{E614D6AA-14EE-615C-86D5-18BE5EF198E5}"/>
          </ac:spMkLst>
        </pc:spChg>
        <pc:spChg chg="mod">
          <ac:chgData name="Jessie Yen" userId="4a9c913d99f18c0a" providerId="LiveId" clId="{56EB8FD7-85ED-4E20-A931-65888AF589AC}" dt="2024-10-23T17:07:32.587" v="1044" actId="1035"/>
          <ac:spMkLst>
            <pc:docMk/>
            <pc:sldMk cId="3943860863" sldId="313"/>
            <ac:spMk id="1308" creationId="{5D389102-0D41-00BE-A562-829364DC8D09}"/>
          </ac:spMkLst>
        </pc:spChg>
        <pc:spChg chg="mod">
          <ac:chgData name="Jessie Yen" userId="4a9c913d99f18c0a" providerId="LiveId" clId="{56EB8FD7-85ED-4E20-A931-65888AF589AC}" dt="2024-10-23T17:07:32.587" v="1044" actId="1035"/>
          <ac:spMkLst>
            <pc:docMk/>
            <pc:sldMk cId="3943860863" sldId="313"/>
            <ac:spMk id="1309" creationId="{7E2AE216-5657-B999-C377-0681429F18B5}"/>
          </ac:spMkLst>
        </pc:spChg>
        <pc:grpChg chg="mod">
          <ac:chgData name="Jessie Yen" userId="4a9c913d99f18c0a" providerId="LiveId" clId="{56EB8FD7-85ED-4E20-A931-65888AF589AC}" dt="2024-10-23T17:07:32.587" v="1044" actId="1035"/>
          <ac:grpSpMkLst>
            <pc:docMk/>
            <pc:sldMk cId="3943860863" sldId="313"/>
            <ac:grpSpMk id="1310" creationId="{591AA57F-78D8-2481-CE90-2D038C80463F}"/>
          </ac:grpSpMkLst>
        </pc:grpChg>
        <pc:graphicFrameChg chg="add del mod modGraphic">
          <ac:chgData name="Jessie Yen" userId="4a9c913d99f18c0a" providerId="LiveId" clId="{56EB8FD7-85ED-4E20-A931-65888AF589AC}" dt="2024-10-23T16:45:18.375" v="861" actId="478"/>
          <ac:graphicFrameMkLst>
            <pc:docMk/>
            <pc:sldMk cId="3943860863" sldId="313"/>
            <ac:graphicFrameMk id="3" creationId="{C4A19ED7-7214-45CB-A138-A507D2661586}"/>
          </ac:graphicFrameMkLst>
        </pc:graphicFrameChg>
      </pc:sldChg>
      <pc:sldChg chg="addSp delSp modSp add mod ord modNotesTx">
        <pc:chgData name="Jessie Yen" userId="4a9c913d99f18c0a" providerId="LiveId" clId="{56EB8FD7-85ED-4E20-A931-65888AF589AC}" dt="2024-10-24T15:26:34.053" v="2131" actId="20577"/>
        <pc:sldMkLst>
          <pc:docMk/>
          <pc:sldMk cId="2790307579" sldId="314"/>
        </pc:sldMkLst>
        <pc:spChg chg="add del mod">
          <ac:chgData name="Jessie Yen" userId="4a9c913d99f18c0a" providerId="LiveId" clId="{56EB8FD7-85ED-4E20-A931-65888AF589AC}" dt="2024-10-24T15:14:18.578" v="1889" actId="478"/>
          <ac:spMkLst>
            <pc:docMk/>
            <pc:sldMk cId="2790307579" sldId="314"/>
            <ac:spMk id="2" creationId="{B8F6AD35-8D28-9946-74D6-1015BB1DC8BF}"/>
          </ac:spMkLst>
        </pc:spChg>
        <pc:spChg chg="del mod">
          <ac:chgData name="Jessie Yen" userId="4a9c913d99f18c0a" providerId="LiveId" clId="{56EB8FD7-85ED-4E20-A931-65888AF589AC}" dt="2024-10-23T14:45:36.313" v="82" actId="478"/>
          <ac:spMkLst>
            <pc:docMk/>
            <pc:sldMk cId="2790307579" sldId="314"/>
            <ac:spMk id="3" creationId="{3BC15445-1C08-E10D-59A1-4BB13A720F73}"/>
          </ac:spMkLst>
        </pc:spChg>
        <pc:spChg chg="mod">
          <ac:chgData name="Jessie Yen" userId="4a9c913d99f18c0a" providerId="LiveId" clId="{56EB8FD7-85ED-4E20-A931-65888AF589AC}" dt="2024-10-24T15:15:01.338" v="1892"/>
          <ac:spMkLst>
            <pc:docMk/>
            <pc:sldMk cId="2790307579" sldId="314"/>
            <ac:spMk id="4" creationId="{AFD18369-D019-CEE9-C92D-C78282986D4A}"/>
          </ac:spMkLst>
        </pc:spChg>
        <pc:spChg chg="mod">
          <ac:chgData name="Jessie Yen" userId="4a9c913d99f18c0a" providerId="LiveId" clId="{56EB8FD7-85ED-4E20-A931-65888AF589AC}" dt="2024-10-24T15:15:01.338" v="1892"/>
          <ac:spMkLst>
            <pc:docMk/>
            <pc:sldMk cId="2790307579" sldId="314"/>
            <ac:spMk id="5" creationId="{2A9A9D66-0208-1A91-48E8-DD931836B2BF}"/>
          </ac:spMkLst>
        </pc:spChg>
        <pc:spChg chg="add del mod">
          <ac:chgData name="Jessie Yen" userId="4a9c913d99f18c0a" providerId="LiveId" clId="{56EB8FD7-85ED-4E20-A931-65888AF589AC}" dt="2024-10-23T14:45:39.514" v="83" actId="478"/>
          <ac:spMkLst>
            <pc:docMk/>
            <pc:sldMk cId="2790307579" sldId="314"/>
            <ac:spMk id="5" creationId="{7678B6D3-6B39-3D29-12A5-5826680D3590}"/>
          </ac:spMkLst>
        </pc:spChg>
        <pc:spChg chg="add mod">
          <ac:chgData name="Jessie Yen" userId="4a9c913d99f18c0a" providerId="LiveId" clId="{56EB8FD7-85ED-4E20-A931-65888AF589AC}" dt="2024-10-23T14:47:21.279" v="132"/>
          <ac:spMkLst>
            <pc:docMk/>
            <pc:sldMk cId="2790307579" sldId="314"/>
            <ac:spMk id="6" creationId="{B0BD740C-473C-6F30-58E4-937F1AAD465A}"/>
          </ac:spMkLst>
        </pc:spChg>
        <pc:spChg chg="mod">
          <ac:chgData name="Jessie Yen" userId="4a9c913d99f18c0a" providerId="LiveId" clId="{56EB8FD7-85ED-4E20-A931-65888AF589AC}" dt="2024-10-24T15:15:01.338" v="1892"/>
          <ac:spMkLst>
            <pc:docMk/>
            <pc:sldMk cId="2790307579" sldId="314"/>
            <ac:spMk id="6" creationId="{DC91BC08-649F-12CD-BB0D-0E5F153D0ECF}"/>
          </ac:spMkLst>
        </pc:spChg>
        <pc:spChg chg="mod">
          <ac:chgData name="Jessie Yen" userId="4a9c913d99f18c0a" providerId="LiveId" clId="{56EB8FD7-85ED-4E20-A931-65888AF589AC}" dt="2024-10-24T15:15:01.338" v="1892"/>
          <ac:spMkLst>
            <pc:docMk/>
            <pc:sldMk cId="2790307579" sldId="314"/>
            <ac:spMk id="7" creationId="{4224903D-0E81-97AC-27D0-CF885F733B5A}"/>
          </ac:spMkLst>
        </pc:spChg>
        <pc:spChg chg="mod">
          <ac:chgData name="Jessie Yen" userId="4a9c913d99f18c0a" providerId="LiveId" clId="{56EB8FD7-85ED-4E20-A931-65888AF589AC}" dt="2024-10-24T15:15:01.338" v="1892"/>
          <ac:spMkLst>
            <pc:docMk/>
            <pc:sldMk cId="2790307579" sldId="314"/>
            <ac:spMk id="8" creationId="{2A88F58E-9138-0447-074E-F9FD3676116F}"/>
          </ac:spMkLst>
        </pc:spChg>
        <pc:spChg chg="mod">
          <ac:chgData name="Jessie Yen" userId="4a9c913d99f18c0a" providerId="LiveId" clId="{56EB8FD7-85ED-4E20-A931-65888AF589AC}" dt="2024-10-24T15:15:01.338" v="1892"/>
          <ac:spMkLst>
            <pc:docMk/>
            <pc:sldMk cId="2790307579" sldId="314"/>
            <ac:spMk id="9" creationId="{B83DF88C-878B-227A-CD71-D1D55D1818DA}"/>
          </ac:spMkLst>
        </pc:spChg>
        <pc:spChg chg="mod">
          <ac:chgData name="Jessie Yen" userId="4a9c913d99f18c0a" providerId="LiveId" clId="{56EB8FD7-85ED-4E20-A931-65888AF589AC}" dt="2024-10-24T15:15:01.338" v="1892"/>
          <ac:spMkLst>
            <pc:docMk/>
            <pc:sldMk cId="2790307579" sldId="314"/>
            <ac:spMk id="10" creationId="{280A346A-4A97-32D4-D7BD-15C1B517E95D}"/>
          </ac:spMkLst>
        </pc:spChg>
        <pc:spChg chg="mod">
          <ac:chgData name="Jessie Yen" userId="4a9c913d99f18c0a" providerId="LiveId" clId="{56EB8FD7-85ED-4E20-A931-65888AF589AC}" dt="2024-10-24T15:15:01.338" v="1892"/>
          <ac:spMkLst>
            <pc:docMk/>
            <pc:sldMk cId="2790307579" sldId="314"/>
            <ac:spMk id="11" creationId="{B4410B72-B43E-20BD-866E-60C261273DD1}"/>
          </ac:spMkLst>
        </pc:spChg>
        <pc:spChg chg="mod">
          <ac:chgData name="Jessie Yen" userId="4a9c913d99f18c0a" providerId="LiveId" clId="{56EB8FD7-85ED-4E20-A931-65888AF589AC}" dt="2024-10-24T15:15:01.338" v="1892"/>
          <ac:spMkLst>
            <pc:docMk/>
            <pc:sldMk cId="2790307579" sldId="314"/>
            <ac:spMk id="12" creationId="{FF549FC5-6D40-38D2-7EF7-DBD20E09C783}"/>
          </ac:spMkLst>
        </pc:spChg>
        <pc:spChg chg="mod">
          <ac:chgData name="Jessie Yen" userId="4a9c913d99f18c0a" providerId="LiveId" clId="{56EB8FD7-85ED-4E20-A931-65888AF589AC}" dt="2024-10-24T15:15:01.338" v="1892"/>
          <ac:spMkLst>
            <pc:docMk/>
            <pc:sldMk cId="2790307579" sldId="314"/>
            <ac:spMk id="13" creationId="{6F59C5E5-FB31-A12E-7E2C-896961B602F8}"/>
          </ac:spMkLst>
        </pc:spChg>
        <pc:spChg chg="mod">
          <ac:chgData name="Jessie Yen" userId="4a9c913d99f18c0a" providerId="LiveId" clId="{56EB8FD7-85ED-4E20-A931-65888AF589AC}" dt="2024-10-24T15:15:01.338" v="1892"/>
          <ac:spMkLst>
            <pc:docMk/>
            <pc:sldMk cId="2790307579" sldId="314"/>
            <ac:spMk id="14" creationId="{13F296C0-0FB7-61C4-E9AB-FF68DBDDB222}"/>
          </ac:spMkLst>
        </pc:spChg>
        <pc:spChg chg="mod">
          <ac:chgData name="Jessie Yen" userId="4a9c913d99f18c0a" providerId="LiveId" clId="{56EB8FD7-85ED-4E20-A931-65888AF589AC}" dt="2024-10-24T15:15:01.338" v="1892"/>
          <ac:spMkLst>
            <pc:docMk/>
            <pc:sldMk cId="2790307579" sldId="314"/>
            <ac:spMk id="15" creationId="{AE87C0FF-E28F-6F8C-1BFA-DA2907BE1431}"/>
          </ac:spMkLst>
        </pc:spChg>
        <pc:spChg chg="mod">
          <ac:chgData name="Jessie Yen" userId="4a9c913d99f18c0a" providerId="LiveId" clId="{56EB8FD7-85ED-4E20-A931-65888AF589AC}" dt="2024-10-24T15:15:01.338" v="1892"/>
          <ac:spMkLst>
            <pc:docMk/>
            <pc:sldMk cId="2790307579" sldId="314"/>
            <ac:spMk id="16" creationId="{2708D2B2-FFE1-9783-2A66-991356DE8AF5}"/>
          </ac:spMkLst>
        </pc:spChg>
        <pc:spChg chg="mod">
          <ac:chgData name="Jessie Yen" userId="4a9c913d99f18c0a" providerId="LiveId" clId="{56EB8FD7-85ED-4E20-A931-65888AF589AC}" dt="2024-10-24T15:15:01.338" v="1892"/>
          <ac:spMkLst>
            <pc:docMk/>
            <pc:sldMk cId="2790307579" sldId="314"/>
            <ac:spMk id="17" creationId="{52A96503-0BAC-DCE9-0CF5-796902CA2905}"/>
          </ac:spMkLst>
        </pc:spChg>
        <pc:spChg chg="mod">
          <ac:chgData name="Jessie Yen" userId="4a9c913d99f18c0a" providerId="LiveId" clId="{56EB8FD7-85ED-4E20-A931-65888AF589AC}" dt="2024-10-24T15:15:01.338" v="1892"/>
          <ac:spMkLst>
            <pc:docMk/>
            <pc:sldMk cId="2790307579" sldId="314"/>
            <ac:spMk id="18" creationId="{C516D9C9-57F3-CA9C-E75E-0D618020DEBB}"/>
          </ac:spMkLst>
        </pc:spChg>
        <pc:spChg chg="mod">
          <ac:chgData name="Jessie Yen" userId="4a9c913d99f18c0a" providerId="LiveId" clId="{56EB8FD7-85ED-4E20-A931-65888AF589AC}" dt="2024-10-24T15:15:01.338" v="1892"/>
          <ac:spMkLst>
            <pc:docMk/>
            <pc:sldMk cId="2790307579" sldId="314"/>
            <ac:spMk id="19" creationId="{0F5E8242-5565-282B-387A-0CA5C233FA63}"/>
          </ac:spMkLst>
        </pc:spChg>
        <pc:spChg chg="mod">
          <ac:chgData name="Jessie Yen" userId="4a9c913d99f18c0a" providerId="LiveId" clId="{56EB8FD7-85ED-4E20-A931-65888AF589AC}" dt="2024-10-24T15:15:01.338" v="1892"/>
          <ac:spMkLst>
            <pc:docMk/>
            <pc:sldMk cId="2790307579" sldId="314"/>
            <ac:spMk id="20" creationId="{3B20BDDE-B39D-D46B-FE79-A2FB524C07EC}"/>
          </ac:spMkLst>
        </pc:spChg>
        <pc:spChg chg="mod">
          <ac:chgData name="Jessie Yen" userId="4a9c913d99f18c0a" providerId="LiveId" clId="{56EB8FD7-85ED-4E20-A931-65888AF589AC}" dt="2024-10-24T15:15:01.338" v="1892"/>
          <ac:spMkLst>
            <pc:docMk/>
            <pc:sldMk cId="2790307579" sldId="314"/>
            <ac:spMk id="21" creationId="{FC9E376D-1B3E-31D7-3221-CC8A143F791E}"/>
          </ac:spMkLst>
        </pc:spChg>
        <pc:spChg chg="mod">
          <ac:chgData name="Jessie Yen" userId="4a9c913d99f18c0a" providerId="LiveId" clId="{56EB8FD7-85ED-4E20-A931-65888AF589AC}" dt="2024-10-24T15:15:01.338" v="1892"/>
          <ac:spMkLst>
            <pc:docMk/>
            <pc:sldMk cId="2790307579" sldId="314"/>
            <ac:spMk id="22" creationId="{BD538B65-9D9C-8693-10D6-E8FF0E8554B3}"/>
          </ac:spMkLst>
        </pc:spChg>
        <pc:spChg chg="mod">
          <ac:chgData name="Jessie Yen" userId="4a9c913d99f18c0a" providerId="LiveId" clId="{56EB8FD7-85ED-4E20-A931-65888AF589AC}" dt="2024-10-24T15:15:01.338" v="1892"/>
          <ac:spMkLst>
            <pc:docMk/>
            <pc:sldMk cId="2790307579" sldId="314"/>
            <ac:spMk id="23" creationId="{3C8BF4F0-EB7A-48B5-EB7E-D31A15105656}"/>
          </ac:spMkLst>
        </pc:spChg>
        <pc:spChg chg="mod">
          <ac:chgData name="Jessie Yen" userId="4a9c913d99f18c0a" providerId="LiveId" clId="{56EB8FD7-85ED-4E20-A931-65888AF589AC}" dt="2024-10-24T15:15:01.338" v="1892"/>
          <ac:spMkLst>
            <pc:docMk/>
            <pc:sldMk cId="2790307579" sldId="314"/>
            <ac:spMk id="24" creationId="{33D01346-CBA7-C9C8-F909-A7BBBD724023}"/>
          </ac:spMkLst>
        </pc:spChg>
        <pc:spChg chg="mod">
          <ac:chgData name="Jessie Yen" userId="4a9c913d99f18c0a" providerId="LiveId" clId="{56EB8FD7-85ED-4E20-A931-65888AF589AC}" dt="2024-10-24T15:15:01.338" v="1892"/>
          <ac:spMkLst>
            <pc:docMk/>
            <pc:sldMk cId="2790307579" sldId="314"/>
            <ac:spMk id="25" creationId="{7164DBAC-9205-6DBF-FA49-6A2EE0641D95}"/>
          </ac:spMkLst>
        </pc:spChg>
        <pc:spChg chg="mod">
          <ac:chgData name="Jessie Yen" userId="4a9c913d99f18c0a" providerId="LiveId" clId="{56EB8FD7-85ED-4E20-A931-65888AF589AC}" dt="2024-10-24T15:15:01.338" v="1892"/>
          <ac:spMkLst>
            <pc:docMk/>
            <pc:sldMk cId="2790307579" sldId="314"/>
            <ac:spMk id="26" creationId="{33101EA5-67FC-98C8-6CC5-823CBD5A7DA0}"/>
          </ac:spMkLst>
        </pc:spChg>
        <pc:spChg chg="mod">
          <ac:chgData name="Jessie Yen" userId="4a9c913d99f18c0a" providerId="LiveId" clId="{56EB8FD7-85ED-4E20-A931-65888AF589AC}" dt="2024-10-24T15:15:01.338" v="1892"/>
          <ac:spMkLst>
            <pc:docMk/>
            <pc:sldMk cId="2790307579" sldId="314"/>
            <ac:spMk id="27" creationId="{626FD2C3-FBA9-C838-D2C4-A63AE755BBE4}"/>
          </ac:spMkLst>
        </pc:spChg>
        <pc:spChg chg="mod">
          <ac:chgData name="Jessie Yen" userId="4a9c913d99f18c0a" providerId="LiveId" clId="{56EB8FD7-85ED-4E20-A931-65888AF589AC}" dt="2024-10-24T15:15:01.338" v="1892"/>
          <ac:spMkLst>
            <pc:docMk/>
            <pc:sldMk cId="2790307579" sldId="314"/>
            <ac:spMk id="28" creationId="{BC3647F4-97F4-72F2-BFC1-8A402CC21CC8}"/>
          </ac:spMkLst>
        </pc:spChg>
        <pc:spChg chg="add mod">
          <ac:chgData name="Jessie Yen" userId="4a9c913d99f18c0a" providerId="LiveId" clId="{56EB8FD7-85ED-4E20-A931-65888AF589AC}" dt="2024-10-24T15:26:34.053" v="2131" actId="20577"/>
          <ac:spMkLst>
            <pc:docMk/>
            <pc:sldMk cId="2790307579" sldId="314"/>
            <ac:spMk id="29" creationId="{7AC2852D-DE1A-BB8F-E1C8-E8294B4626AD}"/>
          </ac:spMkLst>
        </pc:spChg>
        <pc:spChg chg="mod">
          <ac:chgData name="Jessie Yen" userId="4a9c913d99f18c0a" providerId="LiveId" clId="{56EB8FD7-85ED-4E20-A931-65888AF589AC}" dt="2024-10-24T15:23:34.288" v="2063" actId="1076"/>
          <ac:spMkLst>
            <pc:docMk/>
            <pc:sldMk cId="2790307579" sldId="314"/>
            <ac:spMk id="1306" creationId="{DB3701DE-6B17-A8C2-F541-9F061585E192}"/>
          </ac:spMkLst>
        </pc:spChg>
        <pc:spChg chg="mod">
          <ac:chgData name="Jessie Yen" userId="4a9c913d99f18c0a" providerId="LiveId" clId="{56EB8FD7-85ED-4E20-A931-65888AF589AC}" dt="2024-10-23T14:45:59.022" v="111" actId="1076"/>
          <ac:spMkLst>
            <pc:docMk/>
            <pc:sldMk cId="2790307579" sldId="314"/>
            <ac:spMk id="1307" creationId="{D8AC8A84-AE1F-9C99-6EAD-B19721C35DD1}"/>
          </ac:spMkLst>
        </pc:spChg>
        <pc:spChg chg="del">
          <ac:chgData name="Jessie Yen" userId="4a9c913d99f18c0a" providerId="LiveId" clId="{56EB8FD7-85ED-4E20-A931-65888AF589AC}" dt="2024-10-23T14:45:53.490" v="108" actId="478"/>
          <ac:spMkLst>
            <pc:docMk/>
            <pc:sldMk cId="2790307579" sldId="314"/>
            <ac:spMk id="1308" creationId="{7B167281-3087-C8E6-BCD0-C246597DF3A7}"/>
          </ac:spMkLst>
        </pc:spChg>
        <pc:spChg chg="del">
          <ac:chgData name="Jessie Yen" userId="4a9c913d99f18c0a" providerId="LiveId" clId="{56EB8FD7-85ED-4E20-A931-65888AF589AC}" dt="2024-10-23T14:45:53.490" v="108" actId="478"/>
          <ac:spMkLst>
            <pc:docMk/>
            <pc:sldMk cId="2790307579" sldId="314"/>
            <ac:spMk id="1309" creationId="{5D38116E-2ADF-2F2B-3C90-06CABFE23D9E}"/>
          </ac:spMkLst>
        </pc:spChg>
        <pc:grpChg chg="add mod">
          <ac:chgData name="Jessie Yen" userId="4a9c913d99f18c0a" providerId="LiveId" clId="{56EB8FD7-85ED-4E20-A931-65888AF589AC}" dt="2024-10-24T15:15:05.182" v="1893" actId="1076"/>
          <ac:grpSpMkLst>
            <pc:docMk/>
            <pc:sldMk cId="2790307579" sldId="314"/>
            <ac:grpSpMk id="3" creationId="{B50A278E-5D52-622E-C1D5-5E73DE44770F}"/>
          </ac:grpSpMkLst>
        </pc:grpChg>
        <pc:grpChg chg="del">
          <ac:chgData name="Jessie Yen" userId="4a9c913d99f18c0a" providerId="LiveId" clId="{56EB8FD7-85ED-4E20-A931-65888AF589AC}" dt="2024-10-23T14:45:53.490" v="108" actId="478"/>
          <ac:grpSpMkLst>
            <pc:docMk/>
            <pc:sldMk cId="2790307579" sldId="314"/>
            <ac:grpSpMk id="1310" creationId="{A4F7A968-5C50-922E-CDEB-363591A35167}"/>
          </ac:grpSpMkLst>
        </pc:grpChg>
      </pc:sldChg>
      <pc:sldChg chg="addSp delSp modSp add mod ord modNotesTx">
        <pc:chgData name="Jessie Yen" userId="4a9c913d99f18c0a" providerId="LiveId" clId="{56EB8FD7-85ED-4E20-A931-65888AF589AC}" dt="2024-10-24T15:32:58.526" v="2137" actId="20577"/>
        <pc:sldMkLst>
          <pc:docMk/>
          <pc:sldMk cId="2640306237" sldId="315"/>
        </pc:sldMkLst>
        <pc:spChg chg="add del mod">
          <ac:chgData name="Jessie Yen" userId="4a9c913d99f18c0a" providerId="LiveId" clId="{56EB8FD7-85ED-4E20-A931-65888AF589AC}" dt="2024-10-23T16:30:26.883" v="819" actId="478"/>
          <ac:spMkLst>
            <pc:docMk/>
            <pc:sldMk cId="2640306237" sldId="315"/>
            <ac:spMk id="2" creationId="{8884806D-F896-7E3B-D3F8-47BC7DA6E932}"/>
          </ac:spMkLst>
        </pc:spChg>
        <pc:spChg chg="del">
          <ac:chgData name="Jessie Yen" userId="4a9c913d99f18c0a" providerId="LiveId" clId="{56EB8FD7-85ED-4E20-A931-65888AF589AC}" dt="2024-10-23T14:59:24.377" v="196" actId="478"/>
          <ac:spMkLst>
            <pc:docMk/>
            <pc:sldMk cId="2640306237" sldId="315"/>
            <ac:spMk id="3" creationId="{2211FF78-CDAC-9485-6032-4AFD115394F2}"/>
          </ac:spMkLst>
        </pc:spChg>
        <pc:spChg chg="add mod">
          <ac:chgData name="Jessie Yen" userId="4a9c913d99f18c0a" providerId="LiveId" clId="{56EB8FD7-85ED-4E20-A931-65888AF589AC}" dt="2024-10-23T16:30:25.023" v="818"/>
          <ac:spMkLst>
            <pc:docMk/>
            <pc:sldMk cId="2640306237" sldId="315"/>
            <ac:spMk id="3" creationId="{6C6CC6E1-450A-6DA2-AD21-E29C1BB7B515}"/>
          </ac:spMkLst>
        </pc:spChg>
        <pc:spChg chg="add del mod">
          <ac:chgData name="Jessie Yen" userId="4a9c913d99f18c0a" providerId="LiveId" clId="{56EB8FD7-85ED-4E20-A931-65888AF589AC}" dt="2024-10-23T14:59:28.132" v="197" actId="478"/>
          <ac:spMkLst>
            <pc:docMk/>
            <pc:sldMk cId="2640306237" sldId="315"/>
            <ac:spMk id="4" creationId="{26C5DB49-345F-FD82-3947-CB66F2A4ECD6}"/>
          </ac:spMkLst>
        </pc:spChg>
        <pc:spChg chg="add del mod">
          <ac:chgData name="Jessie Yen" userId="4a9c913d99f18c0a" providerId="LiveId" clId="{56EB8FD7-85ED-4E20-A931-65888AF589AC}" dt="2024-10-23T17:02:57.972" v="938" actId="478"/>
          <ac:spMkLst>
            <pc:docMk/>
            <pc:sldMk cId="2640306237" sldId="315"/>
            <ac:spMk id="4" creationId="{287EBB98-C031-9AE7-54A0-D3CC67398C74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6" creationId="{ADBEEF3B-5290-4D40-1EEF-00BED3EDA944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7" creationId="{CD4F36B0-FD04-F9D4-8EF1-BE5B1099445C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" creationId="{17E8F302-5E8B-C88E-39E5-77D29D23AABE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4" creationId="{7D7F1044-5C8F-BFB8-2B5D-A99136FBF9E7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5" creationId="{AF50BF75-7C82-F444-DDFB-9ACAA72119D5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6" creationId="{39F1089C-B30C-E4B8-0BD0-121D130956EB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7" creationId="{CD7DC9B9-B7BC-8860-0146-8449868C8513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8" creationId="{D590C726-A74C-0B5E-87BD-AE4DDC230C86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9" creationId="{6722AB06-89A1-BBBC-FAC2-12FD60FF1082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20" creationId="{8AF31408-EB9A-AC5D-B6D4-1CDCA6F3E0A6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21" creationId="{D09AAD41-D88F-E8A1-05CF-C7A3C1F1B613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22" creationId="{2F0C0C8C-02A1-D708-B3DE-BC99A4A4AC6E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23" creationId="{A5B5A8D3-F12E-006D-07CE-169AC01D29FE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24" creationId="{E89BC075-7D05-FF1E-F68B-BDB20383291B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25" creationId="{7526C52D-4903-07D1-8C65-AB0DE51B0BC5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26" creationId="{5F544AAB-0465-2F67-D817-0B05E2CC7AD1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27" creationId="{D8023708-3968-9530-8BE2-2DE7E5274F95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28" creationId="{69CC8EA2-CAFE-5971-127C-564F404AAA1C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29" creationId="{EACCDF95-4B39-1BEB-AF75-7F0789A2A525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30" creationId="{E917BA67-09BF-90FA-2ED6-F7AFEC85646C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31" creationId="{3FA65E99-3D54-27E3-3A8F-2B8421302AE8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32" creationId="{49A8A54C-D030-1D63-2562-AC7C4B09E475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33" creationId="{9A6400B5-BDBA-F545-0E7E-17FB3D2F570E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34" creationId="{8563970B-40F8-584C-B055-270761AA96B6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35" creationId="{1E9B077C-A2C9-FBFD-6C8D-F9953C419AB2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36" creationId="{F73E0103-D7F5-FBB8-7AEC-1C2636D93835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37" creationId="{449C1BB9-02C4-CECD-A358-D48355872BC2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38" creationId="{9DBF40CE-DB8B-6A88-F52E-10E04D0AE84B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39" creationId="{7C6EB770-AC1D-1587-D3F5-4D0553C14292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40" creationId="{6F54FD88-1DAA-43C4-A565-641D046968F5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41" creationId="{B4E5160C-FA3D-E086-9796-A52A91AE8760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42" creationId="{19DE6740-CBD3-3688-6FA7-C2ADA3890540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43" creationId="{FBAA2E87-B339-102C-D133-3CB5DD6B9DF9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44" creationId="{EE6F8526-01D5-031F-C0F7-C33445F7935E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45" creationId="{B38EDC9B-54DD-622D-B75C-83150CC82395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46" creationId="{0D0B3B17-B926-8A3E-B678-2E815B310982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47" creationId="{83DF072A-B3E1-533A-CAA3-5EAF073DA89D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48" creationId="{CA9A71B7-FF4D-EEB0-E59A-824DD97395FD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49" creationId="{BBE9719C-64DD-8FCC-0633-1DC2652AC941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50" creationId="{A2EFD560-BAF5-7543-3D5E-F931D7497E18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51" creationId="{C62A80A5-6B1E-085F-A9CD-4CA598483A57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52" creationId="{2B7BD739-B76A-3855-DA9A-865B1A827798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53" creationId="{7372F22B-BEFD-6DBD-ECCE-094374686632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54" creationId="{68156C9F-8CE4-522B-BF80-FC8A15745C40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55" creationId="{45E4E11A-94BA-3DAD-311A-559E972F2717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56" creationId="{FED3AF33-F119-3AC4-AFAF-8456A645554B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57" creationId="{F33D3577-9F29-4ED2-CB31-B3540BC1D5CE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58" creationId="{F3B0936C-3CC8-73CE-41D3-AC365E23B8A9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59" creationId="{39B89ECB-1C5E-311E-A18B-47768F6FC8A5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60" creationId="{10F6A49B-E28F-1042-A8E7-B467A8D5A836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61" creationId="{2D939140-931D-33EC-3645-F0F7B12CD9C7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62" creationId="{28061F04-CD33-0BE7-3AA6-118E55E136D5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63" creationId="{10496962-3C3D-D345-0C94-00FF14A09EFB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280" creationId="{C62997DF-2AED-4AD8-87FC-9F05E45B0667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281" creationId="{1251CC2E-92DB-94BC-8780-2AF1369AA070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282" creationId="{DFBFA641-FB54-91EF-DB0B-5F3FFC676F03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283" creationId="{09A06236-EE52-CF8B-5817-FC6F9CDF38C1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284" creationId="{A2C7CBD2-323F-6D56-7A17-FACDCCCF9306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285" creationId="{202B1148-0B86-8432-5E99-CA3805B8482B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286" creationId="{EE657E43-767A-C942-7EDB-AEDE5F9EE89C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287" creationId="{A66FDC99-A7CD-0A9E-22B3-99A8F8895D83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288" creationId="{34DB1F6A-843F-961A-0409-EB45DC3170BE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289" creationId="{E8B73416-5076-0853-6D76-4E0227ED45E1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292" creationId="{BC159378-CA18-4B95-0208-37196D21F15B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293" creationId="{92C5A2D3-C904-2103-EA33-154A71B83F23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294" creationId="{2A661C94-5C58-96D5-C05C-69F99675C934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295" creationId="{7C265ECF-47E2-3BDE-FCBD-E89380D57059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296" creationId="{EE36A5D8-113D-A418-FA11-182832A2D294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297" creationId="{4CEC377D-F6F6-B852-893B-A3007307927B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298" creationId="{86EBFBE7-7890-23D2-8002-39D731382D85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299" creationId="{7A914D75-7BB2-15D4-B9D6-E3C4081D1877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00" creationId="{6256526E-DC8E-A3E4-D198-A9B4ACEBAE74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01" creationId="{BC1F37A6-DD98-E058-6B08-04A065A4DB99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02" creationId="{B9AA2291-0B6F-4E5D-8958-F022BC96B239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03" creationId="{42E79694-3D18-D14A-4A5A-C49B91FB0589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04" creationId="{F6AEFE7C-1A9E-F58C-1997-28728B448462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05" creationId="{B242C670-7573-E2BB-A112-893BCBD185B9}"/>
          </ac:spMkLst>
        </pc:spChg>
        <pc:spChg chg="mod">
          <ac:chgData name="Jessie Yen" userId="4a9c913d99f18c0a" providerId="LiveId" clId="{56EB8FD7-85ED-4E20-A931-65888AF589AC}" dt="2024-10-24T15:32:58.526" v="2137" actId="20577"/>
          <ac:spMkLst>
            <pc:docMk/>
            <pc:sldMk cId="2640306237" sldId="315"/>
            <ac:spMk id="1306" creationId="{D721D34F-663B-C9AF-215B-44F18D472773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07" creationId="{AC6AE291-AF7A-4391-AC59-9C4FB238D420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08" creationId="{7D118124-0727-47A7-F31A-9F43A2525ABB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09" creationId="{B3718FD0-523B-F0C2-52F1-C2FF8FCAAC33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10" creationId="{61C02E62-747B-C79C-2219-E16E47B0EFC2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11" creationId="{435BF7C9-6DAA-FFA2-A075-D2A592BE2274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12" creationId="{11116AE7-0AFC-272D-2D89-0E6246DCCBC1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13" creationId="{8B4332E4-267E-F8B2-1C45-CD0C96371C7A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14" creationId="{1F3C5483-AF93-08B4-4A12-F1D4074F0EEB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15" creationId="{C20E96B6-0F29-CCB4-5089-ABA65B6CE204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16" creationId="{3891DBEA-770A-8714-1EC6-70AE5E19CEC4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17" creationId="{28FC5720-D37C-D701-CDE4-8BD2871D1ACF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18" creationId="{63CDA9BD-A90A-0E62-5745-8F7DBB62A9C4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19" creationId="{CCE6EBE5-3C54-2AD7-F5A7-33DAE18ABE76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20" creationId="{8680684A-6DA8-4BDE-1EB8-879099DB4B1C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21" creationId="{DA7969AC-E202-9C58-C809-1839A6CD41F4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22" creationId="{32F8668F-41AF-8BDF-C3D3-FD5B63CF80F0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23" creationId="{6C97009D-045A-8D67-976D-F4CF0508BCAE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24" creationId="{EC289233-9179-1235-6805-875004E145D5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25" creationId="{1E537A8C-2582-2A3A-6F13-84C4AF259771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26" creationId="{87172285-A78B-8C2C-F33D-DF34A165D271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27" creationId="{36E06495-46B4-59CC-73A9-267AD824619F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28" creationId="{8025472D-DB3E-DE8C-7FDF-BF2E8615404B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29" creationId="{91BB6119-594D-3D93-A38E-D35A1186B70E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30" creationId="{51E5CFF2-14B6-2779-D85E-CD1A3AFB2994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31" creationId="{3C9DB133-C931-AAE0-86EB-061E1B44A093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32" creationId="{E4796B4B-A7B8-9E27-3E9A-A27CB74959E3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33" creationId="{0859B4C3-C749-2495-7901-01E6623ABC76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34" creationId="{393C62CE-5019-1E2C-5206-796E6A05FC4B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35" creationId="{AF038521-8E9A-4E62-1154-D27A751AB123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36" creationId="{8D4734EF-A90A-9F64-525E-0082ABEE6BCE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37" creationId="{97E7FA48-8A95-75F8-C925-CB86CB45C1FB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38" creationId="{A6073F76-606D-408F-9C70-FC7AA2E4831C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39" creationId="{C38E0DDB-8B50-909A-F15E-3DA3563D68AB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40" creationId="{BA77BC0B-7F75-6C40-A567-8BF3AE7CB82C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41" creationId="{38042DE6-B994-21ED-C8E3-7E47299C5A3A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42" creationId="{79DF210F-6F36-B4C1-18F7-6BCADF68FB93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43" creationId="{E329C716-6E72-8287-F6D9-21DA05B004BF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44" creationId="{5159357D-CF1C-4127-1FC9-63E21A0AFB59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45" creationId="{0F45800B-E75C-69F3-C2B4-4AA873C025D4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46" creationId="{29B68D47-30A1-2EC7-F5A2-770E0AF2CF51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47" creationId="{CAFBA5B4-CF03-2483-2CEB-9EB393EA3429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48" creationId="{87B54706-7F1B-6FB5-9D06-F253830A295E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49" creationId="{CAC37501-ABB2-16E8-62E7-6C947FBBFC6A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50" creationId="{7AB366FD-89D8-3388-06FB-5BF3A332C365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51" creationId="{42F4826F-7892-9DBB-0FE1-5CDE7D4FEE2B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52" creationId="{BE13F183-61F4-37F6-474D-4C2A8F6C8A18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53" creationId="{920C8D92-E187-DEB3-55EC-ED1E5425E016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54" creationId="{39EBBD4C-9993-9AEC-0D57-9081826B79A1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55" creationId="{6C9AE1A3-95FB-63C1-FF6C-8EF0E70036D8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56" creationId="{3A6F7B86-7D1A-6B2F-5114-949CE4A043EF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57" creationId="{24FA55AD-6DC9-77E1-B76D-85F5271778E1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58" creationId="{C6D1D6D8-1134-52B9-4FB2-7A588371D606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59" creationId="{03263A37-16D5-40BF-9B41-6E5BC14E1E46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60" creationId="{59773780-0C36-BC38-4E5F-BB0ACE696555}"/>
          </ac:spMkLst>
        </pc:spChg>
        <pc:spChg chg="mod">
          <ac:chgData name="Jessie Yen" userId="4a9c913d99f18c0a" providerId="LiveId" clId="{56EB8FD7-85ED-4E20-A931-65888AF589AC}" dt="2024-10-23T17:04:19.951" v="957"/>
          <ac:spMkLst>
            <pc:docMk/>
            <pc:sldMk cId="2640306237" sldId="315"/>
            <ac:spMk id="1361" creationId="{6583D6BF-EC09-AF24-A825-02D6342EA44D}"/>
          </ac:spMkLst>
        </pc:spChg>
        <pc:grpChg chg="add mod">
          <ac:chgData name="Jessie Yen" userId="4a9c913d99f18c0a" providerId="LiveId" clId="{56EB8FD7-85ED-4E20-A931-65888AF589AC}" dt="2024-10-23T17:05:22.972" v="966" actId="1076"/>
          <ac:grpSpMkLst>
            <pc:docMk/>
            <pc:sldMk cId="2640306237" sldId="315"/>
            <ac:grpSpMk id="5" creationId="{CF30AD32-0877-CA45-BB1D-BD4268D43E75}"/>
          </ac:grpSpMkLst>
        </pc:grpChg>
        <pc:grpChg chg="mod">
          <ac:chgData name="Jessie Yen" userId="4a9c913d99f18c0a" providerId="LiveId" clId="{56EB8FD7-85ED-4E20-A931-65888AF589AC}" dt="2024-10-23T17:04:19.951" v="957"/>
          <ac:grpSpMkLst>
            <pc:docMk/>
            <pc:sldMk cId="2640306237" sldId="315"/>
            <ac:grpSpMk id="8" creationId="{B2E2242C-492F-F133-9ABF-C501C57046E0}"/>
          </ac:grpSpMkLst>
        </pc:grpChg>
        <pc:grpChg chg="mod">
          <ac:chgData name="Jessie Yen" userId="4a9c913d99f18c0a" providerId="LiveId" clId="{56EB8FD7-85ED-4E20-A931-65888AF589AC}" dt="2024-10-23T17:04:19.951" v="957"/>
          <ac:grpSpMkLst>
            <pc:docMk/>
            <pc:sldMk cId="2640306237" sldId="315"/>
            <ac:grpSpMk id="9" creationId="{A4F05807-C855-3850-57A1-E31979B334C7}"/>
          </ac:grpSpMkLst>
        </pc:grpChg>
        <pc:grpChg chg="mod">
          <ac:chgData name="Jessie Yen" userId="4a9c913d99f18c0a" providerId="LiveId" clId="{56EB8FD7-85ED-4E20-A931-65888AF589AC}" dt="2024-10-23T17:04:19.951" v="957"/>
          <ac:grpSpMkLst>
            <pc:docMk/>
            <pc:sldMk cId="2640306237" sldId="315"/>
            <ac:grpSpMk id="10" creationId="{CA157D4E-F132-DBAB-4F9A-4DAD6BB752E3}"/>
          </ac:grpSpMkLst>
        </pc:grpChg>
        <pc:grpChg chg="mod">
          <ac:chgData name="Jessie Yen" userId="4a9c913d99f18c0a" providerId="LiveId" clId="{56EB8FD7-85ED-4E20-A931-65888AF589AC}" dt="2024-10-23T17:04:19.951" v="957"/>
          <ac:grpSpMkLst>
            <pc:docMk/>
            <pc:sldMk cId="2640306237" sldId="315"/>
            <ac:grpSpMk id="11" creationId="{4F10F358-1C77-F3DE-80B0-A46C2C8BF498}"/>
          </ac:grpSpMkLst>
        </pc:grpChg>
        <pc:grpChg chg="mod">
          <ac:chgData name="Jessie Yen" userId="4a9c913d99f18c0a" providerId="LiveId" clId="{56EB8FD7-85ED-4E20-A931-65888AF589AC}" dt="2024-10-23T17:04:19.951" v="957"/>
          <ac:grpSpMkLst>
            <pc:docMk/>
            <pc:sldMk cId="2640306237" sldId="315"/>
            <ac:grpSpMk id="12" creationId="{E25DD1F5-2500-3162-005C-ECC27A656A6C}"/>
          </ac:grpSpMkLst>
        </pc:grpChg>
        <pc:grpChg chg="mod">
          <ac:chgData name="Jessie Yen" userId="4a9c913d99f18c0a" providerId="LiveId" clId="{56EB8FD7-85ED-4E20-A931-65888AF589AC}" dt="2024-10-23T17:04:19.951" v="957"/>
          <ac:grpSpMkLst>
            <pc:docMk/>
            <pc:sldMk cId="2640306237" sldId="315"/>
            <ac:grpSpMk id="1290" creationId="{322EB546-9529-1348-AACF-284EA6985161}"/>
          </ac:grpSpMkLst>
        </pc:grpChg>
        <pc:grpChg chg="mod">
          <ac:chgData name="Jessie Yen" userId="4a9c913d99f18c0a" providerId="LiveId" clId="{56EB8FD7-85ED-4E20-A931-65888AF589AC}" dt="2024-10-23T17:04:19.951" v="957"/>
          <ac:grpSpMkLst>
            <pc:docMk/>
            <pc:sldMk cId="2640306237" sldId="315"/>
            <ac:grpSpMk id="1291" creationId="{3A5A716B-75DD-EB0F-011C-27D91056807C}"/>
          </ac:grpSpMkLst>
        </pc:grpChg>
      </pc:sldChg>
      <pc:sldChg chg="addSp delSp modSp add mod">
        <pc:chgData name="Jessie Yen" userId="4a9c913d99f18c0a" providerId="LiveId" clId="{56EB8FD7-85ED-4E20-A931-65888AF589AC}" dt="2024-10-23T18:17:25.311" v="1845" actId="20577"/>
        <pc:sldMkLst>
          <pc:docMk/>
          <pc:sldMk cId="2056520302" sldId="316"/>
        </pc:sldMkLst>
        <pc:spChg chg="add mod">
          <ac:chgData name="Jessie Yen" userId="4a9c913d99f18c0a" providerId="LiveId" clId="{56EB8FD7-85ED-4E20-A931-65888AF589AC}" dt="2024-10-23T16:24:27.334" v="796" actId="207"/>
          <ac:spMkLst>
            <pc:docMk/>
            <pc:sldMk cId="2056520302" sldId="316"/>
            <ac:spMk id="3" creationId="{CF8CC105-19DF-A965-7CF0-984500D0A675}"/>
          </ac:spMkLst>
        </pc:spChg>
        <pc:spChg chg="add del mod">
          <ac:chgData name="Jessie Yen" userId="4a9c913d99f18c0a" providerId="LiveId" clId="{56EB8FD7-85ED-4E20-A931-65888AF589AC}" dt="2024-10-23T15:07:50.646" v="203" actId="478"/>
          <ac:spMkLst>
            <pc:docMk/>
            <pc:sldMk cId="2056520302" sldId="316"/>
            <ac:spMk id="5" creationId="{12504B41-B363-B9A2-C5D5-D785C39A4A23}"/>
          </ac:spMkLst>
        </pc:spChg>
        <pc:spChg chg="add del mod">
          <ac:chgData name="Jessie Yen" userId="4a9c913d99f18c0a" providerId="LiveId" clId="{56EB8FD7-85ED-4E20-A931-65888AF589AC}" dt="2024-10-23T15:08:50.885" v="249" actId="478"/>
          <ac:spMkLst>
            <pc:docMk/>
            <pc:sldMk cId="2056520302" sldId="316"/>
            <ac:spMk id="7" creationId="{08701653-C645-D0B8-2A8D-33F7E986B91A}"/>
          </ac:spMkLst>
        </pc:spChg>
        <pc:spChg chg="add mod">
          <ac:chgData name="Jessie Yen" userId="4a9c913d99f18c0a" providerId="LiveId" clId="{56EB8FD7-85ED-4E20-A931-65888AF589AC}" dt="2024-10-23T18:17:25.311" v="1845" actId="20577"/>
          <ac:spMkLst>
            <pc:docMk/>
            <pc:sldMk cId="2056520302" sldId="316"/>
            <ac:spMk id="26" creationId="{2ACF380D-D65F-F036-BEE4-FA6AD5713517}"/>
          </ac:spMkLst>
        </pc:spChg>
        <pc:spChg chg="add mod">
          <ac:chgData name="Jessie Yen" userId="4a9c913d99f18c0a" providerId="LiveId" clId="{56EB8FD7-85ED-4E20-A931-65888AF589AC}" dt="2024-10-23T16:51:14.927" v="891" actId="207"/>
          <ac:spMkLst>
            <pc:docMk/>
            <pc:sldMk cId="2056520302" sldId="316"/>
            <ac:spMk id="36" creationId="{DE9E1B72-384B-3B75-2663-51E53D626D28}"/>
          </ac:spMkLst>
        </pc:spChg>
        <pc:spChg chg="del mod">
          <ac:chgData name="Jessie Yen" userId="4a9c913d99f18c0a" providerId="LiveId" clId="{56EB8FD7-85ED-4E20-A931-65888AF589AC}" dt="2024-10-23T15:08:49.515" v="248" actId="478"/>
          <ac:spMkLst>
            <pc:docMk/>
            <pc:sldMk cId="2056520302" sldId="316"/>
            <ac:spMk id="1302" creationId="{63F5D5CA-B561-93B8-4C06-1D1362321BA4}"/>
          </ac:spMkLst>
        </pc:spChg>
        <pc:spChg chg="del">
          <ac:chgData name="Jessie Yen" userId="4a9c913d99f18c0a" providerId="LiveId" clId="{56EB8FD7-85ED-4E20-A931-65888AF589AC}" dt="2024-10-23T15:07:47.053" v="201" actId="478"/>
          <ac:spMkLst>
            <pc:docMk/>
            <pc:sldMk cId="2056520302" sldId="316"/>
            <ac:spMk id="1305" creationId="{D1F72210-C764-DBD0-40C6-8417AD3895D8}"/>
          </ac:spMkLst>
        </pc:spChg>
        <pc:spChg chg="del">
          <ac:chgData name="Jessie Yen" userId="4a9c913d99f18c0a" providerId="LiveId" clId="{56EB8FD7-85ED-4E20-A931-65888AF589AC}" dt="2024-10-23T15:07:48.833" v="202" actId="478"/>
          <ac:spMkLst>
            <pc:docMk/>
            <pc:sldMk cId="2056520302" sldId="316"/>
            <ac:spMk id="1306" creationId="{4C0F8DBA-4C31-37D6-8132-AB7C00B53023}"/>
          </ac:spMkLst>
        </pc:spChg>
        <pc:spChg chg="del mod">
          <ac:chgData name="Jessie Yen" userId="4a9c913d99f18c0a" providerId="LiveId" clId="{56EB8FD7-85ED-4E20-A931-65888AF589AC}" dt="2024-10-23T15:15:37.321" v="366" actId="478"/>
          <ac:spMkLst>
            <pc:docMk/>
            <pc:sldMk cId="2056520302" sldId="316"/>
            <ac:spMk id="1307" creationId="{28955327-39A9-EF27-82DD-3B9ED1246846}"/>
          </ac:spMkLst>
        </pc:spChg>
        <pc:spChg chg="mod">
          <ac:chgData name="Jessie Yen" userId="4a9c913d99f18c0a" providerId="LiveId" clId="{56EB8FD7-85ED-4E20-A931-65888AF589AC}" dt="2024-10-23T15:07:54.906" v="204" actId="1076"/>
          <ac:spMkLst>
            <pc:docMk/>
            <pc:sldMk cId="2056520302" sldId="316"/>
            <ac:spMk id="1308" creationId="{0A1EDE01-F55F-D166-18DE-926A293787DE}"/>
          </ac:spMkLst>
        </pc:spChg>
        <pc:spChg chg="mod">
          <ac:chgData name="Jessie Yen" userId="4a9c913d99f18c0a" providerId="LiveId" clId="{56EB8FD7-85ED-4E20-A931-65888AF589AC}" dt="2024-10-23T15:07:54.906" v="204" actId="1076"/>
          <ac:spMkLst>
            <pc:docMk/>
            <pc:sldMk cId="2056520302" sldId="316"/>
            <ac:spMk id="1309" creationId="{3E153124-163E-B994-CE0B-8F5D743D0695}"/>
          </ac:spMkLst>
        </pc:spChg>
        <pc:grpChg chg="del mod">
          <ac:chgData name="Jessie Yen" userId="4a9c913d99f18c0a" providerId="LiveId" clId="{56EB8FD7-85ED-4E20-A931-65888AF589AC}" dt="2024-10-23T15:15:37.321" v="366" actId="478"/>
          <ac:grpSpMkLst>
            <pc:docMk/>
            <pc:sldMk cId="2056520302" sldId="316"/>
            <ac:grpSpMk id="1310" creationId="{20B8F792-C97C-55A1-E692-C89AB955D64B}"/>
          </ac:grpSpMkLst>
        </pc:grpChg>
        <pc:cxnChg chg="mod">
          <ac:chgData name="Jessie Yen" userId="4a9c913d99f18c0a" providerId="LiveId" clId="{56EB8FD7-85ED-4E20-A931-65888AF589AC}" dt="2024-10-23T18:17:25.169" v="1844" actId="20577"/>
          <ac:cxnSpMkLst>
            <pc:docMk/>
            <pc:sldMk cId="2056520302" sldId="316"/>
            <ac:cxnSpMk id="7" creationId="{2D31E137-10B7-4CD5-453A-B91962B7E4DE}"/>
          </ac:cxnSpMkLst>
        </pc:cxnChg>
        <pc:cxnChg chg="add mod">
          <ac:chgData name="Jessie Yen" userId="4a9c913d99f18c0a" providerId="LiveId" clId="{56EB8FD7-85ED-4E20-A931-65888AF589AC}" dt="2024-10-23T15:14:05.349" v="336" actId="208"/>
          <ac:cxnSpMkLst>
            <pc:docMk/>
            <pc:sldMk cId="2056520302" sldId="316"/>
            <ac:cxnSpMk id="9" creationId="{4575C7F2-E29E-4117-7880-647CD564C7CA}"/>
          </ac:cxnSpMkLst>
        </pc:cxnChg>
        <pc:cxnChg chg="add mod">
          <ac:chgData name="Jessie Yen" userId="4a9c913d99f18c0a" providerId="LiveId" clId="{56EB8FD7-85ED-4E20-A931-65888AF589AC}" dt="2024-10-23T16:49:56.502" v="881" actId="14100"/>
          <ac:cxnSpMkLst>
            <pc:docMk/>
            <pc:sldMk cId="2056520302" sldId="316"/>
            <ac:cxnSpMk id="10" creationId="{04E104C5-4827-C90D-F8C5-C6A284AF4CCF}"/>
          </ac:cxnSpMkLst>
        </pc:cxnChg>
        <pc:cxnChg chg="add del mod">
          <ac:chgData name="Jessie Yen" userId="4a9c913d99f18c0a" providerId="LiveId" clId="{56EB8FD7-85ED-4E20-A931-65888AF589AC}" dt="2024-10-23T15:11:05.167" v="284" actId="478"/>
          <ac:cxnSpMkLst>
            <pc:docMk/>
            <pc:sldMk cId="2056520302" sldId="316"/>
            <ac:cxnSpMk id="17" creationId="{A47A6428-AD8B-EDBA-70C5-B2DE3A384296}"/>
          </ac:cxnSpMkLst>
        </pc:cxnChg>
        <pc:cxnChg chg="add mod">
          <ac:chgData name="Jessie Yen" userId="4a9c913d99f18c0a" providerId="LiveId" clId="{56EB8FD7-85ED-4E20-A931-65888AF589AC}" dt="2024-10-23T16:51:26.331" v="892" actId="208"/>
          <ac:cxnSpMkLst>
            <pc:docMk/>
            <pc:sldMk cId="2056520302" sldId="316"/>
            <ac:cxnSpMk id="22" creationId="{E5F51713-1DFD-C9D7-42C3-35A8F65EC2FC}"/>
          </ac:cxnSpMkLst>
        </pc:cxnChg>
        <pc:cxnChg chg="add mod">
          <ac:chgData name="Jessie Yen" userId="4a9c913d99f18c0a" providerId="LiveId" clId="{56EB8FD7-85ED-4E20-A931-65888AF589AC}" dt="2024-10-23T16:50:58.625" v="890" actId="208"/>
          <ac:cxnSpMkLst>
            <pc:docMk/>
            <pc:sldMk cId="2056520302" sldId="316"/>
            <ac:cxnSpMk id="30" creationId="{F4BD9753-2EF8-1018-5A2A-E9CCCC85FAE3}"/>
          </ac:cxnSpMkLst>
        </pc:cxnChg>
      </pc:sldChg>
      <pc:sldChg chg="addSp delSp modSp add del mod ord">
        <pc:chgData name="Jessie Yen" userId="4a9c913d99f18c0a" providerId="LiveId" clId="{56EB8FD7-85ED-4E20-A931-65888AF589AC}" dt="2024-10-23T15:25:08.104" v="397" actId="47"/>
        <pc:sldMkLst>
          <pc:docMk/>
          <pc:sldMk cId="1463711179" sldId="317"/>
        </pc:sldMkLst>
        <pc:spChg chg="add del mod">
          <ac:chgData name="Jessie Yen" userId="4a9c913d99f18c0a" providerId="LiveId" clId="{56EB8FD7-85ED-4E20-A931-65888AF589AC}" dt="2024-10-23T15:17:31.832" v="377" actId="478"/>
          <ac:spMkLst>
            <pc:docMk/>
            <pc:sldMk cId="1463711179" sldId="317"/>
            <ac:spMk id="3" creationId="{B1225A70-5B03-4BA6-D236-F14ABDF63049}"/>
          </ac:spMkLst>
        </pc:spChg>
        <pc:spChg chg="add del mod">
          <ac:chgData name="Jessie Yen" userId="4a9c913d99f18c0a" providerId="LiveId" clId="{56EB8FD7-85ED-4E20-A931-65888AF589AC}" dt="2024-10-23T15:18:12.343" v="382" actId="478"/>
          <ac:spMkLst>
            <pc:docMk/>
            <pc:sldMk cId="1463711179" sldId="317"/>
            <ac:spMk id="5" creationId="{D13843A4-C3AE-BC62-8184-2FE4BEE9EA7D}"/>
          </ac:spMkLst>
        </pc:spChg>
        <pc:spChg chg="add mod">
          <ac:chgData name="Jessie Yen" userId="4a9c913d99f18c0a" providerId="LiveId" clId="{56EB8FD7-85ED-4E20-A931-65888AF589AC}" dt="2024-10-23T15:25:02.118" v="396" actId="1076"/>
          <ac:spMkLst>
            <pc:docMk/>
            <pc:sldMk cId="1463711179" sldId="317"/>
            <ac:spMk id="6" creationId="{A1A04673-998D-1BE6-C49A-39050EB5A733}"/>
          </ac:spMkLst>
        </pc:spChg>
        <pc:spChg chg="add del mod">
          <ac:chgData name="Jessie Yen" userId="4a9c913d99f18c0a" providerId="LiveId" clId="{56EB8FD7-85ED-4E20-A931-65888AF589AC}" dt="2024-10-23T15:24:52.347" v="391" actId="478"/>
          <ac:spMkLst>
            <pc:docMk/>
            <pc:sldMk cId="1463711179" sldId="317"/>
            <ac:spMk id="8" creationId="{0609FD7B-0EDA-8352-52EF-341B92A9664A}"/>
          </ac:spMkLst>
        </pc:spChg>
        <pc:spChg chg="add del mod">
          <ac:chgData name="Jessie Yen" userId="4a9c913d99f18c0a" providerId="LiveId" clId="{56EB8FD7-85ED-4E20-A931-65888AF589AC}" dt="2024-10-23T15:24:58.001" v="395" actId="478"/>
          <ac:spMkLst>
            <pc:docMk/>
            <pc:sldMk cId="1463711179" sldId="317"/>
            <ac:spMk id="10" creationId="{8AB50BD0-A2D3-024E-B007-897503DFF383}"/>
          </ac:spMkLst>
        </pc:spChg>
        <pc:spChg chg="add del mod">
          <ac:chgData name="Jessie Yen" userId="4a9c913d99f18c0a" providerId="LiveId" clId="{56EB8FD7-85ED-4E20-A931-65888AF589AC}" dt="2024-10-23T15:24:57.019" v="394" actId="478"/>
          <ac:spMkLst>
            <pc:docMk/>
            <pc:sldMk cId="1463711179" sldId="317"/>
            <ac:spMk id="12" creationId="{E4315372-5F78-EB0C-8612-C84AABC9AA52}"/>
          </ac:spMkLst>
        </pc:spChg>
        <pc:spChg chg="mod">
          <ac:chgData name="Jessie Yen" userId="4a9c913d99f18c0a" providerId="LiveId" clId="{56EB8FD7-85ED-4E20-A931-65888AF589AC}" dt="2024-10-23T15:17:40.144" v="380" actId="1076"/>
          <ac:spMkLst>
            <pc:docMk/>
            <pc:sldMk cId="1463711179" sldId="317"/>
            <ac:spMk id="1563" creationId="{D8694CE8-F27B-5451-A3CD-DA06341471E9}"/>
          </ac:spMkLst>
        </pc:spChg>
        <pc:spChg chg="del">
          <ac:chgData name="Jessie Yen" userId="4a9c913d99f18c0a" providerId="LiveId" clId="{56EB8FD7-85ED-4E20-A931-65888AF589AC}" dt="2024-10-23T15:24:50.915" v="390" actId="478"/>
          <ac:spMkLst>
            <pc:docMk/>
            <pc:sldMk cId="1463711179" sldId="317"/>
            <ac:spMk id="1564" creationId="{77D07B01-424E-DFA2-E97F-BC76A98A0277}"/>
          </ac:spMkLst>
        </pc:spChg>
        <pc:spChg chg="del">
          <ac:chgData name="Jessie Yen" userId="4a9c913d99f18c0a" providerId="LiveId" clId="{56EB8FD7-85ED-4E20-A931-65888AF589AC}" dt="2024-10-23T15:24:55.515" v="393" actId="478"/>
          <ac:spMkLst>
            <pc:docMk/>
            <pc:sldMk cId="1463711179" sldId="317"/>
            <ac:spMk id="1565" creationId="{29F6591A-332A-5CB8-8CF7-0B83A68517BB}"/>
          </ac:spMkLst>
        </pc:spChg>
        <pc:spChg chg="del">
          <ac:chgData name="Jessie Yen" userId="4a9c913d99f18c0a" providerId="LiveId" clId="{56EB8FD7-85ED-4E20-A931-65888AF589AC}" dt="2024-10-23T15:17:30.209" v="376" actId="478"/>
          <ac:spMkLst>
            <pc:docMk/>
            <pc:sldMk cId="1463711179" sldId="317"/>
            <ac:spMk id="1566" creationId="{EFC9C447-152D-0387-3C6C-715462135188}"/>
          </ac:spMkLst>
        </pc:spChg>
        <pc:spChg chg="del">
          <ac:chgData name="Jessie Yen" userId="4a9c913d99f18c0a" providerId="LiveId" clId="{56EB8FD7-85ED-4E20-A931-65888AF589AC}" dt="2024-10-23T15:24:54.066" v="392" actId="478"/>
          <ac:spMkLst>
            <pc:docMk/>
            <pc:sldMk cId="1463711179" sldId="317"/>
            <ac:spMk id="1569" creationId="{FE041D1F-1CC9-2407-ABFD-0AF1B64C167A}"/>
          </ac:spMkLst>
        </pc:spChg>
        <pc:spChg chg="del">
          <ac:chgData name="Jessie Yen" userId="4a9c913d99f18c0a" providerId="LiveId" clId="{56EB8FD7-85ED-4E20-A931-65888AF589AC}" dt="2024-10-23T15:18:10.784" v="381" actId="478"/>
          <ac:spMkLst>
            <pc:docMk/>
            <pc:sldMk cId="1463711179" sldId="317"/>
            <ac:spMk id="1570" creationId="{B0803CC7-0335-2590-0CEC-679994B7F5EA}"/>
          </ac:spMkLst>
        </pc:spChg>
      </pc:sldChg>
      <pc:sldChg chg="addSp delSp modSp add mod ord modNotesTx">
        <pc:chgData name="Jessie Yen" userId="4a9c913d99f18c0a" providerId="LiveId" clId="{56EB8FD7-85ED-4E20-A931-65888AF589AC}" dt="2024-10-24T15:21:35.791" v="2061" actId="20577"/>
        <pc:sldMkLst>
          <pc:docMk/>
          <pc:sldMk cId="1818347558" sldId="318"/>
        </pc:sldMkLst>
        <pc:spChg chg="add del mod">
          <ac:chgData name="Jessie Yen" userId="4a9c913d99f18c0a" providerId="LiveId" clId="{56EB8FD7-85ED-4E20-A931-65888AF589AC}" dt="2024-10-23T15:25:13.413" v="399" actId="478"/>
          <ac:spMkLst>
            <pc:docMk/>
            <pc:sldMk cId="1818347558" sldId="318"/>
            <ac:spMk id="3" creationId="{CE05AD14-A81D-2B27-47C3-0BE3CC38C1D9}"/>
          </ac:spMkLst>
        </pc:spChg>
        <pc:spChg chg="add del mod">
          <ac:chgData name="Jessie Yen" userId="4a9c913d99f18c0a" providerId="LiveId" clId="{56EB8FD7-85ED-4E20-A931-65888AF589AC}" dt="2024-10-23T15:25:17.417" v="401" actId="478"/>
          <ac:spMkLst>
            <pc:docMk/>
            <pc:sldMk cId="1818347558" sldId="318"/>
            <ac:spMk id="5" creationId="{1AD9E5B4-2BD0-DDCF-7B9C-5870F038CAD9}"/>
          </ac:spMkLst>
        </pc:spChg>
        <pc:spChg chg="add del mod">
          <ac:chgData name="Jessie Yen" userId="4a9c913d99f18c0a" providerId="LiveId" clId="{56EB8FD7-85ED-4E20-A931-65888AF589AC}" dt="2024-10-23T15:25:21.638" v="403" actId="478"/>
          <ac:spMkLst>
            <pc:docMk/>
            <pc:sldMk cId="1818347558" sldId="318"/>
            <ac:spMk id="7" creationId="{DB9BED33-BA37-2B5B-F755-26A755076291}"/>
          </ac:spMkLst>
        </pc:spChg>
        <pc:spChg chg="add del mod">
          <ac:chgData name="Jessie Yen" userId="4a9c913d99f18c0a" providerId="LiveId" clId="{56EB8FD7-85ED-4E20-A931-65888AF589AC}" dt="2024-10-23T15:25:25.184" v="405" actId="478"/>
          <ac:spMkLst>
            <pc:docMk/>
            <pc:sldMk cId="1818347558" sldId="318"/>
            <ac:spMk id="9" creationId="{53E240F7-B6D1-9219-2324-99BA0C5596C7}"/>
          </ac:spMkLst>
        </pc:spChg>
        <pc:spChg chg="del">
          <ac:chgData name="Jessie Yen" userId="4a9c913d99f18c0a" providerId="LiveId" clId="{56EB8FD7-85ED-4E20-A931-65888AF589AC}" dt="2024-10-23T15:25:20.173" v="402" actId="478"/>
          <ac:spMkLst>
            <pc:docMk/>
            <pc:sldMk cId="1818347558" sldId="318"/>
            <ac:spMk id="750" creationId="{F18FD0FC-E404-A77F-590E-D393F923ED70}"/>
          </ac:spMkLst>
        </pc:spChg>
        <pc:spChg chg="del">
          <ac:chgData name="Jessie Yen" userId="4a9c913d99f18c0a" providerId="LiveId" clId="{56EB8FD7-85ED-4E20-A931-65888AF589AC}" dt="2024-10-23T15:25:11.427" v="398" actId="478"/>
          <ac:spMkLst>
            <pc:docMk/>
            <pc:sldMk cId="1818347558" sldId="318"/>
            <ac:spMk id="751" creationId="{2566F1E4-758F-7DA4-10D5-7DCD7F555A85}"/>
          </ac:spMkLst>
        </pc:spChg>
        <pc:spChg chg="del">
          <ac:chgData name="Jessie Yen" userId="4a9c913d99f18c0a" providerId="LiveId" clId="{56EB8FD7-85ED-4E20-A931-65888AF589AC}" dt="2024-10-23T15:25:15.537" v="400" actId="478"/>
          <ac:spMkLst>
            <pc:docMk/>
            <pc:sldMk cId="1818347558" sldId="318"/>
            <ac:spMk id="752" creationId="{BC333D39-6855-97DA-F097-BBD2AC91C8F6}"/>
          </ac:spMkLst>
        </pc:spChg>
        <pc:spChg chg="del">
          <ac:chgData name="Jessie Yen" userId="4a9c913d99f18c0a" providerId="LiveId" clId="{56EB8FD7-85ED-4E20-A931-65888AF589AC}" dt="2024-10-23T15:25:23.181" v="404" actId="478"/>
          <ac:spMkLst>
            <pc:docMk/>
            <pc:sldMk cId="1818347558" sldId="318"/>
            <ac:spMk id="753" creationId="{66C5E08C-395E-10E8-D359-814EC40CEE8C}"/>
          </ac:spMkLst>
        </pc:spChg>
        <pc:spChg chg="mod">
          <ac:chgData name="Jessie Yen" userId="4a9c913d99f18c0a" providerId="LiveId" clId="{56EB8FD7-85ED-4E20-A931-65888AF589AC}" dt="2024-10-23T15:51:20.320" v="696" actId="1037"/>
          <ac:spMkLst>
            <pc:docMk/>
            <pc:sldMk cId="1818347558" sldId="318"/>
            <ac:spMk id="754" creationId="{5D9BFDE4-1731-A313-1DB3-0D2E5ADFED89}"/>
          </ac:spMkLst>
        </pc:spChg>
        <pc:spChg chg="mod">
          <ac:chgData name="Jessie Yen" userId="4a9c913d99f18c0a" providerId="LiveId" clId="{56EB8FD7-85ED-4E20-A931-65888AF589AC}" dt="2024-10-23T15:51:20.320" v="696" actId="1037"/>
          <ac:spMkLst>
            <pc:docMk/>
            <pc:sldMk cId="1818347558" sldId="318"/>
            <ac:spMk id="755" creationId="{D8DB222E-41F6-93DD-724E-61FCCFA76D73}"/>
          </ac:spMkLst>
        </pc:spChg>
        <pc:spChg chg="mod">
          <ac:chgData name="Jessie Yen" userId="4a9c913d99f18c0a" providerId="LiveId" clId="{56EB8FD7-85ED-4E20-A931-65888AF589AC}" dt="2024-10-23T15:51:20.320" v="696" actId="1037"/>
          <ac:spMkLst>
            <pc:docMk/>
            <pc:sldMk cId="1818347558" sldId="318"/>
            <ac:spMk id="756" creationId="{AD6FC670-CF9B-A8A9-2D69-6AABA3B7B437}"/>
          </ac:spMkLst>
        </pc:spChg>
        <pc:spChg chg="mod">
          <ac:chgData name="Jessie Yen" userId="4a9c913d99f18c0a" providerId="LiveId" clId="{56EB8FD7-85ED-4E20-A931-65888AF589AC}" dt="2024-10-23T15:51:20.320" v="696" actId="1037"/>
          <ac:spMkLst>
            <pc:docMk/>
            <pc:sldMk cId="1818347558" sldId="318"/>
            <ac:spMk id="757" creationId="{6A39DD23-0318-0560-CD93-B85571AD1499}"/>
          </ac:spMkLst>
        </pc:spChg>
        <pc:spChg chg="mod">
          <ac:chgData name="Jessie Yen" userId="4a9c913d99f18c0a" providerId="LiveId" clId="{56EB8FD7-85ED-4E20-A931-65888AF589AC}" dt="2024-10-23T15:51:20.320" v="696" actId="1037"/>
          <ac:spMkLst>
            <pc:docMk/>
            <pc:sldMk cId="1818347558" sldId="318"/>
            <ac:spMk id="758" creationId="{3D9C8F11-3BA2-043E-1704-B370AF6AD56F}"/>
          </ac:spMkLst>
        </pc:spChg>
        <pc:spChg chg="mod">
          <ac:chgData name="Jessie Yen" userId="4a9c913d99f18c0a" providerId="LiveId" clId="{56EB8FD7-85ED-4E20-A931-65888AF589AC}" dt="2024-10-23T15:51:20.320" v="696" actId="1037"/>
          <ac:spMkLst>
            <pc:docMk/>
            <pc:sldMk cId="1818347558" sldId="318"/>
            <ac:spMk id="759" creationId="{F1D8072E-AC09-76A1-8897-329517F2C4E3}"/>
          </ac:spMkLst>
        </pc:spChg>
        <pc:spChg chg="mod">
          <ac:chgData name="Jessie Yen" userId="4a9c913d99f18c0a" providerId="LiveId" clId="{56EB8FD7-85ED-4E20-A931-65888AF589AC}" dt="2024-10-24T15:21:35.791" v="2061" actId="20577"/>
          <ac:spMkLst>
            <pc:docMk/>
            <pc:sldMk cId="1818347558" sldId="318"/>
            <ac:spMk id="760" creationId="{D244C281-0A86-E0EB-F7BA-EB4543CFA24B}"/>
          </ac:spMkLst>
        </pc:spChg>
        <pc:spChg chg="mod">
          <ac:chgData name="Jessie Yen" userId="4a9c913d99f18c0a" providerId="LiveId" clId="{56EB8FD7-85ED-4E20-A931-65888AF589AC}" dt="2024-10-23T16:24:49.156" v="798" actId="20577"/>
          <ac:spMkLst>
            <pc:docMk/>
            <pc:sldMk cId="1818347558" sldId="318"/>
            <ac:spMk id="761" creationId="{136F2701-1E54-E96B-2214-D62290BC82AB}"/>
          </ac:spMkLst>
        </pc:spChg>
      </pc:sldChg>
      <pc:sldChg chg="modSp add mod ord modShow">
        <pc:chgData name="Jessie Yen" userId="4a9c913d99f18c0a" providerId="LiveId" clId="{56EB8FD7-85ED-4E20-A931-65888AF589AC}" dt="2024-10-23T18:06:29.881" v="1630" actId="729"/>
        <pc:sldMkLst>
          <pc:docMk/>
          <pc:sldMk cId="284359843" sldId="319"/>
        </pc:sldMkLst>
        <pc:spChg chg="mod">
          <ac:chgData name="Jessie Yen" userId="4a9c913d99f18c0a" providerId="LiveId" clId="{56EB8FD7-85ED-4E20-A931-65888AF589AC}" dt="2024-10-23T15:29:30.577" v="457" actId="14100"/>
          <ac:spMkLst>
            <pc:docMk/>
            <pc:sldMk cId="284359843" sldId="319"/>
            <ac:spMk id="1305" creationId="{2CB719E0-C78C-8162-05E8-4E9395126B70}"/>
          </ac:spMkLst>
        </pc:spChg>
      </pc:sldChg>
      <pc:sldChg chg="addSp delSp modSp add mod modNotesTx">
        <pc:chgData name="Jessie Yen" userId="4a9c913d99f18c0a" providerId="LiveId" clId="{56EB8FD7-85ED-4E20-A931-65888AF589AC}" dt="2024-10-24T15:19:40.340" v="1968" actId="1035"/>
        <pc:sldMkLst>
          <pc:docMk/>
          <pc:sldMk cId="959808271" sldId="320"/>
        </pc:sldMkLst>
        <pc:spChg chg="add mod">
          <ac:chgData name="Jessie Yen" userId="4a9c913d99f18c0a" providerId="LiveId" clId="{56EB8FD7-85ED-4E20-A931-65888AF589AC}" dt="2024-10-24T15:19:37.269" v="1963" actId="1036"/>
          <ac:spMkLst>
            <pc:docMk/>
            <pc:sldMk cId="959808271" sldId="320"/>
            <ac:spMk id="2" creationId="{4956F412-5E82-163C-CDD4-048AEF590D91}"/>
          </ac:spMkLst>
        </pc:spChg>
        <pc:spChg chg="add del mod">
          <ac:chgData name="Jessie Yen" userId="4a9c913d99f18c0a" providerId="LiveId" clId="{56EB8FD7-85ED-4E20-A931-65888AF589AC}" dt="2024-10-23T15:34:13.420" v="460" actId="478"/>
          <ac:spMkLst>
            <pc:docMk/>
            <pc:sldMk cId="959808271" sldId="320"/>
            <ac:spMk id="3" creationId="{9E0998FF-39EB-84E1-CFC1-84498681FD3F}"/>
          </ac:spMkLst>
        </pc:spChg>
        <pc:spChg chg="add mod">
          <ac:chgData name="Jessie Yen" userId="4a9c913d99f18c0a" providerId="LiveId" clId="{56EB8FD7-85ED-4E20-A931-65888AF589AC}" dt="2024-10-23T15:49:47.790" v="651" actId="1076"/>
          <ac:spMkLst>
            <pc:docMk/>
            <pc:sldMk cId="959808271" sldId="320"/>
            <ac:spMk id="5" creationId="{9F5AF66A-E242-920B-E06F-DC868F2530E4}"/>
          </ac:spMkLst>
        </pc:spChg>
        <pc:spChg chg="del mod">
          <ac:chgData name="Jessie Yen" userId="4a9c913d99f18c0a" providerId="LiveId" clId="{56EB8FD7-85ED-4E20-A931-65888AF589AC}" dt="2024-10-23T15:34:26.302" v="468" actId="478"/>
          <ac:spMkLst>
            <pc:docMk/>
            <pc:sldMk cId="959808271" sldId="320"/>
            <ac:spMk id="1302" creationId="{4E19C1C3-F4B8-1DC9-8884-493C486BCD6F}"/>
          </ac:spMkLst>
        </pc:spChg>
        <pc:spChg chg="del">
          <ac:chgData name="Jessie Yen" userId="4a9c913d99f18c0a" providerId="LiveId" clId="{56EB8FD7-85ED-4E20-A931-65888AF589AC}" dt="2024-10-23T15:34:11.985" v="459" actId="478"/>
          <ac:spMkLst>
            <pc:docMk/>
            <pc:sldMk cId="959808271" sldId="320"/>
            <ac:spMk id="1305" creationId="{7E8B3BFF-89A2-1C58-845D-508B58B223CE}"/>
          </ac:spMkLst>
        </pc:spChg>
        <pc:spChg chg="mod">
          <ac:chgData name="Jessie Yen" userId="4a9c913d99f18c0a" providerId="LiveId" clId="{56EB8FD7-85ED-4E20-A931-65888AF589AC}" dt="2024-10-24T15:19:40.340" v="1968" actId="1035"/>
          <ac:spMkLst>
            <pc:docMk/>
            <pc:sldMk cId="959808271" sldId="320"/>
            <ac:spMk id="1306" creationId="{1A00B48F-7907-7D7F-BF19-5859CE6050BC}"/>
          </ac:spMkLst>
        </pc:spChg>
        <pc:spChg chg="del">
          <ac:chgData name="Jessie Yen" userId="4a9c913d99f18c0a" providerId="LiveId" clId="{56EB8FD7-85ED-4E20-A931-65888AF589AC}" dt="2024-10-23T15:34:11.985" v="459" actId="478"/>
          <ac:spMkLst>
            <pc:docMk/>
            <pc:sldMk cId="959808271" sldId="320"/>
            <ac:spMk id="1307" creationId="{6EF06741-EA9F-1B22-E5AF-5387724B673C}"/>
          </ac:spMkLst>
        </pc:spChg>
        <pc:spChg chg="del">
          <ac:chgData name="Jessie Yen" userId="4a9c913d99f18c0a" providerId="LiveId" clId="{56EB8FD7-85ED-4E20-A931-65888AF589AC}" dt="2024-10-23T15:34:11.985" v="459" actId="478"/>
          <ac:spMkLst>
            <pc:docMk/>
            <pc:sldMk cId="959808271" sldId="320"/>
            <ac:spMk id="1308" creationId="{53D63BFA-8243-AF3C-3ACC-E162ABC8939C}"/>
          </ac:spMkLst>
        </pc:spChg>
        <pc:spChg chg="del">
          <ac:chgData name="Jessie Yen" userId="4a9c913d99f18c0a" providerId="LiveId" clId="{56EB8FD7-85ED-4E20-A931-65888AF589AC}" dt="2024-10-23T15:34:11.985" v="459" actId="478"/>
          <ac:spMkLst>
            <pc:docMk/>
            <pc:sldMk cId="959808271" sldId="320"/>
            <ac:spMk id="1309" creationId="{983AB539-E970-8D0E-1586-40D2D0FD66A0}"/>
          </ac:spMkLst>
        </pc:spChg>
        <pc:grpChg chg="del">
          <ac:chgData name="Jessie Yen" userId="4a9c913d99f18c0a" providerId="LiveId" clId="{56EB8FD7-85ED-4E20-A931-65888AF589AC}" dt="2024-10-23T15:34:11.985" v="459" actId="478"/>
          <ac:grpSpMkLst>
            <pc:docMk/>
            <pc:sldMk cId="959808271" sldId="320"/>
            <ac:grpSpMk id="1310" creationId="{333BC33F-C08A-CE94-09FC-FD13A126BE3B}"/>
          </ac:grpSpMkLst>
        </pc:grpChg>
      </pc:sldChg>
      <pc:sldChg chg="addSp delSp modSp add mod modNotesTx">
        <pc:chgData name="Jessie Yen" userId="4a9c913d99f18c0a" providerId="LiveId" clId="{56EB8FD7-85ED-4E20-A931-65888AF589AC}" dt="2024-10-24T15:20:56.111" v="2052" actId="1035"/>
        <pc:sldMkLst>
          <pc:docMk/>
          <pc:sldMk cId="390759750" sldId="321"/>
        </pc:sldMkLst>
        <pc:spChg chg="add mod">
          <ac:chgData name="Jessie Yen" userId="4a9c913d99f18c0a" providerId="LiveId" clId="{56EB8FD7-85ED-4E20-A931-65888AF589AC}" dt="2024-10-23T15:42:05.137" v="539"/>
          <ac:spMkLst>
            <pc:docMk/>
            <pc:sldMk cId="390759750" sldId="321"/>
            <ac:spMk id="2" creationId="{D66ACBDE-1BFF-58B1-25AB-5D40B03A15E4}"/>
          </ac:spMkLst>
        </pc:spChg>
        <pc:spChg chg="add mod">
          <ac:chgData name="Jessie Yen" userId="4a9c913d99f18c0a" providerId="LiveId" clId="{56EB8FD7-85ED-4E20-A931-65888AF589AC}" dt="2024-10-24T15:20:56.111" v="2052" actId="1035"/>
          <ac:spMkLst>
            <pc:docMk/>
            <pc:sldMk cId="390759750" sldId="321"/>
            <ac:spMk id="3" creationId="{C14DA335-6ED7-0322-66EC-E3B45DF8D6C4}"/>
          </ac:spMkLst>
        </pc:spChg>
        <pc:spChg chg="add mod">
          <ac:chgData name="Jessie Yen" userId="4a9c913d99f18c0a" providerId="LiveId" clId="{56EB8FD7-85ED-4E20-A931-65888AF589AC}" dt="2024-10-23T15:50:09.264" v="664" actId="1035"/>
          <ac:spMkLst>
            <pc:docMk/>
            <pc:sldMk cId="390759750" sldId="321"/>
            <ac:spMk id="4" creationId="{8AB634E4-70CF-0865-0445-97693EC6D508}"/>
          </ac:spMkLst>
        </pc:spChg>
        <pc:spChg chg="del mod">
          <ac:chgData name="Jessie Yen" userId="4a9c913d99f18c0a" providerId="LiveId" clId="{56EB8FD7-85ED-4E20-A931-65888AF589AC}" dt="2024-10-23T15:49:13.905" v="646" actId="478"/>
          <ac:spMkLst>
            <pc:docMk/>
            <pc:sldMk cId="390759750" sldId="321"/>
            <ac:spMk id="5" creationId="{B7ABA860-D60C-C79B-2C93-BE20F3F72122}"/>
          </ac:spMkLst>
        </pc:spChg>
        <pc:spChg chg="add del mod">
          <ac:chgData name="Jessie Yen" userId="4a9c913d99f18c0a" providerId="LiveId" clId="{56EB8FD7-85ED-4E20-A931-65888AF589AC}" dt="2024-10-23T15:49:16.008" v="647" actId="478"/>
          <ac:spMkLst>
            <pc:docMk/>
            <pc:sldMk cId="390759750" sldId="321"/>
            <ac:spMk id="7" creationId="{2AB2E93D-B0BA-B53C-2D69-19AC8D0B5EA0}"/>
          </ac:spMkLst>
        </pc:spChg>
        <pc:spChg chg="mod">
          <ac:chgData name="Jessie Yen" userId="4a9c913d99f18c0a" providerId="LiveId" clId="{56EB8FD7-85ED-4E20-A931-65888AF589AC}" dt="2024-10-24T15:20:56.111" v="2052" actId="1035"/>
          <ac:spMkLst>
            <pc:docMk/>
            <pc:sldMk cId="390759750" sldId="321"/>
            <ac:spMk id="1306" creationId="{889DD5A4-B0D6-98AB-6CBA-AA0ED20EBE32}"/>
          </ac:spMkLst>
        </pc:spChg>
      </pc:sldChg>
      <pc:sldChg chg="addSp delSp modSp add mod ord modNotesTx">
        <pc:chgData name="Jessie Yen" userId="4a9c913d99f18c0a" providerId="LiveId" clId="{56EB8FD7-85ED-4E20-A931-65888AF589AC}" dt="2024-10-23T18:19:25.929" v="1848" actId="1076"/>
        <pc:sldMkLst>
          <pc:docMk/>
          <pc:sldMk cId="1137131105" sldId="322"/>
        </pc:sldMkLst>
        <pc:spChg chg="add del mod">
          <ac:chgData name="Jessie Yen" userId="4a9c913d99f18c0a" providerId="LiveId" clId="{56EB8FD7-85ED-4E20-A931-65888AF589AC}" dt="2024-10-23T15:45:09.850" v="569" actId="478"/>
          <ac:spMkLst>
            <pc:docMk/>
            <pc:sldMk cId="1137131105" sldId="322"/>
            <ac:spMk id="3" creationId="{401A67B4-72B4-2450-44E3-8150A4C4C787}"/>
          </ac:spMkLst>
        </pc:spChg>
        <pc:spChg chg="add del mod">
          <ac:chgData name="Jessie Yen" userId="4a9c913d99f18c0a" providerId="LiveId" clId="{56EB8FD7-85ED-4E20-A931-65888AF589AC}" dt="2024-10-23T15:45:11.959" v="570" actId="478"/>
          <ac:spMkLst>
            <pc:docMk/>
            <pc:sldMk cId="1137131105" sldId="322"/>
            <ac:spMk id="5" creationId="{DD24C402-9646-3BB2-EB7B-B9CABF918514}"/>
          </ac:spMkLst>
        </pc:spChg>
        <pc:spChg chg="add del mod">
          <ac:chgData name="Jessie Yen" userId="4a9c913d99f18c0a" providerId="LiveId" clId="{56EB8FD7-85ED-4E20-A931-65888AF589AC}" dt="2024-10-23T15:45:50.031" v="577" actId="478"/>
          <ac:spMkLst>
            <pc:docMk/>
            <pc:sldMk cId="1137131105" sldId="322"/>
            <ac:spMk id="7" creationId="{699D355A-48B5-84B7-EEA3-8E74EC23FA18}"/>
          </ac:spMkLst>
        </pc:spChg>
        <pc:spChg chg="add mod">
          <ac:chgData name="Jessie Yen" userId="4a9c913d99f18c0a" providerId="LiveId" clId="{56EB8FD7-85ED-4E20-A931-65888AF589AC}" dt="2024-10-23T18:19:25.929" v="1848" actId="1076"/>
          <ac:spMkLst>
            <pc:docMk/>
            <pc:sldMk cId="1137131105" sldId="322"/>
            <ac:spMk id="9" creationId="{7DB21245-5074-5CD5-CFBF-B1E02D094BCF}"/>
          </ac:spMkLst>
        </pc:spChg>
        <pc:spChg chg="add del mod">
          <ac:chgData name="Jessie Yen" userId="4a9c913d99f18c0a" providerId="LiveId" clId="{56EB8FD7-85ED-4E20-A931-65888AF589AC}" dt="2024-10-23T15:45:14.166" v="572" actId="478"/>
          <ac:spMkLst>
            <pc:docMk/>
            <pc:sldMk cId="1137131105" sldId="322"/>
            <ac:spMk id="11" creationId="{7F7478C7-7A73-14DB-D955-3254F416DFE3}"/>
          </ac:spMkLst>
        </pc:spChg>
        <pc:spChg chg="add del mod">
          <ac:chgData name="Jessie Yen" userId="4a9c913d99f18c0a" providerId="LiveId" clId="{56EB8FD7-85ED-4E20-A931-65888AF589AC}" dt="2024-10-23T15:45:13.179" v="571" actId="478"/>
          <ac:spMkLst>
            <pc:docMk/>
            <pc:sldMk cId="1137131105" sldId="322"/>
            <ac:spMk id="13" creationId="{F8E250D3-8E55-86F4-6283-46EEA5F38BE2}"/>
          </ac:spMkLst>
        </pc:spChg>
        <pc:spChg chg="mod">
          <ac:chgData name="Jessie Yen" userId="4a9c913d99f18c0a" providerId="LiveId" clId="{56EB8FD7-85ED-4E20-A931-65888AF589AC}" dt="2024-10-23T16:25:05.091" v="807" actId="20577"/>
          <ac:spMkLst>
            <pc:docMk/>
            <pc:sldMk cId="1137131105" sldId="322"/>
            <ac:spMk id="1562" creationId="{524C2053-4464-2195-E233-41E3CFAD7555}"/>
          </ac:spMkLst>
        </pc:spChg>
        <pc:spChg chg="del">
          <ac:chgData name="Jessie Yen" userId="4a9c913d99f18c0a" providerId="LiveId" clId="{56EB8FD7-85ED-4E20-A931-65888AF589AC}" dt="2024-10-23T15:45:07.768" v="568" actId="478"/>
          <ac:spMkLst>
            <pc:docMk/>
            <pc:sldMk cId="1137131105" sldId="322"/>
            <ac:spMk id="1563" creationId="{DB5BE5CD-D121-480E-B537-E812F48CD1AB}"/>
          </ac:spMkLst>
        </pc:spChg>
        <pc:spChg chg="del">
          <ac:chgData name="Jessie Yen" userId="4a9c913d99f18c0a" providerId="LiveId" clId="{56EB8FD7-85ED-4E20-A931-65888AF589AC}" dt="2024-10-23T15:45:07.768" v="568" actId="478"/>
          <ac:spMkLst>
            <pc:docMk/>
            <pc:sldMk cId="1137131105" sldId="322"/>
            <ac:spMk id="1564" creationId="{B8F115EA-DFF4-35FE-8858-A5FD9463AD6F}"/>
          </ac:spMkLst>
        </pc:spChg>
        <pc:spChg chg="del">
          <ac:chgData name="Jessie Yen" userId="4a9c913d99f18c0a" providerId="LiveId" clId="{56EB8FD7-85ED-4E20-A931-65888AF589AC}" dt="2024-10-23T15:45:07.768" v="568" actId="478"/>
          <ac:spMkLst>
            <pc:docMk/>
            <pc:sldMk cId="1137131105" sldId="322"/>
            <ac:spMk id="1565" creationId="{346BD8CD-512B-5D32-645C-4359CD7B4971}"/>
          </ac:spMkLst>
        </pc:spChg>
        <pc:spChg chg="del">
          <ac:chgData name="Jessie Yen" userId="4a9c913d99f18c0a" providerId="LiveId" clId="{56EB8FD7-85ED-4E20-A931-65888AF589AC}" dt="2024-10-23T15:45:07.768" v="568" actId="478"/>
          <ac:spMkLst>
            <pc:docMk/>
            <pc:sldMk cId="1137131105" sldId="322"/>
            <ac:spMk id="1566" creationId="{F52E2040-37F9-909F-453E-AC750D78897C}"/>
          </ac:spMkLst>
        </pc:spChg>
        <pc:spChg chg="del">
          <ac:chgData name="Jessie Yen" userId="4a9c913d99f18c0a" providerId="LiveId" clId="{56EB8FD7-85ED-4E20-A931-65888AF589AC}" dt="2024-10-23T15:45:07.768" v="568" actId="478"/>
          <ac:spMkLst>
            <pc:docMk/>
            <pc:sldMk cId="1137131105" sldId="322"/>
            <ac:spMk id="1569" creationId="{FC466CE6-742A-9250-BD9A-69B0F1AC2C77}"/>
          </ac:spMkLst>
        </pc:spChg>
        <pc:spChg chg="del">
          <ac:chgData name="Jessie Yen" userId="4a9c913d99f18c0a" providerId="LiveId" clId="{56EB8FD7-85ED-4E20-A931-65888AF589AC}" dt="2024-10-23T15:45:07.768" v="568" actId="478"/>
          <ac:spMkLst>
            <pc:docMk/>
            <pc:sldMk cId="1137131105" sldId="322"/>
            <ac:spMk id="1570" creationId="{BF0B7C1A-1487-3E6A-716B-AFB5C2241779}"/>
          </ac:spMkLst>
        </pc:spChg>
        <pc:spChg chg="del">
          <ac:chgData name="Jessie Yen" userId="4a9c913d99f18c0a" providerId="LiveId" clId="{56EB8FD7-85ED-4E20-A931-65888AF589AC}" dt="2024-10-23T15:45:07.768" v="568" actId="478"/>
          <ac:spMkLst>
            <pc:docMk/>
            <pc:sldMk cId="1137131105" sldId="322"/>
            <ac:spMk id="1571" creationId="{0B6A4032-4DAB-A8DC-0DA5-8FCDAF6BE01C}"/>
          </ac:spMkLst>
        </pc:spChg>
        <pc:spChg chg="del">
          <ac:chgData name="Jessie Yen" userId="4a9c913d99f18c0a" providerId="LiveId" clId="{56EB8FD7-85ED-4E20-A931-65888AF589AC}" dt="2024-10-23T15:45:07.768" v="568" actId="478"/>
          <ac:spMkLst>
            <pc:docMk/>
            <pc:sldMk cId="1137131105" sldId="322"/>
            <ac:spMk id="1572" creationId="{4D175224-9B91-6C27-8336-9495EB10F333}"/>
          </ac:spMkLst>
        </pc:spChg>
        <pc:spChg chg="del">
          <ac:chgData name="Jessie Yen" userId="4a9c913d99f18c0a" providerId="LiveId" clId="{56EB8FD7-85ED-4E20-A931-65888AF589AC}" dt="2024-10-23T15:45:07.768" v="568" actId="478"/>
          <ac:spMkLst>
            <pc:docMk/>
            <pc:sldMk cId="1137131105" sldId="322"/>
            <ac:spMk id="1574" creationId="{2373DEB1-8870-991D-525D-6AE44AFFBC48}"/>
          </ac:spMkLst>
        </pc:spChg>
        <pc:spChg chg="mod topLvl">
          <ac:chgData name="Jessie Yen" userId="4a9c913d99f18c0a" providerId="LiveId" clId="{56EB8FD7-85ED-4E20-A931-65888AF589AC}" dt="2024-10-23T15:47:40.315" v="605" actId="1076"/>
          <ac:spMkLst>
            <pc:docMk/>
            <pc:sldMk cId="1137131105" sldId="322"/>
            <ac:spMk id="1651" creationId="{183A66F0-E257-BC8D-C5B9-969E31A65ECC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53" creationId="{42509C75-76E2-009B-7883-EF54F5C9011D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54" creationId="{B641D680-342B-D65A-D45A-2DFA0BA7321F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55" creationId="{59400E2C-1390-828B-31D0-31AC5ADAD2E0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56" creationId="{6CDFFA3C-3B77-4B99-406C-26CEA68D4520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57" creationId="{ECF87F98-40B1-2552-23B1-1EAD80F87E9C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59" creationId="{0C849053-2893-F1A7-D59E-3B731BEBB1E3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60" creationId="{F9B05CCF-D3D8-EC3F-3C4B-27958B4D5E88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61" creationId="{E8996E11-E87C-E1DD-2BEE-6C55B7E9BB54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62" creationId="{2427E2D0-6A69-973A-5984-586608E867CD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63" creationId="{D6239BD5-7773-CA7B-2CD7-EEC6836C851F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64" creationId="{B3919E9D-A614-6A47-5A72-9E1E62EB1429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65" creationId="{67960171-AE9B-404F-A85A-017EFE95C452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66" creationId="{0CE093A6-F43C-F447-CBAF-37199A0F066F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67" creationId="{07A5BC31-A423-A53E-0B7F-F2C9EE277BF1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68" creationId="{A1B91956-2A79-B889-BF28-08A1BDEB3AAF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69" creationId="{C07C8090-F943-DD7A-7101-CDDBE41BB355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70" creationId="{9F8D3F51-9B35-75A6-BDFC-F1C5B7C436A8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73" creationId="{3C9B5589-C375-B678-6ABD-A4978BF7C033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74" creationId="{4D773468-EE56-B7AC-0BCF-A2AA110E5B94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75" creationId="{B9A69802-89F6-BE2C-4200-117D5AD49B58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76" creationId="{A49452C5-2002-55D2-C873-520922260961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77" creationId="{3979B3FF-DD1E-378D-B4A3-DCC4104B581D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78" creationId="{84550D0B-0A05-DDC9-C2F8-A58F23904EB3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79" creationId="{693CC919-7E44-17BE-BF52-C89E192CD45D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80" creationId="{B861EF62-F6D4-502F-FD3E-5FA835DDC3F5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81" creationId="{127FD1A1-E163-5EA7-474E-A000D5C24F35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82" creationId="{F894D92E-8271-095E-484A-B5CDD3153ACB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83" creationId="{AF9D29AA-E25E-0E39-44B4-8F954FD3144A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84" creationId="{22D00C65-0055-051F-63A4-FA85A3F5A5F0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85" creationId="{3D46B838-700C-963E-3896-291EB61D7C3F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86" creationId="{2FC8C40F-C881-E117-82A6-AC3344E57458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87" creationId="{4F15DE64-D0D3-DBDB-8A10-EFF0374BDA94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88" creationId="{29FD7EFC-479A-5E6F-AF12-919E9D0FBF65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89" creationId="{CD3FB7A1-41AD-9DB2-03FC-F285B8D3544B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90" creationId="{3518B8EE-8E2D-4C35-E67D-7A2F95ED7C8F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91" creationId="{D9981DF9-2007-DCB1-B19F-C2F3EEAEEED9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92" creationId="{0945CF06-F130-4502-8838-8C043DF8A8A0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93" creationId="{53929133-D0DC-AD54-8D3B-DE2A78A7FF7D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94" creationId="{1CAB33CB-6C11-0BDD-B82F-BC25CE3639C2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95" creationId="{4B6FFEA8-72B4-B620-4C45-B71C6CC62BC5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96" creationId="{C9E2D18C-6BB7-4EF1-7962-6DFC9F5717FC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97" creationId="{B2DC0FFB-89AA-6C09-51D4-45E5693FAE31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98" creationId="{C85D5673-D72E-38E0-3342-C087378708FF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699" creationId="{55878BD2-A926-514B-B8C8-0DD72EE2BFE0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700" creationId="{F1CE5000-A140-13D4-B934-C3BAA6FF8573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701" creationId="{6105529C-743B-153E-E6CC-F423A1EE1C8B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702" creationId="{B990E61D-5BDF-7144-7F5F-5DB05EC9F1BD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703" creationId="{B1276297-AA2E-035D-1031-D654BC8B0A35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704" creationId="{D1DF8B88-8911-3E17-E4FB-09C94645461C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705" creationId="{84498500-A228-AC45-F1ED-AB3BA5E262ED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706" creationId="{20981FB3-587B-0A56-20C3-50A59BB60C62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707" creationId="{FDCD1100-ED5B-B548-CFE7-029A2A8CA4CE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708" creationId="{FB279483-3713-D429-4DEA-5D91A730DA34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710" creationId="{78C785EE-43CF-69AD-1290-AA7B9AB1F0E6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711" creationId="{C11F6C7E-12B3-8154-304B-E565EB20E6F4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712" creationId="{ECAA32DC-363B-2857-A8AD-CC6FD8FD7024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713" creationId="{9A1FD863-B678-565A-7396-4C07A6CC1910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714" creationId="{59D7FEF5-E0F9-0163-B3A6-C92AA4FE17AB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715" creationId="{53401050-B2E7-D961-31AE-A2760C0F8161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716" creationId="{2CCBFFEC-D777-7A27-D240-5AE23A270217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717" creationId="{C74DF332-DAE3-05F1-76E4-C9B481DB3AC0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718" creationId="{F1841E3E-8E86-A18D-EBE7-6AE835B9F53B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719" creationId="{83208609-42A2-EFCC-F023-2F87B4E566D4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721" creationId="{5AF1F26D-4DE8-B2EB-98CE-B7AD19A57E62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722" creationId="{93602075-3A72-95A1-C1A1-03CFD0CA30F9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724" creationId="{E49C3C0E-A534-7260-2163-3F8156E5D26F}"/>
          </ac:spMkLst>
        </pc:spChg>
        <pc:spChg chg="mod">
          <ac:chgData name="Jessie Yen" userId="4a9c913d99f18c0a" providerId="LiveId" clId="{56EB8FD7-85ED-4E20-A931-65888AF589AC}" dt="2024-10-23T15:47:22.716" v="599" actId="165"/>
          <ac:spMkLst>
            <pc:docMk/>
            <pc:sldMk cId="1137131105" sldId="322"/>
            <ac:spMk id="1725" creationId="{8438A73D-8346-B049-7C44-8FC29192C93D}"/>
          </ac:spMkLst>
        </pc:spChg>
        <pc:grpChg chg="del">
          <ac:chgData name="Jessie Yen" userId="4a9c913d99f18c0a" providerId="LiveId" clId="{56EB8FD7-85ED-4E20-A931-65888AF589AC}" dt="2024-10-23T15:45:07.768" v="568" actId="478"/>
          <ac:grpSpMkLst>
            <pc:docMk/>
            <pc:sldMk cId="1137131105" sldId="322"/>
            <ac:grpSpMk id="1575" creationId="{F1461501-107D-F412-C89B-DD2F8C53470E}"/>
          </ac:grpSpMkLst>
        </pc:grpChg>
        <pc:grpChg chg="del">
          <ac:chgData name="Jessie Yen" userId="4a9c913d99f18c0a" providerId="LiveId" clId="{56EB8FD7-85ED-4E20-A931-65888AF589AC}" dt="2024-10-23T15:45:07.768" v="568" actId="478"/>
          <ac:grpSpMkLst>
            <pc:docMk/>
            <pc:sldMk cId="1137131105" sldId="322"/>
            <ac:grpSpMk id="1610" creationId="{55C86F8E-0792-5EE2-F227-D9363DEC9041}"/>
          </ac:grpSpMkLst>
        </pc:grpChg>
        <pc:grpChg chg="del">
          <ac:chgData name="Jessie Yen" userId="4a9c913d99f18c0a" providerId="LiveId" clId="{56EB8FD7-85ED-4E20-A931-65888AF589AC}" dt="2024-10-23T15:45:07.768" v="568" actId="478"/>
          <ac:grpSpMkLst>
            <pc:docMk/>
            <pc:sldMk cId="1137131105" sldId="322"/>
            <ac:grpSpMk id="1636" creationId="{A59D5664-2E19-7317-29B2-AA50471EC0D2}"/>
          </ac:grpSpMkLst>
        </pc:grpChg>
        <pc:grpChg chg="del mod">
          <ac:chgData name="Jessie Yen" userId="4a9c913d99f18c0a" providerId="LiveId" clId="{56EB8FD7-85ED-4E20-A931-65888AF589AC}" dt="2024-10-23T15:47:22.716" v="599" actId="165"/>
          <ac:grpSpMkLst>
            <pc:docMk/>
            <pc:sldMk cId="1137131105" sldId="322"/>
            <ac:grpSpMk id="1650" creationId="{3C518B4B-7BD3-5CB0-6260-82A7DC3EEF09}"/>
          </ac:grpSpMkLst>
        </pc:grpChg>
        <pc:grpChg chg="mod topLvl">
          <ac:chgData name="Jessie Yen" userId="4a9c913d99f18c0a" providerId="LiveId" clId="{56EB8FD7-85ED-4E20-A931-65888AF589AC}" dt="2024-10-23T15:47:22.716" v="599" actId="165"/>
          <ac:grpSpMkLst>
            <pc:docMk/>
            <pc:sldMk cId="1137131105" sldId="322"/>
            <ac:grpSpMk id="1652" creationId="{8DF27FD1-5BED-2569-C772-9451EFDF5BD7}"/>
          </ac:grpSpMkLst>
        </pc:grpChg>
        <pc:grpChg chg="mod topLvl">
          <ac:chgData name="Jessie Yen" userId="4a9c913d99f18c0a" providerId="LiveId" clId="{56EB8FD7-85ED-4E20-A931-65888AF589AC}" dt="2024-10-23T15:47:33.867" v="603" actId="1076"/>
          <ac:grpSpMkLst>
            <pc:docMk/>
            <pc:sldMk cId="1137131105" sldId="322"/>
            <ac:grpSpMk id="1658" creationId="{02F7A2DF-C0AD-AB1C-7E09-9B5D892A2074}"/>
          </ac:grpSpMkLst>
        </pc:grpChg>
        <pc:grpChg chg="mod topLvl">
          <ac:chgData name="Jessie Yen" userId="4a9c913d99f18c0a" providerId="LiveId" clId="{56EB8FD7-85ED-4E20-A931-65888AF589AC}" dt="2024-10-23T15:47:30.301" v="602" actId="1076"/>
          <ac:grpSpMkLst>
            <pc:docMk/>
            <pc:sldMk cId="1137131105" sldId="322"/>
            <ac:grpSpMk id="1671" creationId="{9297ED7C-E8AB-DF60-D7D9-3B2E96D164C5}"/>
          </ac:grpSpMkLst>
        </pc:grpChg>
        <pc:grpChg chg="mod">
          <ac:chgData name="Jessie Yen" userId="4a9c913d99f18c0a" providerId="LiveId" clId="{56EB8FD7-85ED-4E20-A931-65888AF589AC}" dt="2024-10-23T15:47:22.716" v="599" actId="165"/>
          <ac:grpSpMkLst>
            <pc:docMk/>
            <pc:sldMk cId="1137131105" sldId="322"/>
            <ac:grpSpMk id="1672" creationId="{CB45C0F6-F063-217F-F2B3-5D28B8F8E012}"/>
          </ac:grpSpMkLst>
        </pc:grpChg>
        <pc:grpChg chg="mod">
          <ac:chgData name="Jessie Yen" userId="4a9c913d99f18c0a" providerId="LiveId" clId="{56EB8FD7-85ED-4E20-A931-65888AF589AC}" dt="2024-10-23T15:47:22.716" v="599" actId="165"/>
          <ac:grpSpMkLst>
            <pc:docMk/>
            <pc:sldMk cId="1137131105" sldId="322"/>
            <ac:grpSpMk id="1709" creationId="{AAEC9156-2F8D-5393-050A-EA686E919F9F}"/>
          </ac:grpSpMkLst>
        </pc:grpChg>
        <pc:grpChg chg="mod topLvl">
          <ac:chgData name="Jessie Yen" userId="4a9c913d99f18c0a" providerId="LiveId" clId="{56EB8FD7-85ED-4E20-A931-65888AF589AC}" dt="2024-10-23T15:47:22.716" v="599" actId="165"/>
          <ac:grpSpMkLst>
            <pc:docMk/>
            <pc:sldMk cId="1137131105" sldId="322"/>
            <ac:grpSpMk id="1720" creationId="{509BC6A5-AC5B-5CAC-795D-6CCE965365CB}"/>
          </ac:grpSpMkLst>
        </pc:grpChg>
        <pc:grpChg chg="del mod topLvl">
          <ac:chgData name="Jessie Yen" userId="4a9c913d99f18c0a" providerId="LiveId" clId="{56EB8FD7-85ED-4E20-A931-65888AF589AC}" dt="2024-10-23T15:47:25.085" v="600" actId="478"/>
          <ac:grpSpMkLst>
            <pc:docMk/>
            <pc:sldMk cId="1137131105" sldId="322"/>
            <ac:grpSpMk id="1723" creationId="{F7056E38-37F6-A358-8AEE-2568FDD04A7A}"/>
          </ac:grpSpMkLst>
        </pc:grpChg>
      </pc:sldChg>
      <pc:sldChg chg="add del">
        <pc:chgData name="Jessie Yen" userId="4a9c913d99f18c0a" providerId="LiveId" clId="{56EB8FD7-85ED-4E20-A931-65888AF589AC}" dt="2024-10-23T15:44:36.038" v="559" actId="47"/>
        <pc:sldMkLst>
          <pc:docMk/>
          <pc:sldMk cId="4099594683" sldId="322"/>
        </pc:sldMkLst>
      </pc:sldChg>
      <pc:sldChg chg="add del">
        <pc:chgData name="Jessie Yen" userId="4a9c913d99f18c0a" providerId="LiveId" clId="{56EB8FD7-85ED-4E20-A931-65888AF589AC}" dt="2024-10-23T16:37:42.636" v="855"/>
        <pc:sldMkLst>
          <pc:docMk/>
          <pc:sldMk cId="17940910" sldId="323"/>
        </pc:sldMkLst>
      </pc:sldChg>
      <pc:sldChg chg="modSp add mod modNotesTx">
        <pc:chgData name="Jessie Yen" userId="4a9c913d99f18c0a" providerId="LiveId" clId="{56EB8FD7-85ED-4E20-A931-65888AF589AC}" dt="2024-10-23T17:19:13.555" v="1117" actId="20577"/>
        <pc:sldMkLst>
          <pc:docMk/>
          <pc:sldMk cId="458021380" sldId="323"/>
        </pc:sldMkLst>
        <pc:spChg chg="mod">
          <ac:chgData name="Jessie Yen" userId="4a9c913d99f18c0a" providerId="LiveId" clId="{56EB8FD7-85ED-4E20-A931-65888AF589AC}" dt="2024-10-23T16:54:53.447" v="915" actId="20577"/>
          <ac:spMkLst>
            <pc:docMk/>
            <pc:sldMk cId="458021380" sldId="323"/>
            <ac:spMk id="4" creationId="{1916C931-6608-955D-05AE-EC77994F1522}"/>
          </ac:spMkLst>
        </pc:spChg>
        <pc:spChg chg="mod">
          <ac:chgData name="Jessie Yen" userId="4a9c913d99f18c0a" providerId="LiveId" clId="{56EB8FD7-85ED-4E20-A931-65888AF589AC}" dt="2024-10-23T16:55:20.632" v="918" actId="20577"/>
          <ac:spMkLst>
            <pc:docMk/>
            <pc:sldMk cId="458021380" sldId="323"/>
            <ac:spMk id="1306" creationId="{F8BED654-DEED-D518-BB89-724038A6909D}"/>
          </ac:spMkLst>
        </pc:spChg>
      </pc:sldChg>
      <pc:sldChg chg="addSp delSp modSp add mod ord modNotesTx">
        <pc:chgData name="Jessie Yen" userId="4a9c913d99f18c0a" providerId="LiveId" clId="{56EB8FD7-85ED-4E20-A931-65888AF589AC}" dt="2024-10-24T15:16:02.790" v="1895" actId="20578"/>
        <pc:sldMkLst>
          <pc:docMk/>
          <pc:sldMk cId="2200992283" sldId="324"/>
        </pc:sldMkLst>
        <pc:spChg chg="add del mod">
          <ac:chgData name="Jessie Yen" userId="4a9c913d99f18c0a" providerId="LiveId" clId="{56EB8FD7-85ED-4E20-A931-65888AF589AC}" dt="2024-10-24T14:55:50.042" v="1877" actId="478"/>
          <ac:spMkLst>
            <pc:docMk/>
            <pc:sldMk cId="2200992283" sldId="324"/>
            <ac:spMk id="4" creationId="{3191341B-42F6-9BB9-A292-B6EED1F9D549}"/>
          </ac:spMkLst>
        </pc:spChg>
        <pc:spChg chg="mod">
          <ac:chgData name="Jessie Yen" userId="4a9c913d99f18c0a" providerId="LiveId" clId="{56EB8FD7-85ED-4E20-A931-65888AF589AC}" dt="2024-10-24T14:56:04.113" v="1888" actId="20577"/>
          <ac:spMkLst>
            <pc:docMk/>
            <pc:sldMk cId="2200992283" sldId="324"/>
            <ac:spMk id="1306" creationId="{377F7D6E-F02D-C92F-FD6D-8B50A9D79677}"/>
          </ac:spMkLst>
        </pc:spChg>
      </pc:sldChg>
      <pc:sldChg chg="addSp delSp modSp add del mod ord">
        <pc:chgData name="Jessie Yen" userId="4a9c913d99f18c0a" providerId="LiveId" clId="{56EB8FD7-85ED-4E20-A931-65888AF589AC}" dt="2024-10-23T17:05:02.177" v="961" actId="47"/>
        <pc:sldMkLst>
          <pc:docMk/>
          <pc:sldMk cId="1844894287" sldId="325"/>
        </pc:sldMkLst>
        <pc:spChg chg="add del mod">
          <ac:chgData name="Jessie Yen" userId="4a9c913d99f18c0a" providerId="LiveId" clId="{56EB8FD7-85ED-4E20-A931-65888AF589AC}" dt="2024-10-23T17:03:50.002" v="952" actId="478"/>
          <ac:spMkLst>
            <pc:docMk/>
            <pc:sldMk cId="1844894287" sldId="325"/>
            <ac:spMk id="3" creationId="{92F9AD5A-EDB4-4D3F-3ACF-53511135C12F}"/>
          </ac:spMkLst>
        </pc:spChg>
        <pc:spChg chg="add del mod">
          <ac:chgData name="Jessie Yen" userId="4a9c913d99f18c0a" providerId="LiveId" clId="{56EB8FD7-85ED-4E20-A931-65888AF589AC}" dt="2024-10-23T17:03:50.002" v="952" actId="478"/>
          <ac:spMkLst>
            <pc:docMk/>
            <pc:sldMk cId="1844894287" sldId="325"/>
            <ac:spMk id="5" creationId="{2F0E518B-7F0D-B08D-7510-FED06C623883}"/>
          </ac:spMkLst>
        </pc:spChg>
        <pc:spChg chg="add del mod">
          <ac:chgData name="Jessie Yen" userId="4a9c913d99f18c0a" providerId="LiveId" clId="{56EB8FD7-85ED-4E20-A931-65888AF589AC}" dt="2024-10-23T17:03:50.002" v="952" actId="478"/>
          <ac:spMkLst>
            <pc:docMk/>
            <pc:sldMk cId="1844894287" sldId="325"/>
            <ac:spMk id="7" creationId="{2E98CFDA-AF05-B397-CE34-3D343BD1A6C6}"/>
          </ac:spMkLst>
        </pc:spChg>
        <pc:spChg chg="add del mod">
          <ac:chgData name="Jessie Yen" userId="4a9c913d99f18c0a" providerId="LiveId" clId="{56EB8FD7-85ED-4E20-A931-65888AF589AC}" dt="2024-10-23T17:03:50.002" v="952" actId="478"/>
          <ac:spMkLst>
            <pc:docMk/>
            <pc:sldMk cId="1844894287" sldId="325"/>
            <ac:spMk id="9" creationId="{C279F781-6089-D86E-4E2B-995402B876F0}"/>
          </ac:spMkLst>
        </pc:spChg>
        <pc:spChg chg="add del mod">
          <ac:chgData name="Jessie Yen" userId="4a9c913d99f18c0a" providerId="LiveId" clId="{56EB8FD7-85ED-4E20-A931-65888AF589AC}" dt="2024-10-23T17:03:50.002" v="952" actId="478"/>
          <ac:spMkLst>
            <pc:docMk/>
            <pc:sldMk cId="1844894287" sldId="325"/>
            <ac:spMk id="11" creationId="{9089B276-8217-2E55-2D69-4EFF96CE42E6}"/>
          </ac:spMkLst>
        </pc:spChg>
        <pc:spChg chg="add del mod">
          <ac:chgData name="Jessie Yen" userId="4a9c913d99f18c0a" providerId="LiveId" clId="{56EB8FD7-85ED-4E20-A931-65888AF589AC}" dt="2024-10-23T17:03:50.002" v="952" actId="478"/>
          <ac:spMkLst>
            <pc:docMk/>
            <pc:sldMk cId="1844894287" sldId="325"/>
            <ac:spMk id="13" creationId="{AF1B07C3-01C3-3226-B73C-5A3BECCFBE27}"/>
          </ac:spMkLst>
        </pc:spChg>
        <pc:spChg chg="add mod">
          <ac:chgData name="Jessie Yen" userId="4a9c913d99f18c0a" providerId="LiveId" clId="{56EB8FD7-85ED-4E20-A931-65888AF589AC}" dt="2024-10-23T17:04:07.775" v="956" actId="1076"/>
          <ac:spMkLst>
            <pc:docMk/>
            <pc:sldMk cId="1844894287" sldId="325"/>
            <ac:spMk id="14" creationId="{E98878B8-ECEE-C47A-D448-B6E03F2CE2EA}"/>
          </ac:spMkLst>
        </pc:spChg>
        <pc:spChg chg="del">
          <ac:chgData name="Jessie Yen" userId="4a9c913d99f18c0a" providerId="LiveId" clId="{56EB8FD7-85ED-4E20-A931-65888AF589AC}" dt="2024-10-23T17:03:47.429" v="951" actId="478"/>
          <ac:spMkLst>
            <pc:docMk/>
            <pc:sldMk cId="1844894287" sldId="325"/>
            <ac:spMk id="2200" creationId="{CD96A673-4DC1-A7ED-2D93-8EB6DDCDD93B}"/>
          </ac:spMkLst>
        </pc:spChg>
        <pc:spChg chg="del">
          <ac:chgData name="Jessie Yen" userId="4a9c913d99f18c0a" providerId="LiveId" clId="{56EB8FD7-85ED-4E20-A931-65888AF589AC}" dt="2024-10-23T17:03:47.429" v="951" actId="478"/>
          <ac:spMkLst>
            <pc:docMk/>
            <pc:sldMk cId="1844894287" sldId="325"/>
            <ac:spMk id="2201" creationId="{CFB683DC-C73B-EDD0-746E-04EA6B0868B0}"/>
          </ac:spMkLst>
        </pc:spChg>
        <pc:spChg chg="del">
          <ac:chgData name="Jessie Yen" userId="4a9c913d99f18c0a" providerId="LiveId" clId="{56EB8FD7-85ED-4E20-A931-65888AF589AC}" dt="2024-10-23T17:03:47.429" v="951" actId="478"/>
          <ac:spMkLst>
            <pc:docMk/>
            <pc:sldMk cId="1844894287" sldId="325"/>
            <ac:spMk id="2202" creationId="{09A85BF7-C043-0E1A-AF24-3EB7184FE79B}"/>
          </ac:spMkLst>
        </pc:spChg>
        <pc:spChg chg="del">
          <ac:chgData name="Jessie Yen" userId="4a9c913d99f18c0a" providerId="LiveId" clId="{56EB8FD7-85ED-4E20-A931-65888AF589AC}" dt="2024-10-23T17:03:47.429" v="951" actId="478"/>
          <ac:spMkLst>
            <pc:docMk/>
            <pc:sldMk cId="1844894287" sldId="325"/>
            <ac:spMk id="2203" creationId="{2C57D6D9-4911-C8F9-24BD-60BE4DCCA0AD}"/>
          </ac:spMkLst>
        </pc:spChg>
        <pc:spChg chg="del">
          <ac:chgData name="Jessie Yen" userId="4a9c913d99f18c0a" providerId="LiveId" clId="{56EB8FD7-85ED-4E20-A931-65888AF589AC}" dt="2024-10-23T17:03:47.429" v="951" actId="478"/>
          <ac:spMkLst>
            <pc:docMk/>
            <pc:sldMk cId="1844894287" sldId="325"/>
            <ac:spMk id="2204" creationId="{273DD73C-7F9B-F1A0-C58E-FDE084D98192}"/>
          </ac:spMkLst>
        </pc:spChg>
        <pc:spChg chg="del">
          <ac:chgData name="Jessie Yen" userId="4a9c913d99f18c0a" providerId="LiveId" clId="{56EB8FD7-85ED-4E20-A931-65888AF589AC}" dt="2024-10-23T17:03:47.429" v="951" actId="478"/>
          <ac:spMkLst>
            <pc:docMk/>
            <pc:sldMk cId="1844894287" sldId="325"/>
            <ac:spMk id="2205" creationId="{FE54E147-FAF2-4C94-BB79-57927502E0D4}"/>
          </ac:spMkLst>
        </pc:spChg>
      </pc:sldChg>
    </pc:docChg>
  </pc:docChgLst>
  <pc:docChgLst>
    <pc:chgData name="恩宇 周" userId="94a0346fd67a87c6" providerId="LiveId" clId="{F2200F6B-8AE9-F543-B552-9A0697FB3792}"/>
    <pc:docChg chg="delSld modSection">
      <pc:chgData name="恩宇 周" userId="94a0346fd67a87c6" providerId="LiveId" clId="{F2200F6B-8AE9-F543-B552-9A0697FB3792}" dt="2024-10-24T15:35:59.794" v="0" actId="2696"/>
      <pc:docMkLst>
        <pc:docMk/>
      </pc:docMkLst>
      <pc:sldChg chg="del">
        <pc:chgData name="恩宇 周" userId="94a0346fd67a87c6" providerId="LiveId" clId="{F2200F6B-8AE9-F543-B552-9A0697FB3792}" dt="2024-10-24T15:35:59.794" v="0" actId="2696"/>
        <pc:sldMkLst>
          <pc:docMk/>
          <pc:sldMk cId="3943860863" sldId="31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94a0346fd67a87c6/&#26700;&#38754;/&#26032;&#22686;%20Microsoft%20Excel%20&#24037;&#20316;&#34920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D13-4939-AF21-27C3813479F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D13-4939-AF21-27C3813479F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D13-4939-AF21-27C3813479FF}"/>
              </c:ext>
            </c:extLst>
          </c:dPt>
          <c:dLbls>
            <c:dLbl>
              <c:idx val="0"/>
              <c:layout>
                <c:manualLayout>
                  <c:x val="5.0665135608048889E-2"/>
                  <c:y val="7.1216462525517638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D13-4939-AF21-27C3813479FF}"/>
                </c:ext>
              </c:extLst>
            </c:dLbl>
            <c:dLbl>
              <c:idx val="1"/>
              <c:layout>
                <c:manualLayout>
                  <c:x val="0.23346150481189842"/>
                  <c:y val="-7.4198381452318454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D13-4939-AF21-27C3813479FF}"/>
                </c:ext>
              </c:extLst>
            </c:dLbl>
            <c:dLbl>
              <c:idx val="2"/>
              <c:layout>
                <c:manualLayout>
                  <c:x val="-7.8853018372703448E-2"/>
                  <c:y val="7.0176436278798479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D13-4939-AF21-27C3813479FF}"/>
                </c:ext>
              </c:extLst>
            </c:dLbl>
            <c:spPr>
              <a:solidFill>
                <a:srgbClr val="F9F9F9"/>
              </a:solidFill>
              <a:ln>
                <a:solidFill>
                  <a:srgbClr val="383838">
                    <a:lumMod val="25000"/>
                    <a:lumOff val="75000"/>
                  </a:srgb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工作表1!$A$1:$A$3</c:f>
              <c:strCache>
                <c:ptCount val="3"/>
                <c:pt idx="0">
                  <c:v>有興趣</c:v>
                </c:pt>
                <c:pt idx="1">
                  <c:v>感到焦慮</c:v>
                </c:pt>
                <c:pt idx="2">
                  <c:v>沒學會</c:v>
                </c:pt>
              </c:strCache>
            </c:strRef>
          </c:cat>
          <c:val>
            <c:numRef>
              <c:f>工作表1!$B$1:$B$3</c:f>
              <c:numCache>
                <c:formatCode>General</c:formatCode>
                <c:ptCount val="3"/>
                <c:pt idx="0">
                  <c:v>0.23</c:v>
                </c:pt>
                <c:pt idx="1">
                  <c:v>0.38</c:v>
                </c:pt>
                <c:pt idx="2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D13-4939-AF21-27C3813479FF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8">
          <a:extLst>
            <a:ext uri="{FF2B5EF4-FFF2-40B4-BE49-F238E27FC236}">
              <a16:creationId xmlns:a16="http://schemas.microsoft.com/office/drawing/2014/main" id="{58A890FB-30B6-3623-FE9A-8F5588877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54dda1946d_6_332:notes">
            <a:extLst>
              <a:ext uri="{FF2B5EF4-FFF2-40B4-BE49-F238E27FC236}">
                <a16:creationId xmlns:a16="http://schemas.microsoft.com/office/drawing/2014/main" id="{0362FF72-0D2C-0795-6F49-F499EB968D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54dda1946d_6_332:notes">
            <a:extLst>
              <a:ext uri="{FF2B5EF4-FFF2-40B4-BE49-F238E27FC236}">
                <a16:creationId xmlns:a16="http://schemas.microsoft.com/office/drawing/2014/main" id="{AF2A1DA3-F1B3-EF96-FA01-8FAFDFBFA9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09662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8">
          <a:extLst>
            <a:ext uri="{FF2B5EF4-FFF2-40B4-BE49-F238E27FC236}">
              <a16:creationId xmlns:a16="http://schemas.microsoft.com/office/drawing/2014/main" id="{192198BC-13EE-1624-E5FB-0276D09F1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54dda1946d_6_332:notes">
            <a:extLst>
              <a:ext uri="{FF2B5EF4-FFF2-40B4-BE49-F238E27FC236}">
                <a16:creationId xmlns:a16="http://schemas.microsoft.com/office/drawing/2014/main" id="{0A53C85E-2688-57BB-2EC5-52C4A5A4A2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54dda1946d_6_332:notes">
            <a:extLst>
              <a:ext uri="{FF2B5EF4-FFF2-40B4-BE49-F238E27FC236}">
                <a16:creationId xmlns:a16="http://schemas.microsoft.com/office/drawing/2014/main" id="{8B7D21C3-CE73-127F-B83C-9F3AE75174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91725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8">
          <a:extLst>
            <a:ext uri="{FF2B5EF4-FFF2-40B4-BE49-F238E27FC236}">
              <a16:creationId xmlns:a16="http://schemas.microsoft.com/office/drawing/2014/main" id="{D4ADE2EE-87F9-B4F6-BCF4-03D1A50B0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54dda1946d_6_332:notes">
            <a:extLst>
              <a:ext uri="{FF2B5EF4-FFF2-40B4-BE49-F238E27FC236}">
                <a16:creationId xmlns:a16="http://schemas.microsoft.com/office/drawing/2014/main" id="{93C68EE1-A227-A556-AB4C-1DAAD84F69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54dda1946d_6_332:notes">
            <a:extLst>
              <a:ext uri="{FF2B5EF4-FFF2-40B4-BE49-F238E27FC236}">
                <a16:creationId xmlns:a16="http://schemas.microsoft.com/office/drawing/2014/main" id="{1EA17F5A-B765-5C11-B6F3-CC8337D5EA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50041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8">
          <a:extLst>
            <a:ext uri="{FF2B5EF4-FFF2-40B4-BE49-F238E27FC236}">
              <a16:creationId xmlns:a16="http://schemas.microsoft.com/office/drawing/2014/main" id="{25198336-2DEF-4794-2CB1-CC069E5CA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54dda1946d_6_332:notes">
            <a:extLst>
              <a:ext uri="{FF2B5EF4-FFF2-40B4-BE49-F238E27FC236}">
                <a16:creationId xmlns:a16="http://schemas.microsoft.com/office/drawing/2014/main" id="{6BD62FA4-EBCA-49B1-0701-5161816A63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54dda1946d_6_332:notes">
            <a:extLst>
              <a:ext uri="{FF2B5EF4-FFF2-40B4-BE49-F238E27FC236}">
                <a16:creationId xmlns:a16="http://schemas.microsoft.com/office/drawing/2014/main" id="{875DF23C-FDE0-0265-6C05-4B608D8EB4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1639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>
          <a:extLst>
            <a:ext uri="{FF2B5EF4-FFF2-40B4-BE49-F238E27FC236}">
              <a16:creationId xmlns:a16="http://schemas.microsoft.com/office/drawing/2014/main" id="{3AA0FFB3-E2E6-D3D5-EA6A-C6C0211B3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d431007ba2_0_215:notes">
            <a:extLst>
              <a:ext uri="{FF2B5EF4-FFF2-40B4-BE49-F238E27FC236}">
                <a16:creationId xmlns:a16="http://schemas.microsoft.com/office/drawing/2014/main" id="{BA8C9152-8A4A-F8FC-9BB2-9EBEC7A49A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d431007ba2_0_215:notes">
            <a:extLst>
              <a:ext uri="{FF2B5EF4-FFF2-40B4-BE49-F238E27FC236}">
                <a16:creationId xmlns:a16="http://schemas.microsoft.com/office/drawing/2014/main" id="{42475B19-E324-95EE-86EF-FB8D7D6D6E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2296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8">
          <a:extLst>
            <a:ext uri="{FF2B5EF4-FFF2-40B4-BE49-F238E27FC236}">
              <a16:creationId xmlns:a16="http://schemas.microsoft.com/office/drawing/2014/main" id="{9E38AE90-C8E8-8308-E3E2-61A965AB0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1f72ba2facf_0_48:notes">
            <a:extLst>
              <a:ext uri="{FF2B5EF4-FFF2-40B4-BE49-F238E27FC236}">
                <a16:creationId xmlns:a16="http://schemas.microsoft.com/office/drawing/2014/main" id="{E67FD5F5-8331-04A5-01A5-2BF764F29B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1f72ba2facf_0_48:notes">
            <a:extLst>
              <a:ext uri="{FF2B5EF4-FFF2-40B4-BE49-F238E27FC236}">
                <a16:creationId xmlns:a16="http://schemas.microsoft.com/office/drawing/2014/main" id="{AA96F4F8-9F00-2346-606F-4680047737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857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8">
          <a:extLst>
            <a:ext uri="{FF2B5EF4-FFF2-40B4-BE49-F238E27FC236}">
              <a16:creationId xmlns:a16="http://schemas.microsoft.com/office/drawing/2014/main" id="{56DBE6EF-B581-66E3-013A-3897F4D60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54dda1946d_6_332:notes">
            <a:extLst>
              <a:ext uri="{FF2B5EF4-FFF2-40B4-BE49-F238E27FC236}">
                <a16:creationId xmlns:a16="http://schemas.microsoft.com/office/drawing/2014/main" id="{841B782C-252D-72BE-3463-C67C48C4FD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54dda1946d_6_332:notes">
            <a:extLst>
              <a:ext uri="{FF2B5EF4-FFF2-40B4-BE49-F238E27FC236}">
                <a16:creationId xmlns:a16="http://schemas.microsoft.com/office/drawing/2014/main" id="{102E4940-BFB7-D669-B64E-4BB77442A0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35146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8">
          <a:extLst>
            <a:ext uri="{FF2B5EF4-FFF2-40B4-BE49-F238E27FC236}">
              <a16:creationId xmlns:a16="http://schemas.microsoft.com/office/drawing/2014/main" id="{1A658FB4-F100-5488-1910-0230EB085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54dda1946d_6_332:notes">
            <a:extLst>
              <a:ext uri="{FF2B5EF4-FFF2-40B4-BE49-F238E27FC236}">
                <a16:creationId xmlns:a16="http://schemas.microsoft.com/office/drawing/2014/main" id="{E6A889A5-4107-3C9B-4CA1-AB461EA13B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54dda1946d_6_332:notes">
            <a:extLst>
              <a:ext uri="{FF2B5EF4-FFF2-40B4-BE49-F238E27FC236}">
                <a16:creationId xmlns:a16="http://schemas.microsoft.com/office/drawing/2014/main" id="{436E1207-F972-9230-3145-94FE549164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35107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6" name="Google Shape;2606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7" name="Google Shape;2607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122674"/>
            <a:ext cx="4100400" cy="21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424696"/>
            <a:ext cx="4100400" cy="37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/>
          <p:nvPr/>
        </p:nvSpPr>
        <p:spPr>
          <a:xfrm rot="-5400000">
            <a:off x="7973900" y="246170"/>
            <a:ext cx="2496096" cy="1582356"/>
          </a:xfrm>
          <a:custGeom>
            <a:avLst/>
            <a:gdLst/>
            <a:ahLst/>
            <a:cxnLst/>
            <a:rect l="l" t="t" r="r" b="b"/>
            <a:pathLst>
              <a:path w="47371" h="30030" extrusionOk="0">
                <a:moveTo>
                  <a:pt x="30713" y="1"/>
                </a:moveTo>
                <a:cubicBezTo>
                  <a:pt x="29748" y="1"/>
                  <a:pt x="28782" y="127"/>
                  <a:pt x="27824" y="424"/>
                </a:cubicBezTo>
                <a:cubicBezTo>
                  <a:pt x="26233" y="898"/>
                  <a:pt x="24733" y="1605"/>
                  <a:pt x="23077" y="1931"/>
                </a:cubicBezTo>
                <a:cubicBezTo>
                  <a:pt x="22133" y="2112"/>
                  <a:pt x="21172" y="2158"/>
                  <a:pt x="20205" y="2158"/>
                </a:cubicBezTo>
                <a:cubicBezTo>
                  <a:pt x="19185" y="2158"/>
                  <a:pt x="18159" y="2106"/>
                  <a:pt x="17142" y="2106"/>
                </a:cubicBezTo>
                <a:cubicBezTo>
                  <a:pt x="15844" y="2106"/>
                  <a:pt x="14560" y="2191"/>
                  <a:pt x="13322" y="2574"/>
                </a:cubicBezTo>
                <a:cubicBezTo>
                  <a:pt x="11079" y="3282"/>
                  <a:pt x="9198" y="4966"/>
                  <a:pt x="8250" y="7088"/>
                </a:cubicBezTo>
                <a:cubicBezTo>
                  <a:pt x="7514" y="8708"/>
                  <a:pt x="7337" y="10505"/>
                  <a:pt x="6453" y="12012"/>
                </a:cubicBezTo>
                <a:cubicBezTo>
                  <a:pt x="5158" y="14247"/>
                  <a:pt x="2590" y="15513"/>
                  <a:pt x="1296" y="17756"/>
                </a:cubicBezTo>
                <a:cubicBezTo>
                  <a:pt x="1" y="20055"/>
                  <a:pt x="355" y="23062"/>
                  <a:pt x="1798" y="25304"/>
                </a:cubicBezTo>
                <a:cubicBezTo>
                  <a:pt x="1883" y="25389"/>
                  <a:pt x="1946" y="25509"/>
                  <a:pt x="2031" y="25630"/>
                </a:cubicBezTo>
                <a:cubicBezTo>
                  <a:pt x="3687" y="27865"/>
                  <a:pt x="6340" y="29195"/>
                  <a:pt x="9077" y="29726"/>
                </a:cubicBezTo>
                <a:cubicBezTo>
                  <a:pt x="10189" y="29941"/>
                  <a:pt x="11314" y="30029"/>
                  <a:pt x="12442" y="30029"/>
                </a:cubicBezTo>
                <a:cubicBezTo>
                  <a:pt x="14099" y="30029"/>
                  <a:pt x="15761" y="29838"/>
                  <a:pt x="17390" y="29577"/>
                </a:cubicBezTo>
                <a:cubicBezTo>
                  <a:pt x="18897" y="29344"/>
                  <a:pt x="20425" y="29047"/>
                  <a:pt x="21960" y="29018"/>
                </a:cubicBezTo>
                <a:cubicBezTo>
                  <a:pt x="22130" y="29012"/>
                  <a:pt x="22300" y="29010"/>
                  <a:pt x="22470" y="29010"/>
                </a:cubicBezTo>
                <a:cubicBezTo>
                  <a:pt x="24892" y="29010"/>
                  <a:pt x="27287" y="29585"/>
                  <a:pt x="29713" y="29698"/>
                </a:cubicBezTo>
                <a:cubicBezTo>
                  <a:pt x="29922" y="29707"/>
                  <a:pt x="30132" y="29711"/>
                  <a:pt x="30343" y="29711"/>
                </a:cubicBezTo>
                <a:cubicBezTo>
                  <a:pt x="32751" y="29711"/>
                  <a:pt x="35268" y="29093"/>
                  <a:pt x="36816" y="27278"/>
                </a:cubicBezTo>
                <a:cubicBezTo>
                  <a:pt x="37672" y="26274"/>
                  <a:pt x="38139" y="25007"/>
                  <a:pt x="39143" y="24123"/>
                </a:cubicBezTo>
                <a:cubicBezTo>
                  <a:pt x="40120" y="23295"/>
                  <a:pt x="41414" y="22977"/>
                  <a:pt x="42560" y="22383"/>
                </a:cubicBezTo>
                <a:cubicBezTo>
                  <a:pt x="44859" y="21173"/>
                  <a:pt x="46366" y="18789"/>
                  <a:pt x="46869" y="16256"/>
                </a:cubicBezTo>
                <a:cubicBezTo>
                  <a:pt x="47371" y="13717"/>
                  <a:pt x="46925" y="11064"/>
                  <a:pt x="45984" y="8651"/>
                </a:cubicBezTo>
                <a:cubicBezTo>
                  <a:pt x="44541" y="4966"/>
                  <a:pt x="40735" y="2751"/>
                  <a:pt x="37141" y="1428"/>
                </a:cubicBezTo>
                <a:cubicBezTo>
                  <a:pt x="35075" y="648"/>
                  <a:pt x="32897" y="1"/>
                  <a:pt x="307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8567075" y="802150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8781950" y="1400425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" name="Google Shape;98;p13"/>
          <p:cNvGrpSpPr/>
          <p:nvPr/>
        </p:nvGrpSpPr>
        <p:grpSpPr>
          <a:xfrm>
            <a:off x="8670104" y="4402872"/>
            <a:ext cx="234788" cy="188409"/>
            <a:chOff x="4424582" y="1819850"/>
            <a:chExt cx="98427" cy="78984"/>
          </a:xfrm>
        </p:grpSpPr>
        <p:sp>
          <p:nvSpPr>
            <p:cNvPr id="99" name="Google Shape;99;p13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" name="Google Shape;101;p13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3"/>
          <p:cNvSpPr/>
          <p:nvPr/>
        </p:nvSpPr>
        <p:spPr>
          <a:xfrm rot="-6789333">
            <a:off x="-1733103" y="1956216"/>
            <a:ext cx="2259312" cy="2189763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" name="Google Shape;103;p13"/>
          <p:cNvGrpSpPr/>
          <p:nvPr/>
        </p:nvGrpSpPr>
        <p:grpSpPr>
          <a:xfrm rot="10800000">
            <a:off x="190746" y="3262197"/>
            <a:ext cx="234788" cy="188409"/>
            <a:chOff x="4424582" y="1819850"/>
            <a:chExt cx="98427" cy="78984"/>
          </a:xfrm>
        </p:grpSpPr>
        <p:sp>
          <p:nvSpPr>
            <p:cNvPr id="104" name="Google Shape;104;p13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"/>
          </p:nvPr>
        </p:nvSpPr>
        <p:spPr>
          <a:xfrm>
            <a:off x="1121725" y="2301147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2"/>
          </p:nvPr>
        </p:nvSpPr>
        <p:spPr>
          <a:xfrm>
            <a:off x="3820996" y="2301147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3"/>
          </p:nvPr>
        </p:nvSpPr>
        <p:spPr>
          <a:xfrm>
            <a:off x="1121725" y="4034328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4"/>
          </p:nvPr>
        </p:nvSpPr>
        <p:spPr>
          <a:xfrm>
            <a:off x="3820996" y="4034328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5" hasCustomPrompt="1"/>
          </p:nvPr>
        </p:nvSpPr>
        <p:spPr>
          <a:xfrm>
            <a:off x="1121725" y="1238726"/>
            <a:ext cx="734700" cy="54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6" hasCustomPrompt="1"/>
          </p:nvPr>
        </p:nvSpPr>
        <p:spPr>
          <a:xfrm>
            <a:off x="1121725" y="2971389"/>
            <a:ext cx="734700" cy="54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7" hasCustomPrompt="1"/>
          </p:nvPr>
        </p:nvSpPr>
        <p:spPr>
          <a:xfrm>
            <a:off x="3820996" y="1238726"/>
            <a:ext cx="734700" cy="54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8" hasCustomPrompt="1"/>
          </p:nvPr>
        </p:nvSpPr>
        <p:spPr>
          <a:xfrm>
            <a:off x="3820996" y="2971389"/>
            <a:ext cx="734700" cy="54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9"/>
          </p:nvPr>
        </p:nvSpPr>
        <p:spPr>
          <a:xfrm>
            <a:off x="1121725" y="18871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3"/>
          </p:nvPr>
        </p:nvSpPr>
        <p:spPr>
          <a:xfrm>
            <a:off x="3820996" y="18871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14"/>
          </p:nvPr>
        </p:nvSpPr>
        <p:spPr>
          <a:xfrm>
            <a:off x="1121725" y="361985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subTitle" idx="15"/>
          </p:nvPr>
        </p:nvSpPr>
        <p:spPr>
          <a:xfrm>
            <a:off x="3820996" y="361985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"/>
          <p:cNvSpPr/>
          <p:nvPr/>
        </p:nvSpPr>
        <p:spPr>
          <a:xfrm>
            <a:off x="-1190814" y="-484857"/>
            <a:ext cx="1944724" cy="2432477"/>
          </a:xfrm>
          <a:custGeom>
            <a:avLst/>
            <a:gdLst/>
            <a:ahLst/>
            <a:cxnLst/>
            <a:rect l="l" t="t" r="r" b="b"/>
            <a:pathLst>
              <a:path w="7690" h="9619" extrusionOk="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3"/>
          <p:cNvSpPr/>
          <p:nvPr/>
        </p:nvSpPr>
        <p:spPr>
          <a:xfrm rot="-3555149">
            <a:off x="8293717" y="3656862"/>
            <a:ext cx="2410819" cy="2263625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4" name="Google Shape;234;p23"/>
          <p:cNvGrpSpPr/>
          <p:nvPr/>
        </p:nvGrpSpPr>
        <p:grpSpPr>
          <a:xfrm>
            <a:off x="8543915" y="4363775"/>
            <a:ext cx="360758" cy="258297"/>
            <a:chOff x="4992850" y="4345375"/>
            <a:chExt cx="607336" cy="638400"/>
          </a:xfrm>
        </p:grpSpPr>
        <p:sp>
          <p:nvSpPr>
            <p:cNvPr id="235" name="Google Shape;235;p23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3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" name="Google Shape;237;p23"/>
          <p:cNvSpPr/>
          <p:nvPr/>
        </p:nvSpPr>
        <p:spPr>
          <a:xfrm>
            <a:off x="8323225" y="34990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" name="Google Shape;238;p23"/>
          <p:cNvGrpSpPr/>
          <p:nvPr/>
        </p:nvGrpSpPr>
        <p:grpSpPr>
          <a:xfrm>
            <a:off x="250497" y="2032371"/>
            <a:ext cx="234196" cy="188409"/>
            <a:chOff x="7827572" y="1634046"/>
            <a:chExt cx="234196" cy="188409"/>
          </a:xfrm>
        </p:grpSpPr>
        <p:sp>
          <p:nvSpPr>
            <p:cNvPr id="239" name="Google Shape;239;p23"/>
            <p:cNvSpPr/>
            <p:nvPr/>
          </p:nvSpPr>
          <p:spPr>
            <a:xfrm>
              <a:off x="7827572" y="1634046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3"/>
            <p:cNvSpPr/>
            <p:nvPr/>
          </p:nvSpPr>
          <p:spPr>
            <a:xfrm>
              <a:off x="7937177" y="1634046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" name="Google Shape;241;p23"/>
          <p:cNvGrpSpPr/>
          <p:nvPr/>
        </p:nvGrpSpPr>
        <p:grpSpPr>
          <a:xfrm>
            <a:off x="8606904" y="3353147"/>
            <a:ext cx="234788" cy="188409"/>
            <a:chOff x="9104754" y="2072372"/>
            <a:chExt cx="234788" cy="188409"/>
          </a:xfrm>
        </p:grpSpPr>
        <p:sp>
          <p:nvSpPr>
            <p:cNvPr id="242" name="Google Shape;242;p23"/>
            <p:cNvSpPr/>
            <p:nvPr/>
          </p:nvSpPr>
          <p:spPr>
            <a:xfrm>
              <a:off x="9214275" y="2072372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3"/>
            <p:cNvSpPr/>
            <p:nvPr/>
          </p:nvSpPr>
          <p:spPr>
            <a:xfrm>
              <a:off x="9104754" y="2072372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" name="Google Shape;244;p23"/>
          <p:cNvSpPr/>
          <p:nvPr/>
        </p:nvSpPr>
        <p:spPr>
          <a:xfrm>
            <a:off x="223000" y="71017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23"/>
          <p:cNvSpPr txBox="1">
            <a:spLocks noGrp="1"/>
          </p:cNvSpPr>
          <p:nvPr>
            <p:ph type="subTitle" idx="1"/>
          </p:nvPr>
        </p:nvSpPr>
        <p:spPr>
          <a:xfrm>
            <a:off x="4691954" y="3284752"/>
            <a:ext cx="3612000" cy="8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23"/>
          <p:cNvSpPr txBox="1">
            <a:spLocks noGrp="1"/>
          </p:cNvSpPr>
          <p:nvPr>
            <p:ph type="subTitle" idx="2"/>
          </p:nvPr>
        </p:nvSpPr>
        <p:spPr>
          <a:xfrm>
            <a:off x="839975" y="3284752"/>
            <a:ext cx="3612000" cy="8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23"/>
          <p:cNvSpPr txBox="1">
            <a:spLocks noGrp="1"/>
          </p:cNvSpPr>
          <p:nvPr>
            <p:ph type="subTitle" idx="3"/>
          </p:nvPr>
        </p:nvSpPr>
        <p:spPr>
          <a:xfrm>
            <a:off x="839975" y="2342450"/>
            <a:ext cx="3612000" cy="101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9" name="Google Shape;249;p23"/>
          <p:cNvSpPr txBox="1">
            <a:spLocks noGrp="1"/>
          </p:cNvSpPr>
          <p:nvPr>
            <p:ph type="subTitle" idx="4"/>
          </p:nvPr>
        </p:nvSpPr>
        <p:spPr>
          <a:xfrm>
            <a:off x="4691972" y="2342450"/>
            <a:ext cx="3612000" cy="101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0" name="Google Shape;250;p23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1"/>
          <p:cNvSpPr txBox="1">
            <a:spLocks noGrp="1"/>
          </p:cNvSpPr>
          <p:nvPr>
            <p:ph type="title"/>
          </p:nvPr>
        </p:nvSpPr>
        <p:spPr>
          <a:xfrm>
            <a:off x="713258" y="736593"/>
            <a:ext cx="3858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31"/>
          <p:cNvSpPr txBox="1">
            <a:spLocks noGrp="1"/>
          </p:cNvSpPr>
          <p:nvPr>
            <p:ph type="subTitle" idx="1"/>
          </p:nvPr>
        </p:nvSpPr>
        <p:spPr>
          <a:xfrm>
            <a:off x="713225" y="1775309"/>
            <a:ext cx="38586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31"/>
          <p:cNvSpPr txBox="1"/>
          <p:nvPr/>
        </p:nvSpPr>
        <p:spPr>
          <a:xfrm>
            <a:off x="713225" y="3521150"/>
            <a:ext cx="38586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 b="1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5" name="Google Shape;405;p31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2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3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3"/>
          <p:cNvSpPr/>
          <p:nvPr/>
        </p:nvSpPr>
        <p:spPr>
          <a:xfrm rot="3555162" flipH="1">
            <a:off x="-993615" y="620242"/>
            <a:ext cx="1625808" cy="1526544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3"/>
          <p:cNvSpPr/>
          <p:nvPr/>
        </p:nvSpPr>
        <p:spPr>
          <a:xfrm flipH="1">
            <a:off x="8511080" y="2803089"/>
            <a:ext cx="2259360" cy="2189809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3"/>
          <p:cNvSpPr/>
          <p:nvPr/>
        </p:nvSpPr>
        <p:spPr>
          <a:xfrm flipH="1">
            <a:off x="325220" y="2624500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3" name="Google Shape;413;p33"/>
          <p:cNvGrpSpPr/>
          <p:nvPr/>
        </p:nvGrpSpPr>
        <p:grpSpPr>
          <a:xfrm>
            <a:off x="8511086" y="618472"/>
            <a:ext cx="367931" cy="258303"/>
            <a:chOff x="4935811" y="4414372"/>
            <a:chExt cx="367931" cy="258303"/>
          </a:xfrm>
        </p:grpSpPr>
        <p:sp>
          <p:nvSpPr>
            <p:cNvPr id="414" name="Google Shape;414;p33"/>
            <p:cNvSpPr/>
            <p:nvPr/>
          </p:nvSpPr>
          <p:spPr>
            <a:xfrm flipH="1">
              <a:off x="5169642" y="4414375"/>
              <a:ext cx="134100" cy="2583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3"/>
            <p:cNvSpPr/>
            <p:nvPr/>
          </p:nvSpPr>
          <p:spPr>
            <a:xfrm rot="10800000" flipH="1">
              <a:off x="4935811" y="4414372"/>
              <a:ext cx="134100" cy="2583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6" name="Google Shape;416;p33"/>
          <p:cNvSpPr/>
          <p:nvPr/>
        </p:nvSpPr>
        <p:spPr>
          <a:xfrm flipH="1">
            <a:off x="239095" y="38109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7" name="Google Shape;417;p33"/>
          <p:cNvGrpSpPr/>
          <p:nvPr/>
        </p:nvGrpSpPr>
        <p:grpSpPr>
          <a:xfrm>
            <a:off x="184447" y="1289308"/>
            <a:ext cx="234196" cy="188409"/>
            <a:chOff x="368022" y="616196"/>
            <a:chExt cx="234196" cy="188409"/>
          </a:xfrm>
        </p:grpSpPr>
        <p:sp>
          <p:nvSpPr>
            <p:cNvPr id="418" name="Google Shape;418;p33"/>
            <p:cNvSpPr/>
            <p:nvPr/>
          </p:nvSpPr>
          <p:spPr>
            <a:xfrm>
              <a:off x="368022" y="616196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3"/>
            <p:cNvSpPr/>
            <p:nvPr/>
          </p:nvSpPr>
          <p:spPr>
            <a:xfrm>
              <a:off x="477627" y="616196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33"/>
          <p:cNvGrpSpPr/>
          <p:nvPr/>
        </p:nvGrpSpPr>
        <p:grpSpPr>
          <a:xfrm>
            <a:off x="8763527" y="3267172"/>
            <a:ext cx="234788" cy="188409"/>
            <a:chOff x="8551627" y="4274197"/>
            <a:chExt cx="234788" cy="188409"/>
          </a:xfrm>
        </p:grpSpPr>
        <p:sp>
          <p:nvSpPr>
            <p:cNvPr id="421" name="Google Shape;421;p33"/>
            <p:cNvSpPr/>
            <p:nvPr/>
          </p:nvSpPr>
          <p:spPr>
            <a:xfrm>
              <a:off x="8661148" y="42741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3"/>
            <p:cNvSpPr/>
            <p:nvPr/>
          </p:nvSpPr>
          <p:spPr>
            <a:xfrm>
              <a:off x="8551627" y="42741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7"/>
          <p:cNvSpPr/>
          <p:nvPr/>
        </p:nvSpPr>
        <p:spPr>
          <a:xfrm>
            <a:off x="8432226" y="-375650"/>
            <a:ext cx="1395293" cy="1745295"/>
          </a:xfrm>
          <a:custGeom>
            <a:avLst/>
            <a:gdLst/>
            <a:ahLst/>
            <a:cxnLst/>
            <a:rect l="l" t="t" r="r" b="b"/>
            <a:pathLst>
              <a:path w="7690" h="9619" extrusionOk="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7"/>
          <p:cNvSpPr/>
          <p:nvPr/>
        </p:nvSpPr>
        <p:spPr>
          <a:xfrm rot="-3555079">
            <a:off x="-738071" y="2310738"/>
            <a:ext cx="1257907" cy="1181115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7" name="Google Shape;317;p27"/>
          <p:cNvGrpSpPr/>
          <p:nvPr/>
        </p:nvGrpSpPr>
        <p:grpSpPr>
          <a:xfrm>
            <a:off x="8788054" y="1644572"/>
            <a:ext cx="234788" cy="188409"/>
            <a:chOff x="6428979" y="917397"/>
            <a:chExt cx="234788" cy="188409"/>
          </a:xfrm>
        </p:grpSpPr>
        <p:sp>
          <p:nvSpPr>
            <p:cNvPr id="318" name="Google Shape;318;p27"/>
            <p:cNvSpPr/>
            <p:nvPr/>
          </p:nvSpPr>
          <p:spPr>
            <a:xfrm>
              <a:off x="6538500" y="9173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7"/>
            <p:cNvSpPr/>
            <p:nvPr/>
          </p:nvSpPr>
          <p:spPr>
            <a:xfrm>
              <a:off x="6428979" y="9173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0" name="Google Shape;320;p27"/>
          <p:cNvSpPr/>
          <p:nvPr/>
        </p:nvSpPr>
        <p:spPr>
          <a:xfrm>
            <a:off x="8760850" y="85412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27"/>
          <p:cNvSpPr/>
          <p:nvPr/>
        </p:nvSpPr>
        <p:spPr>
          <a:xfrm>
            <a:off x="81150" y="2708188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27"/>
          <p:cNvSpPr txBox="1">
            <a:spLocks noGrp="1"/>
          </p:cNvSpPr>
          <p:nvPr>
            <p:ph type="subTitle" idx="1"/>
          </p:nvPr>
        </p:nvSpPr>
        <p:spPr>
          <a:xfrm>
            <a:off x="1618113" y="1561615"/>
            <a:ext cx="404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27"/>
          <p:cNvSpPr txBox="1">
            <a:spLocks noGrp="1"/>
          </p:cNvSpPr>
          <p:nvPr>
            <p:ph type="subTitle" idx="2"/>
          </p:nvPr>
        </p:nvSpPr>
        <p:spPr>
          <a:xfrm>
            <a:off x="1618120" y="2458540"/>
            <a:ext cx="404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27"/>
          <p:cNvSpPr txBox="1">
            <a:spLocks noGrp="1"/>
          </p:cNvSpPr>
          <p:nvPr>
            <p:ph type="subTitle" idx="3"/>
          </p:nvPr>
        </p:nvSpPr>
        <p:spPr>
          <a:xfrm>
            <a:off x="1618113" y="3355465"/>
            <a:ext cx="404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27"/>
          <p:cNvSpPr txBox="1">
            <a:spLocks noGrp="1"/>
          </p:cNvSpPr>
          <p:nvPr>
            <p:ph type="subTitle" idx="4"/>
          </p:nvPr>
        </p:nvSpPr>
        <p:spPr>
          <a:xfrm>
            <a:off x="1618120" y="4252390"/>
            <a:ext cx="404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27"/>
          <p:cNvSpPr txBox="1">
            <a:spLocks noGrp="1"/>
          </p:cNvSpPr>
          <p:nvPr>
            <p:ph type="subTitle" idx="5"/>
          </p:nvPr>
        </p:nvSpPr>
        <p:spPr>
          <a:xfrm>
            <a:off x="1618113" y="1317250"/>
            <a:ext cx="4040700" cy="39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8" name="Google Shape;328;p27"/>
          <p:cNvSpPr txBox="1">
            <a:spLocks noGrp="1"/>
          </p:cNvSpPr>
          <p:nvPr>
            <p:ph type="subTitle" idx="6"/>
          </p:nvPr>
        </p:nvSpPr>
        <p:spPr>
          <a:xfrm>
            <a:off x="1618113" y="3111217"/>
            <a:ext cx="4040700" cy="39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9" name="Google Shape;329;p27"/>
          <p:cNvSpPr txBox="1">
            <a:spLocks noGrp="1"/>
          </p:cNvSpPr>
          <p:nvPr>
            <p:ph type="subTitle" idx="7"/>
          </p:nvPr>
        </p:nvSpPr>
        <p:spPr>
          <a:xfrm>
            <a:off x="1618113" y="2214233"/>
            <a:ext cx="4040700" cy="39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0" name="Google Shape;330;p27"/>
          <p:cNvSpPr txBox="1">
            <a:spLocks noGrp="1"/>
          </p:cNvSpPr>
          <p:nvPr>
            <p:ph type="subTitle" idx="8"/>
          </p:nvPr>
        </p:nvSpPr>
        <p:spPr>
          <a:xfrm>
            <a:off x="1618113" y="4008200"/>
            <a:ext cx="4040700" cy="39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1" name="Google Shape;331;p27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97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59" r:id="rId3"/>
    <p:sldLayoutId id="2147483669" r:id="rId4"/>
    <p:sldLayoutId id="2147483677" r:id="rId5"/>
    <p:sldLayoutId id="2147483678" r:id="rId6"/>
    <p:sldLayoutId id="2147483679" r:id="rId7"/>
    <p:sldLayoutId id="2147483684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7"/>
          <p:cNvSpPr txBox="1">
            <a:spLocks noGrp="1"/>
          </p:cNvSpPr>
          <p:nvPr>
            <p:ph type="ctrTitle"/>
          </p:nvPr>
        </p:nvSpPr>
        <p:spPr>
          <a:xfrm>
            <a:off x="764024" y="669330"/>
            <a:ext cx="4133931" cy="21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4000"/>
              <a:t>CodeAlchemy</a:t>
            </a:r>
            <a:endParaRPr sz="2300" b="0"/>
          </a:p>
        </p:txBody>
      </p:sp>
      <p:sp>
        <p:nvSpPr>
          <p:cNvPr id="434" name="Google Shape;434;p37"/>
          <p:cNvSpPr txBox="1">
            <a:spLocks noGrp="1"/>
          </p:cNvSpPr>
          <p:nvPr>
            <p:ph type="subTitle" idx="1"/>
          </p:nvPr>
        </p:nvSpPr>
        <p:spPr>
          <a:xfrm>
            <a:off x="1196369" y="2968626"/>
            <a:ext cx="3199695" cy="3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1"/>
              <a:t>一個開放、高效的程式設計學習平台</a:t>
            </a:r>
            <a:endParaRPr b="1"/>
          </a:p>
        </p:txBody>
      </p:sp>
      <p:grpSp>
        <p:nvGrpSpPr>
          <p:cNvPr id="435" name="Google Shape;435;p37"/>
          <p:cNvGrpSpPr/>
          <p:nvPr/>
        </p:nvGrpSpPr>
        <p:grpSpPr>
          <a:xfrm>
            <a:off x="4868886" y="829080"/>
            <a:ext cx="3798091" cy="3485336"/>
            <a:chOff x="4899397" y="752100"/>
            <a:chExt cx="4028950" cy="3697185"/>
          </a:xfrm>
        </p:grpSpPr>
        <p:sp>
          <p:nvSpPr>
            <p:cNvPr id="436" name="Google Shape;436;p37"/>
            <p:cNvSpPr/>
            <p:nvPr/>
          </p:nvSpPr>
          <p:spPr>
            <a:xfrm>
              <a:off x="7780825" y="752100"/>
              <a:ext cx="215100" cy="258300"/>
            </a:xfrm>
            <a:prstGeom prst="bracketPair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7" name="Google Shape;437;p37"/>
            <p:cNvGrpSpPr/>
            <p:nvPr/>
          </p:nvGrpSpPr>
          <p:grpSpPr>
            <a:xfrm>
              <a:off x="5432052" y="821996"/>
              <a:ext cx="335890" cy="188410"/>
              <a:chOff x="5261402" y="479071"/>
              <a:chExt cx="335890" cy="188410"/>
            </a:xfrm>
          </p:grpSpPr>
          <p:sp>
            <p:nvSpPr>
              <p:cNvPr id="438" name="Google Shape;438;p37"/>
              <p:cNvSpPr/>
              <p:nvPr/>
            </p:nvSpPr>
            <p:spPr>
              <a:xfrm>
                <a:off x="5261402" y="479071"/>
                <a:ext cx="124590" cy="188409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2226" extrusionOk="0">
                    <a:moveTo>
                      <a:pt x="1240" y="0"/>
                    </a:moveTo>
                    <a:cubicBezTo>
                      <a:pt x="1174" y="0"/>
                      <a:pt x="1108" y="21"/>
                      <a:pt x="1062" y="68"/>
                    </a:cubicBezTo>
                    <a:lnTo>
                      <a:pt x="0" y="1165"/>
                    </a:lnTo>
                    <a:lnTo>
                      <a:pt x="1090" y="2162"/>
                    </a:lnTo>
                    <a:cubicBezTo>
                      <a:pt x="1118" y="2190"/>
                      <a:pt x="1182" y="2226"/>
                      <a:pt x="1210" y="2226"/>
                    </a:cubicBezTo>
                    <a:cubicBezTo>
                      <a:pt x="1267" y="2226"/>
                      <a:pt x="1323" y="2190"/>
                      <a:pt x="1387" y="2162"/>
                    </a:cubicBezTo>
                    <a:cubicBezTo>
                      <a:pt x="1472" y="2077"/>
                      <a:pt x="1444" y="1929"/>
                      <a:pt x="1359" y="1837"/>
                    </a:cubicBezTo>
                    <a:lnTo>
                      <a:pt x="616" y="1165"/>
                    </a:lnTo>
                    <a:lnTo>
                      <a:pt x="1387" y="365"/>
                    </a:lnTo>
                    <a:cubicBezTo>
                      <a:pt x="1472" y="280"/>
                      <a:pt x="1444" y="132"/>
                      <a:pt x="1387" y="40"/>
                    </a:cubicBezTo>
                    <a:cubicBezTo>
                      <a:pt x="1346" y="14"/>
                      <a:pt x="1293" y="0"/>
                      <a:pt x="12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37"/>
              <p:cNvSpPr/>
              <p:nvPr/>
            </p:nvSpPr>
            <p:spPr>
              <a:xfrm>
                <a:off x="5472025" y="479072"/>
                <a:ext cx="125267" cy="188409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2226" extrusionOk="0">
                    <a:moveTo>
                      <a:pt x="219" y="1"/>
                    </a:moveTo>
                    <a:cubicBezTo>
                      <a:pt x="174" y="1"/>
                      <a:pt x="130" y="15"/>
                      <a:pt x="93" y="39"/>
                    </a:cubicBezTo>
                    <a:cubicBezTo>
                      <a:pt x="1" y="131"/>
                      <a:pt x="1" y="280"/>
                      <a:pt x="93" y="365"/>
                    </a:cubicBezTo>
                    <a:lnTo>
                      <a:pt x="857" y="1136"/>
                    </a:lnTo>
                    <a:lnTo>
                      <a:pt x="93" y="1843"/>
                    </a:lnTo>
                    <a:cubicBezTo>
                      <a:pt x="1" y="1928"/>
                      <a:pt x="1" y="2077"/>
                      <a:pt x="93" y="2133"/>
                    </a:cubicBezTo>
                    <a:cubicBezTo>
                      <a:pt x="121" y="2197"/>
                      <a:pt x="178" y="2225"/>
                      <a:pt x="241" y="2225"/>
                    </a:cubicBezTo>
                    <a:cubicBezTo>
                      <a:pt x="298" y="2225"/>
                      <a:pt x="355" y="2197"/>
                      <a:pt x="383" y="2162"/>
                    </a:cubicBezTo>
                    <a:lnTo>
                      <a:pt x="1479" y="1164"/>
                    </a:lnTo>
                    <a:lnTo>
                      <a:pt x="383" y="75"/>
                    </a:lnTo>
                    <a:cubicBezTo>
                      <a:pt x="335" y="23"/>
                      <a:pt x="277" y="1"/>
                      <a:pt x="2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40" name="Google Shape;440;p37"/>
            <p:cNvSpPr/>
            <p:nvPr/>
          </p:nvSpPr>
          <p:spPr>
            <a:xfrm>
              <a:off x="6611050" y="889575"/>
              <a:ext cx="289200" cy="258300"/>
            </a:xfrm>
            <a:prstGeom prst="bracePair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1" name="Google Shape;441;p37"/>
            <p:cNvGrpSpPr/>
            <p:nvPr/>
          </p:nvGrpSpPr>
          <p:grpSpPr>
            <a:xfrm>
              <a:off x="4899397" y="1263526"/>
              <a:ext cx="3843891" cy="3185759"/>
              <a:chOff x="5893995" y="1281808"/>
              <a:chExt cx="3843891" cy="3185759"/>
            </a:xfrm>
          </p:grpSpPr>
          <p:grpSp>
            <p:nvGrpSpPr>
              <p:cNvPr id="442" name="Google Shape;442;p37"/>
              <p:cNvGrpSpPr/>
              <p:nvPr/>
            </p:nvGrpSpPr>
            <p:grpSpPr>
              <a:xfrm>
                <a:off x="6033386" y="1281808"/>
                <a:ext cx="3704499" cy="3168582"/>
                <a:chOff x="2836393" y="291825"/>
                <a:chExt cx="1571968" cy="1344557"/>
              </a:xfrm>
            </p:grpSpPr>
            <p:sp>
              <p:nvSpPr>
                <p:cNvPr id="443" name="Google Shape;443;p37"/>
                <p:cNvSpPr/>
                <p:nvPr/>
              </p:nvSpPr>
              <p:spPr>
                <a:xfrm>
                  <a:off x="2836393" y="291825"/>
                  <a:ext cx="1440288" cy="1187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68" h="35085" extrusionOk="0">
                      <a:moveTo>
                        <a:pt x="28184" y="1"/>
                      </a:moveTo>
                      <a:cubicBezTo>
                        <a:pt x="27147" y="1"/>
                        <a:pt x="26108" y="74"/>
                        <a:pt x="25087" y="208"/>
                      </a:cubicBezTo>
                      <a:cubicBezTo>
                        <a:pt x="23049" y="477"/>
                        <a:pt x="21019" y="979"/>
                        <a:pt x="19130" y="1771"/>
                      </a:cubicBezTo>
                      <a:cubicBezTo>
                        <a:pt x="14857" y="3603"/>
                        <a:pt x="12530" y="8343"/>
                        <a:pt x="9049" y="11237"/>
                      </a:cubicBezTo>
                      <a:cubicBezTo>
                        <a:pt x="6750" y="13118"/>
                        <a:pt x="3920" y="13918"/>
                        <a:pt x="2357" y="16514"/>
                      </a:cubicBezTo>
                      <a:cubicBezTo>
                        <a:pt x="616" y="19344"/>
                        <a:pt x="1" y="22527"/>
                        <a:pt x="1182" y="25739"/>
                      </a:cubicBezTo>
                      <a:cubicBezTo>
                        <a:pt x="1239" y="25824"/>
                        <a:pt x="1267" y="25944"/>
                        <a:pt x="1296" y="26065"/>
                      </a:cubicBezTo>
                      <a:cubicBezTo>
                        <a:pt x="2654" y="29276"/>
                        <a:pt x="5484" y="31752"/>
                        <a:pt x="8695" y="33167"/>
                      </a:cubicBezTo>
                      <a:cubicBezTo>
                        <a:pt x="11999" y="34639"/>
                        <a:pt x="15685" y="35049"/>
                        <a:pt x="19279" y="35084"/>
                      </a:cubicBezTo>
                      <a:cubicBezTo>
                        <a:pt x="22519" y="35084"/>
                        <a:pt x="25822" y="34759"/>
                        <a:pt x="28624" y="33167"/>
                      </a:cubicBezTo>
                      <a:cubicBezTo>
                        <a:pt x="31807" y="31335"/>
                        <a:pt x="32097" y="28951"/>
                        <a:pt x="33307" y="25916"/>
                      </a:cubicBezTo>
                      <a:cubicBezTo>
                        <a:pt x="34340" y="23320"/>
                        <a:pt x="36936" y="21403"/>
                        <a:pt x="38641" y="19280"/>
                      </a:cubicBezTo>
                      <a:cubicBezTo>
                        <a:pt x="41032" y="16337"/>
                        <a:pt x="42567" y="12411"/>
                        <a:pt x="41683" y="8697"/>
                      </a:cubicBezTo>
                      <a:cubicBezTo>
                        <a:pt x="40884" y="5400"/>
                        <a:pt x="38231" y="2719"/>
                        <a:pt x="35104" y="1333"/>
                      </a:cubicBezTo>
                      <a:cubicBezTo>
                        <a:pt x="32933" y="387"/>
                        <a:pt x="30559" y="1"/>
                        <a:pt x="2818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" name="Google Shape;444;p37"/>
                <p:cNvSpPr/>
                <p:nvPr/>
              </p:nvSpPr>
              <p:spPr>
                <a:xfrm>
                  <a:off x="3954498" y="1210230"/>
                  <a:ext cx="453863" cy="426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14" h="12595" extrusionOk="0">
                      <a:moveTo>
                        <a:pt x="6393" y="1"/>
                      </a:moveTo>
                      <a:cubicBezTo>
                        <a:pt x="6010" y="1"/>
                        <a:pt x="5626" y="38"/>
                        <a:pt x="5242" y="124"/>
                      </a:cubicBezTo>
                      <a:cubicBezTo>
                        <a:pt x="2766" y="598"/>
                        <a:pt x="354" y="2515"/>
                        <a:pt x="177" y="5048"/>
                      </a:cubicBezTo>
                      <a:cubicBezTo>
                        <a:pt x="0" y="7821"/>
                        <a:pt x="3063" y="10064"/>
                        <a:pt x="5129" y="11330"/>
                      </a:cubicBezTo>
                      <a:cubicBezTo>
                        <a:pt x="6309" y="12076"/>
                        <a:pt x="7558" y="12595"/>
                        <a:pt x="8729" y="12595"/>
                      </a:cubicBezTo>
                      <a:cubicBezTo>
                        <a:pt x="9868" y="12595"/>
                        <a:pt x="10932" y="12105"/>
                        <a:pt x="11786" y="10856"/>
                      </a:cubicBezTo>
                      <a:cubicBezTo>
                        <a:pt x="13144" y="8854"/>
                        <a:pt x="13413" y="6137"/>
                        <a:pt x="12409" y="3959"/>
                      </a:cubicBezTo>
                      <a:cubicBezTo>
                        <a:pt x="11404" y="1751"/>
                        <a:pt x="9169" y="160"/>
                        <a:pt x="6749" y="11"/>
                      </a:cubicBezTo>
                      <a:cubicBezTo>
                        <a:pt x="6631" y="4"/>
                        <a:pt x="6512" y="1"/>
                        <a:pt x="639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45" name="Google Shape;445;p37"/>
              <p:cNvGrpSpPr/>
              <p:nvPr/>
            </p:nvGrpSpPr>
            <p:grpSpPr>
              <a:xfrm>
                <a:off x="5893995" y="1464670"/>
                <a:ext cx="3643100" cy="2852211"/>
                <a:chOff x="2823538" y="2323833"/>
                <a:chExt cx="1545914" cy="1210307"/>
              </a:xfrm>
            </p:grpSpPr>
            <p:grpSp>
              <p:nvGrpSpPr>
                <p:cNvPr id="446" name="Google Shape;446;p37"/>
                <p:cNvGrpSpPr/>
                <p:nvPr/>
              </p:nvGrpSpPr>
              <p:grpSpPr>
                <a:xfrm>
                  <a:off x="3030874" y="3205941"/>
                  <a:ext cx="1190857" cy="328200"/>
                  <a:chOff x="2909174" y="3294041"/>
                  <a:chExt cx="1190857" cy="328200"/>
                </a:xfrm>
              </p:grpSpPr>
              <p:sp>
                <p:nvSpPr>
                  <p:cNvPr id="447" name="Google Shape;447;p37"/>
                  <p:cNvSpPr/>
                  <p:nvPr/>
                </p:nvSpPr>
                <p:spPr>
                  <a:xfrm>
                    <a:off x="2909174" y="3294041"/>
                    <a:ext cx="1190857" cy="29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196" h="885" extrusionOk="0">
                        <a:moveTo>
                          <a:pt x="1" y="0"/>
                        </a:moveTo>
                        <a:lnTo>
                          <a:pt x="1" y="885"/>
                        </a:lnTo>
                        <a:lnTo>
                          <a:pt x="35195" y="885"/>
                        </a:lnTo>
                        <a:lnTo>
                          <a:pt x="3519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8" name="Google Shape;448;p37"/>
                  <p:cNvSpPr/>
                  <p:nvPr/>
                </p:nvSpPr>
                <p:spPr>
                  <a:xfrm>
                    <a:off x="2909174" y="3379747"/>
                    <a:ext cx="1190857" cy="29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196" h="885" extrusionOk="0">
                        <a:moveTo>
                          <a:pt x="1" y="0"/>
                        </a:moveTo>
                        <a:lnTo>
                          <a:pt x="1" y="884"/>
                        </a:lnTo>
                        <a:lnTo>
                          <a:pt x="35195" y="884"/>
                        </a:lnTo>
                        <a:lnTo>
                          <a:pt x="3519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9" name="Google Shape;449;p37"/>
                  <p:cNvSpPr/>
                  <p:nvPr/>
                </p:nvSpPr>
                <p:spPr>
                  <a:xfrm>
                    <a:off x="2976913" y="3304090"/>
                    <a:ext cx="18000" cy="318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2" h="9403" extrusionOk="0">
                        <a:moveTo>
                          <a:pt x="1" y="1"/>
                        </a:moveTo>
                        <a:lnTo>
                          <a:pt x="1" y="9402"/>
                        </a:lnTo>
                        <a:lnTo>
                          <a:pt x="531" y="9402"/>
                        </a:lnTo>
                        <a:lnTo>
                          <a:pt x="53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0" name="Google Shape;450;p37"/>
                  <p:cNvSpPr/>
                  <p:nvPr/>
                </p:nvSpPr>
                <p:spPr>
                  <a:xfrm>
                    <a:off x="4013372" y="3304090"/>
                    <a:ext cx="16782" cy="318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6" h="9403" extrusionOk="0">
                        <a:moveTo>
                          <a:pt x="1" y="1"/>
                        </a:moveTo>
                        <a:lnTo>
                          <a:pt x="1" y="9402"/>
                        </a:lnTo>
                        <a:lnTo>
                          <a:pt x="496" y="9402"/>
                        </a:lnTo>
                        <a:lnTo>
                          <a:pt x="49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51" name="Google Shape;451;p37"/>
                <p:cNvGrpSpPr/>
                <p:nvPr/>
              </p:nvGrpSpPr>
              <p:grpSpPr>
                <a:xfrm>
                  <a:off x="2823538" y="2688399"/>
                  <a:ext cx="399059" cy="92676"/>
                  <a:chOff x="2532175" y="2448349"/>
                  <a:chExt cx="399059" cy="92676"/>
                </a:xfrm>
              </p:grpSpPr>
              <p:sp>
                <p:nvSpPr>
                  <p:cNvPr id="452" name="Google Shape;452;p37"/>
                  <p:cNvSpPr/>
                  <p:nvPr/>
                </p:nvSpPr>
                <p:spPr>
                  <a:xfrm>
                    <a:off x="2532175" y="2454338"/>
                    <a:ext cx="25884" cy="71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5" h="2123" extrusionOk="0">
                        <a:moveTo>
                          <a:pt x="680" y="0"/>
                        </a:moveTo>
                        <a:cubicBezTo>
                          <a:pt x="446" y="0"/>
                          <a:pt x="234" y="206"/>
                          <a:pt x="234" y="439"/>
                        </a:cubicBezTo>
                        <a:lnTo>
                          <a:pt x="234" y="708"/>
                        </a:lnTo>
                        <a:cubicBezTo>
                          <a:pt x="234" y="793"/>
                          <a:pt x="206" y="885"/>
                          <a:pt x="149" y="941"/>
                        </a:cubicBezTo>
                        <a:lnTo>
                          <a:pt x="29" y="1062"/>
                        </a:lnTo>
                        <a:cubicBezTo>
                          <a:pt x="0" y="1062"/>
                          <a:pt x="0" y="1118"/>
                          <a:pt x="29" y="1118"/>
                        </a:cubicBezTo>
                        <a:lnTo>
                          <a:pt x="92" y="1203"/>
                        </a:lnTo>
                        <a:cubicBezTo>
                          <a:pt x="177" y="1267"/>
                          <a:pt x="206" y="1352"/>
                          <a:pt x="206" y="1444"/>
                        </a:cubicBezTo>
                        <a:lnTo>
                          <a:pt x="206" y="1677"/>
                        </a:lnTo>
                        <a:cubicBezTo>
                          <a:pt x="206" y="1911"/>
                          <a:pt x="382" y="2123"/>
                          <a:pt x="651" y="2123"/>
                        </a:cubicBezTo>
                        <a:lnTo>
                          <a:pt x="708" y="2123"/>
                        </a:lnTo>
                        <a:cubicBezTo>
                          <a:pt x="736" y="2123"/>
                          <a:pt x="764" y="2087"/>
                          <a:pt x="764" y="2059"/>
                        </a:cubicBezTo>
                        <a:cubicBezTo>
                          <a:pt x="764" y="2003"/>
                          <a:pt x="736" y="2003"/>
                          <a:pt x="708" y="2003"/>
                        </a:cubicBezTo>
                        <a:lnTo>
                          <a:pt x="651" y="2003"/>
                        </a:lnTo>
                        <a:cubicBezTo>
                          <a:pt x="474" y="2003"/>
                          <a:pt x="326" y="1854"/>
                          <a:pt x="326" y="1677"/>
                        </a:cubicBezTo>
                        <a:lnTo>
                          <a:pt x="326" y="1444"/>
                        </a:lnTo>
                        <a:cubicBezTo>
                          <a:pt x="326" y="1323"/>
                          <a:pt x="269" y="1203"/>
                          <a:pt x="177" y="1118"/>
                        </a:cubicBezTo>
                        <a:lnTo>
                          <a:pt x="149" y="1090"/>
                        </a:lnTo>
                        <a:lnTo>
                          <a:pt x="234" y="1026"/>
                        </a:lnTo>
                        <a:cubicBezTo>
                          <a:pt x="298" y="941"/>
                          <a:pt x="354" y="821"/>
                          <a:pt x="354" y="708"/>
                        </a:cubicBezTo>
                        <a:lnTo>
                          <a:pt x="354" y="439"/>
                        </a:lnTo>
                        <a:cubicBezTo>
                          <a:pt x="354" y="262"/>
                          <a:pt x="503" y="114"/>
                          <a:pt x="680" y="114"/>
                        </a:cubicBezTo>
                        <a:cubicBezTo>
                          <a:pt x="708" y="114"/>
                          <a:pt x="736" y="85"/>
                          <a:pt x="736" y="57"/>
                        </a:cubicBezTo>
                        <a:cubicBezTo>
                          <a:pt x="736" y="29"/>
                          <a:pt x="708" y="0"/>
                          <a:pt x="68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3" name="Google Shape;453;p37"/>
                  <p:cNvSpPr/>
                  <p:nvPr/>
                </p:nvSpPr>
                <p:spPr>
                  <a:xfrm>
                    <a:off x="2642987" y="2454338"/>
                    <a:ext cx="25884" cy="71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5" h="2123" extrusionOk="0">
                        <a:moveTo>
                          <a:pt x="86" y="0"/>
                        </a:moveTo>
                        <a:cubicBezTo>
                          <a:pt x="57" y="0"/>
                          <a:pt x="29" y="29"/>
                          <a:pt x="29" y="57"/>
                        </a:cubicBezTo>
                        <a:cubicBezTo>
                          <a:pt x="29" y="85"/>
                          <a:pt x="57" y="114"/>
                          <a:pt x="86" y="114"/>
                        </a:cubicBezTo>
                        <a:cubicBezTo>
                          <a:pt x="263" y="114"/>
                          <a:pt x="411" y="262"/>
                          <a:pt x="411" y="439"/>
                        </a:cubicBezTo>
                        <a:lnTo>
                          <a:pt x="411" y="708"/>
                        </a:lnTo>
                        <a:cubicBezTo>
                          <a:pt x="411" y="821"/>
                          <a:pt x="468" y="941"/>
                          <a:pt x="531" y="1026"/>
                        </a:cubicBezTo>
                        <a:lnTo>
                          <a:pt x="616" y="1090"/>
                        </a:lnTo>
                        <a:lnTo>
                          <a:pt x="588" y="1118"/>
                        </a:lnTo>
                        <a:cubicBezTo>
                          <a:pt x="496" y="1203"/>
                          <a:pt x="439" y="1323"/>
                          <a:pt x="439" y="1444"/>
                        </a:cubicBezTo>
                        <a:lnTo>
                          <a:pt x="439" y="1677"/>
                        </a:lnTo>
                        <a:cubicBezTo>
                          <a:pt x="439" y="1854"/>
                          <a:pt x="291" y="2003"/>
                          <a:pt x="114" y="2003"/>
                        </a:cubicBezTo>
                        <a:lnTo>
                          <a:pt x="57" y="2003"/>
                        </a:lnTo>
                        <a:cubicBezTo>
                          <a:pt x="29" y="2003"/>
                          <a:pt x="1" y="2003"/>
                          <a:pt x="1" y="2059"/>
                        </a:cubicBezTo>
                        <a:cubicBezTo>
                          <a:pt x="1" y="2087"/>
                          <a:pt x="29" y="2123"/>
                          <a:pt x="57" y="2123"/>
                        </a:cubicBezTo>
                        <a:lnTo>
                          <a:pt x="114" y="2123"/>
                        </a:lnTo>
                        <a:cubicBezTo>
                          <a:pt x="355" y="2123"/>
                          <a:pt x="560" y="1911"/>
                          <a:pt x="560" y="1677"/>
                        </a:cubicBezTo>
                        <a:lnTo>
                          <a:pt x="560" y="1444"/>
                        </a:lnTo>
                        <a:cubicBezTo>
                          <a:pt x="560" y="1352"/>
                          <a:pt x="588" y="1267"/>
                          <a:pt x="645" y="1203"/>
                        </a:cubicBezTo>
                        <a:lnTo>
                          <a:pt x="737" y="1118"/>
                        </a:lnTo>
                        <a:cubicBezTo>
                          <a:pt x="737" y="1118"/>
                          <a:pt x="765" y="1118"/>
                          <a:pt x="765" y="1090"/>
                        </a:cubicBezTo>
                        <a:cubicBezTo>
                          <a:pt x="765" y="1062"/>
                          <a:pt x="737" y="1062"/>
                          <a:pt x="737" y="1062"/>
                        </a:cubicBezTo>
                        <a:lnTo>
                          <a:pt x="616" y="941"/>
                        </a:lnTo>
                        <a:cubicBezTo>
                          <a:pt x="560" y="885"/>
                          <a:pt x="531" y="793"/>
                          <a:pt x="531" y="708"/>
                        </a:cubicBezTo>
                        <a:lnTo>
                          <a:pt x="531" y="439"/>
                        </a:lnTo>
                        <a:cubicBezTo>
                          <a:pt x="531" y="206"/>
                          <a:pt x="319" y="0"/>
                          <a:pt x="86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4" name="Google Shape;454;p37"/>
                  <p:cNvSpPr/>
                  <p:nvPr/>
                </p:nvSpPr>
                <p:spPr>
                  <a:xfrm>
                    <a:off x="2567127" y="2523025"/>
                    <a:ext cx="10083" cy="1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" h="532" extrusionOk="0">
                        <a:moveTo>
                          <a:pt x="234" y="1"/>
                        </a:moveTo>
                        <a:cubicBezTo>
                          <a:pt x="205" y="1"/>
                          <a:pt x="177" y="1"/>
                          <a:pt x="149" y="29"/>
                        </a:cubicBezTo>
                        <a:lnTo>
                          <a:pt x="0" y="447"/>
                        </a:lnTo>
                        <a:cubicBezTo>
                          <a:pt x="0" y="475"/>
                          <a:pt x="0" y="531"/>
                          <a:pt x="29" y="531"/>
                        </a:cubicBezTo>
                        <a:lnTo>
                          <a:pt x="57" y="531"/>
                        </a:lnTo>
                        <a:cubicBezTo>
                          <a:pt x="85" y="531"/>
                          <a:pt x="85" y="531"/>
                          <a:pt x="121" y="503"/>
                        </a:cubicBezTo>
                        <a:lnTo>
                          <a:pt x="262" y="93"/>
                        </a:lnTo>
                        <a:cubicBezTo>
                          <a:pt x="297" y="57"/>
                          <a:pt x="262" y="1"/>
                          <a:pt x="23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5" name="Google Shape;455;p37"/>
                  <p:cNvSpPr/>
                  <p:nvPr/>
                </p:nvSpPr>
                <p:spPr>
                  <a:xfrm>
                    <a:off x="2829457" y="2523025"/>
                    <a:ext cx="9846" cy="1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1" h="532" extrusionOk="0">
                        <a:moveTo>
                          <a:pt x="262" y="1"/>
                        </a:moveTo>
                        <a:cubicBezTo>
                          <a:pt x="234" y="1"/>
                          <a:pt x="206" y="1"/>
                          <a:pt x="178" y="29"/>
                        </a:cubicBezTo>
                        <a:lnTo>
                          <a:pt x="29" y="447"/>
                        </a:lnTo>
                        <a:cubicBezTo>
                          <a:pt x="1" y="475"/>
                          <a:pt x="29" y="531"/>
                          <a:pt x="57" y="531"/>
                        </a:cubicBezTo>
                        <a:lnTo>
                          <a:pt x="86" y="531"/>
                        </a:lnTo>
                        <a:cubicBezTo>
                          <a:pt x="86" y="531"/>
                          <a:pt x="114" y="531"/>
                          <a:pt x="149" y="503"/>
                        </a:cubicBezTo>
                        <a:lnTo>
                          <a:pt x="291" y="93"/>
                        </a:lnTo>
                        <a:cubicBezTo>
                          <a:pt x="291" y="57"/>
                          <a:pt x="291" y="1"/>
                          <a:pt x="26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6" name="Google Shape;456;p37"/>
                  <p:cNvSpPr/>
                  <p:nvPr/>
                </p:nvSpPr>
                <p:spPr>
                  <a:xfrm>
                    <a:off x="2887147" y="2523025"/>
                    <a:ext cx="10083" cy="1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" h="532" extrusionOk="0">
                        <a:moveTo>
                          <a:pt x="269" y="1"/>
                        </a:moveTo>
                        <a:cubicBezTo>
                          <a:pt x="241" y="1"/>
                          <a:pt x="213" y="1"/>
                          <a:pt x="178" y="29"/>
                        </a:cubicBezTo>
                        <a:lnTo>
                          <a:pt x="36" y="447"/>
                        </a:lnTo>
                        <a:cubicBezTo>
                          <a:pt x="1" y="475"/>
                          <a:pt x="36" y="531"/>
                          <a:pt x="64" y="531"/>
                        </a:cubicBezTo>
                        <a:lnTo>
                          <a:pt x="93" y="531"/>
                        </a:lnTo>
                        <a:cubicBezTo>
                          <a:pt x="93" y="531"/>
                          <a:pt x="121" y="531"/>
                          <a:pt x="121" y="503"/>
                        </a:cubicBezTo>
                        <a:lnTo>
                          <a:pt x="298" y="93"/>
                        </a:lnTo>
                        <a:cubicBezTo>
                          <a:pt x="298" y="57"/>
                          <a:pt x="298" y="1"/>
                          <a:pt x="26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7" name="Google Shape;457;p37"/>
                  <p:cNvSpPr/>
                  <p:nvPr/>
                </p:nvSpPr>
                <p:spPr>
                  <a:xfrm>
                    <a:off x="2897196" y="2523025"/>
                    <a:ext cx="10083" cy="1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" h="532" extrusionOk="0">
                        <a:moveTo>
                          <a:pt x="270" y="1"/>
                        </a:moveTo>
                        <a:cubicBezTo>
                          <a:pt x="234" y="1"/>
                          <a:pt x="178" y="1"/>
                          <a:pt x="178" y="29"/>
                        </a:cubicBezTo>
                        <a:lnTo>
                          <a:pt x="29" y="447"/>
                        </a:lnTo>
                        <a:cubicBezTo>
                          <a:pt x="1" y="475"/>
                          <a:pt x="29" y="531"/>
                          <a:pt x="57" y="531"/>
                        </a:cubicBezTo>
                        <a:cubicBezTo>
                          <a:pt x="93" y="531"/>
                          <a:pt x="121" y="531"/>
                          <a:pt x="121" y="503"/>
                        </a:cubicBezTo>
                        <a:lnTo>
                          <a:pt x="298" y="93"/>
                        </a:lnTo>
                        <a:cubicBezTo>
                          <a:pt x="298" y="57"/>
                          <a:pt x="298" y="1"/>
                          <a:pt x="270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" name="Google Shape;458;p37"/>
                  <p:cNvSpPr/>
                  <p:nvPr/>
                </p:nvSpPr>
                <p:spPr>
                  <a:xfrm>
                    <a:off x="2591049" y="2470139"/>
                    <a:ext cx="37861" cy="380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9" h="1126" extrusionOk="0">
                        <a:moveTo>
                          <a:pt x="1" y="0"/>
                        </a:moveTo>
                        <a:lnTo>
                          <a:pt x="1" y="1125"/>
                        </a:lnTo>
                        <a:lnTo>
                          <a:pt x="1118" y="1125"/>
                        </a:lnTo>
                        <a:lnTo>
                          <a:pt x="111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9" name="Google Shape;459;p37"/>
                  <p:cNvSpPr/>
                  <p:nvPr/>
                </p:nvSpPr>
                <p:spPr>
                  <a:xfrm>
                    <a:off x="2693741" y="2448349"/>
                    <a:ext cx="17019" cy="876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3" h="2590" extrusionOk="0">
                        <a:moveTo>
                          <a:pt x="475" y="1"/>
                        </a:moveTo>
                        <a:cubicBezTo>
                          <a:pt x="446" y="1"/>
                          <a:pt x="411" y="1"/>
                          <a:pt x="383" y="29"/>
                        </a:cubicBezTo>
                        <a:cubicBezTo>
                          <a:pt x="1" y="793"/>
                          <a:pt x="1" y="1769"/>
                          <a:pt x="383" y="2562"/>
                        </a:cubicBezTo>
                        <a:cubicBezTo>
                          <a:pt x="383" y="2590"/>
                          <a:pt x="411" y="2590"/>
                          <a:pt x="446" y="2590"/>
                        </a:cubicBezTo>
                        <a:lnTo>
                          <a:pt x="475" y="2590"/>
                        </a:lnTo>
                        <a:cubicBezTo>
                          <a:pt x="503" y="2562"/>
                          <a:pt x="503" y="2533"/>
                          <a:pt x="503" y="2505"/>
                        </a:cubicBezTo>
                        <a:cubicBezTo>
                          <a:pt x="121" y="1769"/>
                          <a:pt x="121" y="821"/>
                          <a:pt x="503" y="86"/>
                        </a:cubicBezTo>
                        <a:cubicBezTo>
                          <a:pt x="503" y="57"/>
                          <a:pt x="503" y="29"/>
                          <a:pt x="47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0" name="Google Shape;460;p37"/>
                  <p:cNvSpPr/>
                  <p:nvPr/>
                </p:nvSpPr>
                <p:spPr>
                  <a:xfrm>
                    <a:off x="2913234" y="2448349"/>
                    <a:ext cx="18000" cy="876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2" h="2590" extrusionOk="0">
                        <a:moveTo>
                          <a:pt x="29" y="1"/>
                        </a:moveTo>
                        <a:cubicBezTo>
                          <a:pt x="1" y="29"/>
                          <a:pt x="1" y="57"/>
                          <a:pt x="29" y="86"/>
                        </a:cubicBezTo>
                        <a:cubicBezTo>
                          <a:pt x="411" y="821"/>
                          <a:pt x="411" y="1769"/>
                          <a:pt x="29" y="2505"/>
                        </a:cubicBezTo>
                        <a:cubicBezTo>
                          <a:pt x="29" y="2533"/>
                          <a:pt x="29" y="2562"/>
                          <a:pt x="57" y="2590"/>
                        </a:cubicBezTo>
                        <a:lnTo>
                          <a:pt x="86" y="2590"/>
                        </a:lnTo>
                        <a:cubicBezTo>
                          <a:pt x="114" y="2590"/>
                          <a:pt x="114" y="2590"/>
                          <a:pt x="149" y="2562"/>
                        </a:cubicBezTo>
                        <a:cubicBezTo>
                          <a:pt x="531" y="1769"/>
                          <a:pt x="531" y="793"/>
                          <a:pt x="114" y="29"/>
                        </a:cubicBezTo>
                        <a:cubicBezTo>
                          <a:pt x="114" y="1"/>
                          <a:pt x="57" y="1"/>
                          <a:pt x="2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1" name="Google Shape;461;p37"/>
                  <p:cNvSpPr/>
                  <p:nvPr/>
                </p:nvSpPr>
                <p:spPr>
                  <a:xfrm>
                    <a:off x="2777519" y="2480188"/>
                    <a:ext cx="51023" cy="23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8" h="708" extrusionOk="0">
                        <a:moveTo>
                          <a:pt x="1" y="1"/>
                        </a:moveTo>
                        <a:lnTo>
                          <a:pt x="1" y="708"/>
                        </a:lnTo>
                        <a:lnTo>
                          <a:pt x="1507" y="708"/>
                        </a:lnTo>
                        <a:lnTo>
                          <a:pt x="150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2" name="Google Shape;462;p37"/>
                  <p:cNvSpPr/>
                  <p:nvPr/>
                </p:nvSpPr>
                <p:spPr>
                  <a:xfrm>
                    <a:off x="2850300" y="2480188"/>
                    <a:ext cx="34985" cy="23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4" h="708" extrusionOk="0">
                        <a:moveTo>
                          <a:pt x="0" y="1"/>
                        </a:moveTo>
                        <a:lnTo>
                          <a:pt x="0" y="708"/>
                        </a:lnTo>
                        <a:lnTo>
                          <a:pt x="1033" y="708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3" name="Google Shape;463;p37"/>
                  <p:cNvSpPr/>
                  <p:nvPr/>
                </p:nvSpPr>
                <p:spPr>
                  <a:xfrm>
                    <a:off x="2880210" y="2479241"/>
                    <a:ext cx="34985" cy="38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4" h="114" extrusionOk="0">
                        <a:moveTo>
                          <a:pt x="64" y="0"/>
                        </a:moveTo>
                        <a:cubicBezTo>
                          <a:pt x="29" y="0"/>
                          <a:pt x="1" y="29"/>
                          <a:pt x="1" y="57"/>
                        </a:cubicBezTo>
                        <a:cubicBezTo>
                          <a:pt x="1" y="85"/>
                          <a:pt x="29" y="113"/>
                          <a:pt x="64" y="113"/>
                        </a:cubicBezTo>
                        <a:lnTo>
                          <a:pt x="977" y="113"/>
                        </a:lnTo>
                        <a:cubicBezTo>
                          <a:pt x="1033" y="113"/>
                          <a:pt x="1033" y="85"/>
                          <a:pt x="1033" y="57"/>
                        </a:cubicBezTo>
                        <a:cubicBezTo>
                          <a:pt x="1033" y="29"/>
                          <a:pt x="1033" y="0"/>
                          <a:pt x="97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4" name="Google Shape;464;p37"/>
                  <p:cNvSpPr/>
                  <p:nvPr/>
                </p:nvSpPr>
                <p:spPr>
                  <a:xfrm>
                    <a:off x="2894320" y="2490238"/>
                    <a:ext cx="20876" cy="38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7" h="114" extrusionOk="0">
                        <a:moveTo>
                          <a:pt x="57" y="1"/>
                        </a:moveTo>
                        <a:cubicBezTo>
                          <a:pt x="29" y="1"/>
                          <a:pt x="1" y="29"/>
                          <a:pt x="1" y="57"/>
                        </a:cubicBezTo>
                        <a:cubicBezTo>
                          <a:pt x="1" y="114"/>
                          <a:pt x="29" y="114"/>
                          <a:pt x="57" y="114"/>
                        </a:cubicBezTo>
                        <a:lnTo>
                          <a:pt x="560" y="114"/>
                        </a:lnTo>
                        <a:cubicBezTo>
                          <a:pt x="616" y="114"/>
                          <a:pt x="616" y="114"/>
                          <a:pt x="616" y="57"/>
                        </a:cubicBezTo>
                        <a:cubicBezTo>
                          <a:pt x="616" y="29"/>
                          <a:pt x="616" y="1"/>
                          <a:pt x="56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5" name="Google Shape;465;p37"/>
                  <p:cNvSpPr/>
                  <p:nvPr/>
                </p:nvSpPr>
                <p:spPr>
                  <a:xfrm>
                    <a:off x="2752615" y="2459109"/>
                    <a:ext cx="4128" cy="74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2216" extrusionOk="0">
                        <a:moveTo>
                          <a:pt x="57" y="1"/>
                        </a:moveTo>
                        <a:cubicBezTo>
                          <a:pt x="29" y="1"/>
                          <a:pt x="1" y="36"/>
                          <a:pt x="1" y="65"/>
                        </a:cubicBezTo>
                        <a:lnTo>
                          <a:pt x="1" y="2159"/>
                        </a:lnTo>
                        <a:cubicBezTo>
                          <a:pt x="1" y="2187"/>
                          <a:pt x="29" y="2215"/>
                          <a:pt x="57" y="2215"/>
                        </a:cubicBezTo>
                        <a:cubicBezTo>
                          <a:pt x="86" y="2215"/>
                          <a:pt x="121" y="2187"/>
                          <a:pt x="121" y="2159"/>
                        </a:cubicBezTo>
                        <a:lnTo>
                          <a:pt x="121" y="65"/>
                        </a:lnTo>
                        <a:cubicBezTo>
                          <a:pt x="121" y="36"/>
                          <a:pt x="86" y="1"/>
                          <a:pt x="57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66" name="Google Shape;466;p37"/>
                <p:cNvGrpSpPr/>
                <p:nvPr/>
              </p:nvGrpSpPr>
              <p:grpSpPr>
                <a:xfrm>
                  <a:off x="3309241" y="2588583"/>
                  <a:ext cx="800705" cy="591511"/>
                  <a:chOff x="3187541" y="2348533"/>
                  <a:chExt cx="800705" cy="591511"/>
                </a:xfrm>
              </p:grpSpPr>
              <p:sp>
                <p:nvSpPr>
                  <p:cNvPr id="467" name="Google Shape;467;p37"/>
                  <p:cNvSpPr/>
                  <p:nvPr/>
                </p:nvSpPr>
                <p:spPr>
                  <a:xfrm>
                    <a:off x="3546607" y="2660533"/>
                    <a:ext cx="83809" cy="2795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7" h="8261" extrusionOk="0">
                        <a:moveTo>
                          <a:pt x="797" y="0"/>
                        </a:moveTo>
                        <a:cubicBezTo>
                          <a:pt x="634" y="0"/>
                          <a:pt x="465" y="114"/>
                          <a:pt x="439" y="273"/>
                        </a:cubicBezTo>
                        <a:cubicBezTo>
                          <a:pt x="234" y="1094"/>
                          <a:pt x="1" y="2127"/>
                          <a:pt x="354" y="3103"/>
                        </a:cubicBezTo>
                        <a:cubicBezTo>
                          <a:pt x="467" y="3422"/>
                          <a:pt x="673" y="3719"/>
                          <a:pt x="849" y="3987"/>
                        </a:cubicBezTo>
                        <a:cubicBezTo>
                          <a:pt x="970" y="4221"/>
                          <a:pt x="1090" y="4398"/>
                          <a:pt x="1203" y="4603"/>
                        </a:cubicBezTo>
                        <a:cubicBezTo>
                          <a:pt x="1677" y="5664"/>
                          <a:pt x="1352" y="6930"/>
                          <a:pt x="411" y="7638"/>
                        </a:cubicBezTo>
                        <a:cubicBezTo>
                          <a:pt x="262" y="7758"/>
                          <a:pt x="234" y="7963"/>
                          <a:pt x="354" y="8112"/>
                        </a:cubicBezTo>
                        <a:cubicBezTo>
                          <a:pt x="411" y="8232"/>
                          <a:pt x="531" y="8260"/>
                          <a:pt x="644" y="8260"/>
                        </a:cubicBezTo>
                        <a:cubicBezTo>
                          <a:pt x="708" y="8260"/>
                          <a:pt x="793" y="8260"/>
                          <a:pt x="849" y="8197"/>
                        </a:cubicBezTo>
                        <a:cubicBezTo>
                          <a:pt x="2059" y="7312"/>
                          <a:pt x="2477" y="5664"/>
                          <a:pt x="1826" y="4306"/>
                        </a:cubicBezTo>
                        <a:cubicBezTo>
                          <a:pt x="1705" y="4072"/>
                          <a:pt x="1592" y="3839"/>
                          <a:pt x="1444" y="3634"/>
                        </a:cubicBezTo>
                        <a:cubicBezTo>
                          <a:pt x="1267" y="3365"/>
                          <a:pt x="1118" y="3103"/>
                          <a:pt x="998" y="2834"/>
                        </a:cubicBezTo>
                        <a:cubicBezTo>
                          <a:pt x="736" y="2099"/>
                          <a:pt x="941" y="1186"/>
                          <a:pt x="1118" y="450"/>
                        </a:cubicBezTo>
                        <a:cubicBezTo>
                          <a:pt x="1175" y="238"/>
                          <a:pt x="1062" y="61"/>
                          <a:pt x="849" y="5"/>
                        </a:cubicBezTo>
                        <a:cubicBezTo>
                          <a:pt x="832" y="2"/>
                          <a:pt x="814" y="0"/>
                          <a:pt x="79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8" name="Google Shape;468;p37"/>
                  <p:cNvSpPr/>
                  <p:nvPr/>
                </p:nvSpPr>
                <p:spPr>
                  <a:xfrm>
                    <a:off x="3454675" y="2918937"/>
                    <a:ext cx="251394" cy="201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30" h="596" extrusionOk="0">
                        <a:moveTo>
                          <a:pt x="270" y="1"/>
                        </a:moveTo>
                        <a:cubicBezTo>
                          <a:pt x="121" y="1"/>
                          <a:pt x="1" y="121"/>
                          <a:pt x="1" y="270"/>
                        </a:cubicBezTo>
                        <a:lnTo>
                          <a:pt x="1" y="326"/>
                        </a:lnTo>
                        <a:cubicBezTo>
                          <a:pt x="1" y="475"/>
                          <a:pt x="121" y="595"/>
                          <a:pt x="270" y="595"/>
                        </a:cubicBezTo>
                        <a:lnTo>
                          <a:pt x="7167" y="595"/>
                        </a:lnTo>
                        <a:cubicBezTo>
                          <a:pt x="7316" y="595"/>
                          <a:pt x="7429" y="475"/>
                          <a:pt x="7429" y="326"/>
                        </a:cubicBezTo>
                        <a:lnTo>
                          <a:pt x="7429" y="270"/>
                        </a:lnTo>
                        <a:cubicBezTo>
                          <a:pt x="7429" y="121"/>
                          <a:pt x="7316" y="1"/>
                          <a:pt x="716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" name="Google Shape;469;p37"/>
                  <p:cNvSpPr/>
                  <p:nvPr/>
                </p:nvSpPr>
                <p:spPr>
                  <a:xfrm>
                    <a:off x="3187541" y="2348533"/>
                    <a:ext cx="800705" cy="4806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665" h="14206" extrusionOk="0">
                        <a:moveTo>
                          <a:pt x="468" y="1"/>
                        </a:moveTo>
                        <a:cubicBezTo>
                          <a:pt x="234" y="1"/>
                          <a:pt x="1" y="206"/>
                          <a:pt x="1" y="475"/>
                        </a:cubicBezTo>
                        <a:lnTo>
                          <a:pt x="1" y="13739"/>
                        </a:lnTo>
                        <a:cubicBezTo>
                          <a:pt x="1" y="14001"/>
                          <a:pt x="234" y="14206"/>
                          <a:pt x="468" y="14206"/>
                        </a:cubicBezTo>
                        <a:lnTo>
                          <a:pt x="23198" y="14206"/>
                        </a:lnTo>
                        <a:cubicBezTo>
                          <a:pt x="23431" y="14206"/>
                          <a:pt x="23665" y="14001"/>
                          <a:pt x="23665" y="13739"/>
                        </a:cubicBezTo>
                        <a:lnTo>
                          <a:pt x="23665" y="475"/>
                        </a:lnTo>
                        <a:cubicBezTo>
                          <a:pt x="23665" y="206"/>
                          <a:pt x="23431" y="1"/>
                          <a:pt x="23198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0" name="Google Shape;470;p37"/>
                  <p:cNvSpPr/>
                  <p:nvPr/>
                </p:nvSpPr>
                <p:spPr>
                  <a:xfrm>
                    <a:off x="3191399" y="2386362"/>
                    <a:ext cx="793025" cy="4059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38" h="11999" extrusionOk="0">
                        <a:moveTo>
                          <a:pt x="0" y="0"/>
                        </a:moveTo>
                        <a:lnTo>
                          <a:pt x="0" y="11999"/>
                        </a:lnTo>
                        <a:lnTo>
                          <a:pt x="23438" y="11999"/>
                        </a:lnTo>
                        <a:lnTo>
                          <a:pt x="23438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1" name="Google Shape;471;p37"/>
                  <p:cNvSpPr/>
                  <p:nvPr/>
                </p:nvSpPr>
                <p:spPr>
                  <a:xfrm>
                    <a:off x="3264146" y="2426322"/>
                    <a:ext cx="8790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98" h="383" extrusionOk="0">
                        <a:moveTo>
                          <a:pt x="1" y="1"/>
                        </a:moveTo>
                        <a:lnTo>
                          <a:pt x="1" y="383"/>
                        </a:lnTo>
                        <a:lnTo>
                          <a:pt x="2597" y="383"/>
                        </a:lnTo>
                        <a:lnTo>
                          <a:pt x="259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2" name="Google Shape;472;p37"/>
                  <p:cNvSpPr/>
                  <p:nvPr/>
                </p:nvSpPr>
                <p:spPr>
                  <a:xfrm>
                    <a:off x="3368055" y="2426322"/>
                    <a:ext cx="14745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58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4358" y="383"/>
                        </a:lnTo>
                        <a:lnTo>
                          <a:pt x="4358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3" name="Google Shape;473;p37"/>
                  <p:cNvSpPr/>
                  <p:nvPr/>
                </p:nvSpPr>
                <p:spPr>
                  <a:xfrm>
                    <a:off x="3532498" y="2426322"/>
                    <a:ext cx="17259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01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5101" y="383"/>
                        </a:lnTo>
                        <a:lnTo>
                          <a:pt x="510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4" name="Google Shape;474;p37"/>
                  <p:cNvSpPr/>
                  <p:nvPr/>
                </p:nvSpPr>
                <p:spPr>
                  <a:xfrm>
                    <a:off x="3723027" y="2426322"/>
                    <a:ext cx="6584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6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1946" y="383"/>
                        </a:lnTo>
                        <a:lnTo>
                          <a:pt x="194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5" name="Google Shape;475;p37"/>
                  <p:cNvSpPr/>
                  <p:nvPr/>
                </p:nvSpPr>
                <p:spPr>
                  <a:xfrm>
                    <a:off x="3503534" y="2458161"/>
                    <a:ext cx="20132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594" y="354"/>
                        </a:lnTo>
                        <a:lnTo>
                          <a:pt x="59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" name="Google Shape;476;p37"/>
                  <p:cNvSpPr/>
                  <p:nvPr/>
                </p:nvSpPr>
                <p:spPr>
                  <a:xfrm>
                    <a:off x="3563356" y="2458161"/>
                    <a:ext cx="9135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0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70" y="354"/>
                        </a:lnTo>
                        <a:lnTo>
                          <a:pt x="27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" name="Google Shape;477;p37"/>
                  <p:cNvSpPr/>
                  <p:nvPr/>
                </p:nvSpPr>
                <p:spPr>
                  <a:xfrm>
                    <a:off x="3581323" y="2458161"/>
                    <a:ext cx="157773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63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4662" y="354"/>
                        </a:lnTo>
                        <a:lnTo>
                          <a:pt x="466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" name="Google Shape;478;p37"/>
                  <p:cNvSpPr/>
                  <p:nvPr/>
                </p:nvSpPr>
                <p:spPr>
                  <a:xfrm>
                    <a:off x="3758927" y="2458161"/>
                    <a:ext cx="45982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9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1359" y="354"/>
                        </a:lnTo>
                        <a:lnTo>
                          <a:pt x="13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9" name="Google Shape;479;p37"/>
                  <p:cNvSpPr/>
                  <p:nvPr/>
                </p:nvSpPr>
                <p:spPr>
                  <a:xfrm>
                    <a:off x="3532498" y="2458161"/>
                    <a:ext cx="18914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9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559" y="354"/>
                        </a:lnTo>
                        <a:lnTo>
                          <a:pt x="5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0" name="Google Shape;480;p37"/>
                  <p:cNvSpPr/>
                  <p:nvPr/>
                </p:nvSpPr>
                <p:spPr>
                  <a:xfrm>
                    <a:off x="3412786" y="2458161"/>
                    <a:ext cx="83809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7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477" y="354"/>
                        </a:lnTo>
                        <a:lnTo>
                          <a:pt x="247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1" name="Google Shape;481;p37"/>
                  <p:cNvSpPr/>
                  <p:nvPr/>
                </p:nvSpPr>
                <p:spPr>
                  <a:xfrm>
                    <a:off x="3292162" y="2458161"/>
                    <a:ext cx="110843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6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3276" y="354"/>
                        </a:lnTo>
                        <a:lnTo>
                          <a:pt x="327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" name="Google Shape;482;p37"/>
                  <p:cNvSpPr/>
                  <p:nvPr/>
                </p:nvSpPr>
                <p:spPr>
                  <a:xfrm>
                    <a:off x="3264146" y="2458161"/>
                    <a:ext cx="19184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567" y="354"/>
                        </a:lnTo>
                        <a:lnTo>
                          <a:pt x="56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" name="Google Shape;483;p37"/>
                  <p:cNvSpPr/>
                  <p:nvPr/>
                </p:nvSpPr>
                <p:spPr>
                  <a:xfrm>
                    <a:off x="3264146" y="2489053"/>
                    <a:ext cx="16072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5" h="390" extrusionOk="0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475" y="389"/>
                        </a:lnTo>
                        <a:lnTo>
                          <a:pt x="47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4" name="Google Shape;484;p37"/>
                  <p:cNvSpPr/>
                  <p:nvPr/>
                </p:nvSpPr>
                <p:spPr>
                  <a:xfrm>
                    <a:off x="3295275" y="2489053"/>
                    <a:ext cx="158483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84" h="390" extrusionOk="0">
                        <a:moveTo>
                          <a:pt x="0" y="0"/>
                        </a:moveTo>
                        <a:lnTo>
                          <a:pt x="0" y="389"/>
                        </a:lnTo>
                        <a:lnTo>
                          <a:pt x="4684" y="389"/>
                        </a:lnTo>
                        <a:lnTo>
                          <a:pt x="4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5" name="Google Shape;485;p37"/>
                  <p:cNvSpPr/>
                  <p:nvPr/>
                </p:nvSpPr>
                <p:spPr>
                  <a:xfrm>
                    <a:off x="3470713" y="2489053"/>
                    <a:ext cx="251394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30" h="390" extrusionOk="0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7429" y="389"/>
                        </a:lnTo>
                        <a:lnTo>
                          <a:pt x="742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6" name="Google Shape;486;p37"/>
                  <p:cNvSpPr/>
                  <p:nvPr/>
                </p:nvSpPr>
                <p:spPr>
                  <a:xfrm>
                    <a:off x="3730911" y="2489053"/>
                    <a:ext cx="73997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7" h="390" extrusionOk="0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2187" y="389"/>
                        </a:lnTo>
                        <a:lnTo>
                          <a:pt x="218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7" name="Google Shape;487;p37"/>
                  <p:cNvSpPr/>
                  <p:nvPr/>
                </p:nvSpPr>
                <p:spPr>
                  <a:xfrm>
                    <a:off x="3594485" y="2521130"/>
                    <a:ext cx="192487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8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5688" y="382"/>
                        </a:lnTo>
                        <a:lnTo>
                          <a:pt x="568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8" name="Google Shape;488;p37"/>
                  <p:cNvSpPr/>
                  <p:nvPr/>
                </p:nvSpPr>
                <p:spPr>
                  <a:xfrm>
                    <a:off x="3264146" y="2521130"/>
                    <a:ext cx="3116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1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20" y="382"/>
                        </a:lnTo>
                        <a:lnTo>
                          <a:pt x="92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9" name="Google Shape;489;p37"/>
                  <p:cNvSpPr/>
                  <p:nvPr/>
                </p:nvSpPr>
                <p:spPr>
                  <a:xfrm>
                    <a:off x="3308200" y="2521130"/>
                    <a:ext cx="150600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1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450" y="382"/>
                        </a:lnTo>
                        <a:lnTo>
                          <a:pt x="445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0" name="Google Shape;490;p37"/>
                  <p:cNvSpPr/>
                  <p:nvPr/>
                </p:nvSpPr>
                <p:spPr>
                  <a:xfrm>
                    <a:off x="3468819" y="2521130"/>
                    <a:ext cx="9862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1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2915" y="382"/>
                        </a:lnTo>
                        <a:lnTo>
                          <a:pt x="291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1" name="Google Shape;491;p37"/>
                  <p:cNvSpPr/>
                  <p:nvPr/>
                </p:nvSpPr>
                <p:spPr>
                  <a:xfrm>
                    <a:off x="3368055" y="2552969"/>
                    <a:ext cx="2994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84" y="382"/>
                        </a:lnTo>
                        <a:lnTo>
                          <a:pt x="8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2" name="Google Shape;492;p37"/>
                  <p:cNvSpPr/>
                  <p:nvPr/>
                </p:nvSpPr>
                <p:spPr>
                  <a:xfrm>
                    <a:off x="3264146" y="2552969"/>
                    <a:ext cx="91016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90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689" y="382"/>
                        </a:lnTo>
                        <a:lnTo>
                          <a:pt x="268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3" name="Google Shape;493;p37"/>
                  <p:cNvSpPr/>
                  <p:nvPr/>
                </p:nvSpPr>
                <p:spPr>
                  <a:xfrm>
                    <a:off x="3407779" y="2552969"/>
                    <a:ext cx="2804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28" y="382"/>
                        </a:lnTo>
                        <a:lnTo>
                          <a:pt x="82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4" name="Google Shape;494;p37"/>
                  <p:cNvSpPr/>
                  <p:nvPr/>
                </p:nvSpPr>
                <p:spPr>
                  <a:xfrm>
                    <a:off x="3445844" y="2552969"/>
                    <a:ext cx="12258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23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3622" y="382"/>
                        </a:lnTo>
                        <a:lnTo>
                          <a:pt x="3622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5" name="Google Shape;495;p37"/>
                  <p:cNvSpPr/>
                  <p:nvPr/>
                </p:nvSpPr>
                <p:spPr>
                  <a:xfrm>
                    <a:off x="3585383" y="2552969"/>
                    <a:ext cx="5579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9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649" y="382"/>
                        </a:lnTo>
                        <a:lnTo>
                          <a:pt x="164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6" name="Google Shape;496;p37"/>
                  <p:cNvSpPr/>
                  <p:nvPr/>
                </p:nvSpPr>
                <p:spPr>
                  <a:xfrm>
                    <a:off x="3664153" y="2552969"/>
                    <a:ext cx="56978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4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684" y="382"/>
                        </a:lnTo>
                        <a:lnTo>
                          <a:pt x="1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7" name="Google Shape;497;p37"/>
                  <p:cNvSpPr/>
                  <p:nvPr/>
                </p:nvSpPr>
                <p:spPr>
                  <a:xfrm>
                    <a:off x="3748878" y="2552969"/>
                    <a:ext cx="38098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6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125" y="382"/>
                        </a:lnTo>
                        <a:lnTo>
                          <a:pt x="112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8" name="Google Shape;498;p37"/>
                  <p:cNvSpPr/>
                  <p:nvPr/>
                </p:nvSpPr>
                <p:spPr>
                  <a:xfrm>
                    <a:off x="3623211" y="2584809"/>
                    <a:ext cx="61072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" h="354" extrusionOk="0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1804" y="354"/>
                        </a:lnTo>
                        <a:lnTo>
                          <a:pt x="180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9" name="Google Shape;499;p37"/>
                  <p:cNvSpPr/>
                  <p:nvPr/>
                </p:nvSpPr>
                <p:spPr>
                  <a:xfrm>
                    <a:off x="3264146" y="2584809"/>
                    <a:ext cx="33091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8" h="354" extrusionOk="0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977" y="354"/>
                        </a:lnTo>
                        <a:lnTo>
                          <a:pt x="97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0" name="Google Shape;500;p37"/>
                  <p:cNvSpPr/>
                  <p:nvPr/>
                </p:nvSpPr>
                <p:spPr>
                  <a:xfrm>
                    <a:off x="3320178" y="2584809"/>
                    <a:ext cx="154660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1" h="354" extrusionOk="0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4570" y="354"/>
                        </a:lnTo>
                        <a:lnTo>
                          <a:pt x="457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1" name="Google Shape;501;p37"/>
                  <p:cNvSpPr/>
                  <p:nvPr/>
                </p:nvSpPr>
                <p:spPr>
                  <a:xfrm>
                    <a:off x="3497545" y="2584809"/>
                    <a:ext cx="32109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" h="354" extrusionOk="0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948" y="354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2" name="Google Shape;502;p37"/>
                  <p:cNvSpPr/>
                  <p:nvPr/>
                </p:nvSpPr>
                <p:spPr>
                  <a:xfrm>
                    <a:off x="3544442" y="2584809"/>
                    <a:ext cx="50076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80" h="354" extrusionOk="0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1479" y="354"/>
                        </a:lnTo>
                        <a:lnTo>
                          <a:pt x="147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3" name="Google Shape;503;p37"/>
                  <p:cNvSpPr/>
                  <p:nvPr/>
                </p:nvSpPr>
                <p:spPr>
                  <a:xfrm>
                    <a:off x="3714162" y="2584809"/>
                    <a:ext cx="75689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37" h="354" extrusionOk="0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2236" y="354"/>
                        </a:lnTo>
                        <a:lnTo>
                          <a:pt x="223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4" name="Google Shape;504;p37"/>
                  <p:cNvSpPr/>
                  <p:nvPr/>
                </p:nvSpPr>
                <p:spPr>
                  <a:xfrm>
                    <a:off x="3264146" y="2612791"/>
                    <a:ext cx="8790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98" h="383" extrusionOk="0">
                        <a:moveTo>
                          <a:pt x="1" y="1"/>
                        </a:moveTo>
                        <a:lnTo>
                          <a:pt x="1" y="383"/>
                        </a:lnTo>
                        <a:lnTo>
                          <a:pt x="2597" y="383"/>
                        </a:lnTo>
                        <a:lnTo>
                          <a:pt x="259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" name="Google Shape;505;p37"/>
                  <p:cNvSpPr/>
                  <p:nvPr/>
                </p:nvSpPr>
                <p:spPr>
                  <a:xfrm>
                    <a:off x="3368055" y="2612791"/>
                    <a:ext cx="14745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58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4358" y="383"/>
                        </a:lnTo>
                        <a:lnTo>
                          <a:pt x="4358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6" name="Google Shape;506;p37"/>
                  <p:cNvSpPr/>
                  <p:nvPr/>
                </p:nvSpPr>
                <p:spPr>
                  <a:xfrm>
                    <a:off x="3532498" y="2612791"/>
                    <a:ext cx="17259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01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5101" y="383"/>
                        </a:lnTo>
                        <a:lnTo>
                          <a:pt x="510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7" name="Google Shape;507;p37"/>
                  <p:cNvSpPr/>
                  <p:nvPr/>
                </p:nvSpPr>
                <p:spPr>
                  <a:xfrm>
                    <a:off x="3723027" y="2612791"/>
                    <a:ext cx="6584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6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1946" y="383"/>
                        </a:lnTo>
                        <a:lnTo>
                          <a:pt x="194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8" name="Google Shape;508;p37"/>
                  <p:cNvSpPr/>
                  <p:nvPr/>
                </p:nvSpPr>
                <p:spPr>
                  <a:xfrm>
                    <a:off x="3503534" y="2644630"/>
                    <a:ext cx="20132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594" y="390"/>
                        </a:lnTo>
                        <a:lnTo>
                          <a:pt x="59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9" name="Google Shape;509;p37"/>
                  <p:cNvSpPr/>
                  <p:nvPr/>
                </p:nvSpPr>
                <p:spPr>
                  <a:xfrm>
                    <a:off x="3563356" y="2644630"/>
                    <a:ext cx="9135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0" h="390" extrusionOk="0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270" y="390"/>
                        </a:lnTo>
                        <a:lnTo>
                          <a:pt x="27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0" name="Google Shape;510;p37"/>
                  <p:cNvSpPr/>
                  <p:nvPr/>
                </p:nvSpPr>
                <p:spPr>
                  <a:xfrm>
                    <a:off x="3581323" y="2644630"/>
                    <a:ext cx="157773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63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4662" y="390"/>
                        </a:lnTo>
                        <a:lnTo>
                          <a:pt x="466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1" name="Google Shape;511;p37"/>
                  <p:cNvSpPr/>
                  <p:nvPr/>
                </p:nvSpPr>
                <p:spPr>
                  <a:xfrm>
                    <a:off x="3758927" y="2644630"/>
                    <a:ext cx="45982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9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1359" y="390"/>
                        </a:lnTo>
                        <a:lnTo>
                          <a:pt x="13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2" name="Google Shape;512;p37"/>
                  <p:cNvSpPr/>
                  <p:nvPr/>
                </p:nvSpPr>
                <p:spPr>
                  <a:xfrm>
                    <a:off x="3532498" y="2644630"/>
                    <a:ext cx="18914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9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559" y="390"/>
                        </a:lnTo>
                        <a:lnTo>
                          <a:pt x="5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3" name="Google Shape;513;p37"/>
                  <p:cNvSpPr/>
                  <p:nvPr/>
                </p:nvSpPr>
                <p:spPr>
                  <a:xfrm>
                    <a:off x="3412786" y="2644630"/>
                    <a:ext cx="83809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7" h="390" extrusionOk="0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2477" y="390"/>
                        </a:lnTo>
                        <a:lnTo>
                          <a:pt x="247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4" name="Google Shape;514;p37"/>
                  <p:cNvSpPr/>
                  <p:nvPr/>
                </p:nvSpPr>
                <p:spPr>
                  <a:xfrm>
                    <a:off x="3292162" y="2644630"/>
                    <a:ext cx="110843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6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3276" y="390"/>
                        </a:lnTo>
                        <a:lnTo>
                          <a:pt x="327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5" name="Google Shape;515;p37"/>
                  <p:cNvSpPr/>
                  <p:nvPr/>
                </p:nvSpPr>
                <p:spPr>
                  <a:xfrm>
                    <a:off x="3264146" y="2644630"/>
                    <a:ext cx="19184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90" extrusionOk="0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567" y="390"/>
                        </a:lnTo>
                        <a:lnTo>
                          <a:pt x="56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6" name="Google Shape;516;p37"/>
                  <p:cNvSpPr/>
                  <p:nvPr/>
                </p:nvSpPr>
                <p:spPr>
                  <a:xfrm>
                    <a:off x="3264146" y="2676707"/>
                    <a:ext cx="16072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5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475" y="354"/>
                        </a:lnTo>
                        <a:lnTo>
                          <a:pt x="475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7" name="Google Shape;517;p37"/>
                  <p:cNvSpPr/>
                  <p:nvPr/>
                </p:nvSpPr>
                <p:spPr>
                  <a:xfrm>
                    <a:off x="3295275" y="2676707"/>
                    <a:ext cx="158483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84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4684" y="354"/>
                        </a:lnTo>
                        <a:lnTo>
                          <a:pt x="468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8" name="Google Shape;518;p37"/>
                  <p:cNvSpPr/>
                  <p:nvPr/>
                </p:nvSpPr>
                <p:spPr>
                  <a:xfrm>
                    <a:off x="3470713" y="2676707"/>
                    <a:ext cx="251394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30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7429" y="354"/>
                        </a:lnTo>
                        <a:lnTo>
                          <a:pt x="742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9" name="Google Shape;519;p37"/>
                  <p:cNvSpPr/>
                  <p:nvPr/>
                </p:nvSpPr>
                <p:spPr>
                  <a:xfrm>
                    <a:off x="3730911" y="2676707"/>
                    <a:ext cx="73997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7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187" y="354"/>
                        </a:lnTo>
                        <a:lnTo>
                          <a:pt x="218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0" name="Google Shape;520;p37"/>
                  <p:cNvSpPr/>
                  <p:nvPr/>
                </p:nvSpPr>
                <p:spPr>
                  <a:xfrm>
                    <a:off x="3594485" y="2707599"/>
                    <a:ext cx="192487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8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5688" y="382"/>
                        </a:lnTo>
                        <a:lnTo>
                          <a:pt x="568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1" name="Google Shape;521;p37"/>
                  <p:cNvSpPr/>
                  <p:nvPr/>
                </p:nvSpPr>
                <p:spPr>
                  <a:xfrm>
                    <a:off x="3264146" y="2707599"/>
                    <a:ext cx="3116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1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20" y="382"/>
                        </a:lnTo>
                        <a:lnTo>
                          <a:pt x="92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2" name="Google Shape;522;p37"/>
                  <p:cNvSpPr/>
                  <p:nvPr/>
                </p:nvSpPr>
                <p:spPr>
                  <a:xfrm>
                    <a:off x="3308200" y="2707599"/>
                    <a:ext cx="150600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1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450" y="382"/>
                        </a:lnTo>
                        <a:lnTo>
                          <a:pt x="445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3" name="Google Shape;523;p37"/>
                  <p:cNvSpPr/>
                  <p:nvPr/>
                </p:nvSpPr>
                <p:spPr>
                  <a:xfrm>
                    <a:off x="3468819" y="2707599"/>
                    <a:ext cx="9862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1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2915" y="382"/>
                        </a:lnTo>
                        <a:lnTo>
                          <a:pt x="291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4" name="Google Shape;524;p37"/>
                  <p:cNvSpPr/>
                  <p:nvPr/>
                </p:nvSpPr>
                <p:spPr>
                  <a:xfrm>
                    <a:off x="3368055" y="2739438"/>
                    <a:ext cx="2994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84" y="382"/>
                        </a:lnTo>
                        <a:lnTo>
                          <a:pt x="8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5" name="Google Shape;525;p37"/>
                  <p:cNvSpPr/>
                  <p:nvPr/>
                </p:nvSpPr>
                <p:spPr>
                  <a:xfrm>
                    <a:off x="3264146" y="2739438"/>
                    <a:ext cx="91016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90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689" y="382"/>
                        </a:lnTo>
                        <a:lnTo>
                          <a:pt x="268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6" name="Google Shape;526;p37"/>
                  <p:cNvSpPr/>
                  <p:nvPr/>
                </p:nvSpPr>
                <p:spPr>
                  <a:xfrm>
                    <a:off x="3407779" y="2739438"/>
                    <a:ext cx="2804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28" y="382"/>
                        </a:lnTo>
                        <a:lnTo>
                          <a:pt x="82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7" name="Google Shape;527;p37"/>
                  <p:cNvSpPr/>
                  <p:nvPr/>
                </p:nvSpPr>
                <p:spPr>
                  <a:xfrm>
                    <a:off x="3445844" y="2739438"/>
                    <a:ext cx="12258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23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3622" y="382"/>
                        </a:lnTo>
                        <a:lnTo>
                          <a:pt x="3622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8" name="Google Shape;528;p37"/>
                  <p:cNvSpPr/>
                  <p:nvPr/>
                </p:nvSpPr>
                <p:spPr>
                  <a:xfrm>
                    <a:off x="3585383" y="2739438"/>
                    <a:ext cx="5579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9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649" y="382"/>
                        </a:lnTo>
                        <a:lnTo>
                          <a:pt x="164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9" name="Google Shape;529;p37"/>
                  <p:cNvSpPr/>
                  <p:nvPr/>
                </p:nvSpPr>
                <p:spPr>
                  <a:xfrm>
                    <a:off x="3664153" y="2739438"/>
                    <a:ext cx="56978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4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684" y="382"/>
                        </a:lnTo>
                        <a:lnTo>
                          <a:pt x="1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0" name="Google Shape;530;p37"/>
                  <p:cNvSpPr/>
                  <p:nvPr/>
                </p:nvSpPr>
                <p:spPr>
                  <a:xfrm>
                    <a:off x="3748878" y="2739438"/>
                    <a:ext cx="38098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6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125" y="382"/>
                        </a:lnTo>
                        <a:lnTo>
                          <a:pt x="112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1" name="Google Shape;531;p37"/>
                  <p:cNvSpPr/>
                  <p:nvPr/>
                </p:nvSpPr>
                <p:spPr>
                  <a:xfrm>
                    <a:off x="3623211" y="2771515"/>
                    <a:ext cx="6107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804" y="382"/>
                        </a:lnTo>
                        <a:lnTo>
                          <a:pt x="180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2" name="Google Shape;532;p37"/>
                  <p:cNvSpPr/>
                  <p:nvPr/>
                </p:nvSpPr>
                <p:spPr>
                  <a:xfrm>
                    <a:off x="3264146" y="2771515"/>
                    <a:ext cx="33091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8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77" y="382"/>
                        </a:lnTo>
                        <a:lnTo>
                          <a:pt x="97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3" name="Google Shape;533;p37"/>
                  <p:cNvSpPr/>
                  <p:nvPr/>
                </p:nvSpPr>
                <p:spPr>
                  <a:xfrm>
                    <a:off x="3320178" y="2771515"/>
                    <a:ext cx="154660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1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570" y="382"/>
                        </a:lnTo>
                        <a:lnTo>
                          <a:pt x="457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4" name="Google Shape;534;p37"/>
                  <p:cNvSpPr/>
                  <p:nvPr/>
                </p:nvSpPr>
                <p:spPr>
                  <a:xfrm>
                    <a:off x="3497545" y="2771515"/>
                    <a:ext cx="3210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948" y="382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5" name="Google Shape;535;p37"/>
                  <p:cNvSpPr/>
                  <p:nvPr/>
                </p:nvSpPr>
                <p:spPr>
                  <a:xfrm>
                    <a:off x="3544442" y="2771515"/>
                    <a:ext cx="50076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80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479" y="382"/>
                        </a:lnTo>
                        <a:lnTo>
                          <a:pt x="147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6" name="Google Shape;536;p37"/>
                  <p:cNvSpPr/>
                  <p:nvPr/>
                </p:nvSpPr>
                <p:spPr>
                  <a:xfrm>
                    <a:off x="3714162" y="2771515"/>
                    <a:ext cx="7568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37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236" y="382"/>
                        </a:lnTo>
                        <a:lnTo>
                          <a:pt x="223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37" name="Google Shape;537;p37"/>
                <p:cNvGrpSpPr/>
                <p:nvPr/>
              </p:nvGrpSpPr>
              <p:grpSpPr>
                <a:xfrm>
                  <a:off x="3023938" y="2911749"/>
                  <a:ext cx="215463" cy="293253"/>
                  <a:chOff x="2902238" y="2671699"/>
                  <a:chExt cx="215463" cy="293253"/>
                </a:xfrm>
              </p:grpSpPr>
              <p:sp>
                <p:nvSpPr>
                  <p:cNvPr id="538" name="Google Shape;538;p37"/>
                  <p:cNvSpPr/>
                  <p:nvPr/>
                </p:nvSpPr>
                <p:spPr>
                  <a:xfrm>
                    <a:off x="2935024" y="2671699"/>
                    <a:ext cx="84994" cy="134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2" h="3984" extrusionOk="0">
                        <a:moveTo>
                          <a:pt x="1" y="0"/>
                        </a:moveTo>
                        <a:cubicBezTo>
                          <a:pt x="36" y="57"/>
                          <a:pt x="1" y="382"/>
                          <a:pt x="1" y="474"/>
                        </a:cubicBezTo>
                        <a:cubicBezTo>
                          <a:pt x="36" y="651"/>
                          <a:pt x="36" y="828"/>
                          <a:pt x="93" y="969"/>
                        </a:cubicBezTo>
                        <a:cubicBezTo>
                          <a:pt x="149" y="1323"/>
                          <a:pt x="269" y="1648"/>
                          <a:pt x="418" y="1945"/>
                        </a:cubicBezTo>
                        <a:cubicBezTo>
                          <a:pt x="743" y="2561"/>
                          <a:pt x="1210" y="3127"/>
                          <a:pt x="1713" y="3566"/>
                        </a:cubicBezTo>
                        <a:cubicBezTo>
                          <a:pt x="1861" y="3714"/>
                          <a:pt x="2010" y="3834"/>
                          <a:pt x="2187" y="3919"/>
                        </a:cubicBezTo>
                        <a:cubicBezTo>
                          <a:pt x="2210" y="3919"/>
                          <a:pt x="2299" y="3984"/>
                          <a:pt x="2360" y="3984"/>
                        </a:cubicBezTo>
                        <a:cubicBezTo>
                          <a:pt x="2372" y="3984"/>
                          <a:pt x="2383" y="3982"/>
                          <a:pt x="2392" y="3976"/>
                        </a:cubicBezTo>
                        <a:cubicBezTo>
                          <a:pt x="2512" y="3863"/>
                          <a:pt x="2420" y="3332"/>
                          <a:pt x="2420" y="3212"/>
                        </a:cubicBezTo>
                        <a:cubicBezTo>
                          <a:pt x="2363" y="2886"/>
                          <a:pt x="2271" y="2596"/>
                          <a:pt x="2123" y="2327"/>
                        </a:cubicBezTo>
                        <a:cubicBezTo>
                          <a:pt x="1889" y="1854"/>
                          <a:pt x="1564" y="1358"/>
                          <a:pt x="1210" y="969"/>
                        </a:cubicBezTo>
                        <a:cubicBezTo>
                          <a:pt x="828" y="615"/>
                          <a:pt x="326" y="410"/>
                          <a:pt x="1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9" name="Google Shape;539;p37"/>
                  <p:cNvSpPr/>
                  <p:nvPr/>
                </p:nvSpPr>
                <p:spPr>
                  <a:xfrm>
                    <a:off x="2961112" y="2712606"/>
                    <a:ext cx="77821" cy="2034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00" h="6014" extrusionOk="0">
                        <a:moveTo>
                          <a:pt x="29" y="1"/>
                        </a:moveTo>
                        <a:cubicBezTo>
                          <a:pt x="1" y="29"/>
                          <a:pt x="1" y="29"/>
                          <a:pt x="29" y="57"/>
                        </a:cubicBezTo>
                        <a:cubicBezTo>
                          <a:pt x="1387" y="1706"/>
                          <a:pt x="2180" y="3828"/>
                          <a:pt x="2236" y="5986"/>
                        </a:cubicBezTo>
                        <a:lnTo>
                          <a:pt x="2272" y="6014"/>
                        </a:lnTo>
                        <a:cubicBezTo>
                          <a:pt x="2300" y="6014"/>
                          <a:pt x="2300" y="5986"/>
                          <a:pt x="2300" y="5986"/>
                        </a:cubicBezTo>
                        <a:cubicBezTo>
                          <a:pt x="2236" y="3800"/>
                          <a:pt x="1444" y="1677"/>
                          <a:pt x="57" y="29"/>
                        </a:cubicBezTo>
                        <a:cubicBezTo>
                          <a:pt x="57" y="1"/>
                          <a:pt x="29" y="1"/>
                          <a:pt x="29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0" name="Google Shape;540;p37"/>
                  <p:cNvSpPr/>
                  <p:nvPr/>
                </p:nvSpPr>
                <p:spPr>
                  <a:xfrm>
                    <a:off x="2902238" y="2798786"/>
                    <a:ext cx="124750" cy="414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87" h="1225" extrusionOk="0">
                        <a:moveTo>
                          <a:pt x="1741" y="1"/>
                        </a:moveTo>
                        <a:cubicBezTo>
                          <a:pt x="1564" y="1"/>
                          <a:pt x="1387" y="15"/>
                          <a:pt x="1210" y="43"/>
                        </a:cubicBezTo>
                        <a:cubicBezTo>
                          <a:pt x="793" y="107"/>
                          <a:pt x="411" y="192"/>
                          <a:pt x="0" y="312"/>
                        </a:cubicBezTo>
                        <a:cubicBezTo>
                          <a:pt x="206" y="666"/>
                          <a:pt x="559" y="899"/>
                          <a:pt x="941" y="1048"/>
                        </a:cubicBezTo>
                        <a:cubicBezTo>
                          <a:pt x="1267" y="1168"/>
                          <a:pt x="1620" y="1224"/>
                          <a:pt x="1946" y="1224"/>
                        </a:cubicBezTo>
                        <a:cubicBezTo>
                          <a:pt x="2384" y="1224"/>
                          <a:pt x="2822" y="1133"/>
                          <a:pt x="3255" y="1133"/>
                        </a:cubicBezTo>
                        <a:cubicBezTo>
                          <a:pt x="3318" y="1133"/>
                          <a:pt x="3382" y="1135"/>
                          <a:pt x="3446" y="1139"/>
                        </a:cubicBezTo>
                        <a:cubicBezTo>
                          <a:pt x="3538" y="1139"/>
                          <a:pt x="3622" y="1139"/>
                          <a:pt x="3686" y="1196"/>
                        </a:cubicBezTo>
                        <a:cubicBezTo>
                          <a:pt x="3594" y="927"/>
                          <a:pt x="3417" y="666"/>
                          <a:pt x="3212" y="460"/>
                        </a:cubicBezTo>
                        <a:cubicBezTo>
                          <a:pt x="2950" y="220"/>
                          <a:pt x="2625" y="107"/>
                          <a:pt x="2271" y="43"/>
                        </a:cubicBezTo>
                        <a:cubicBezTo>
                          <a:pt x="2094" y="15"/>
                          <a:pt x="1917" y="1"/>
                          <a:pt x="1741" y="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1" name="Google Shape;541;p37"/>
                  <p:cNvSpPr/>
                  <p:nvPr/>
                </p:nvSpPr>
                <p:spPr>
                  <a:xfrm>
                    <a:off x="2943179" y="2817362"/>
                    <a:ext cx="83809" cy="21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7" h="648" extrusionOk="0">
                        <a:moveTo>
                          <a:pt x="938" y="1"/>
                        </a:moveTo>
                        <a:cubicBezTo>
                          <a:pt x="641" y="1"/>
                          <a:pt x="333" y="35"/>
                          <a:pt x="28" y="60"/>
                        </a:cubicBezTo>
                        <a:cubicBezTo>
                          <a:pt x="28" y="60"/>
                          <a:pt x="0" y="60"/>
                          <a:pt x="0" y="88"/>
                        </a:cubicBezTo>
                        <a:lnTo>
                          <a:pt x="28" y="117"/>
                        </a:lnTo>
                        <a:cubicBezTo>
                          <a:pt x="330" y="97"/>
                          <a:pt x="635" y="61"/>
                          <a:pt x="929" y="61"/>
                        </a:cubicBezTo>
                        <a:cubicBezTo>
                          <a:pt x="1063" y="61"/>
                          <a:pt x="1195" y="68"/>
                          <a:pt x="1323" y="88"/>
                        </a:cubicBezTo>
                        <a:cubicBezTo>
                          <a:pt x="1769" y="145"/>
                          <a:pt x="2151" y="322"/>
                          <a:pt x="2412" y="619"/>
                        </a:cubicBezTo>
                        <a:lnTo>
                          <a:pt x="2448" y="647"/>
                        </a:lnTo>
                        <a:cubicBezTo>
                          <a:pt x="2448" y="647"/>
                          <a:pt x="2476" y="647"/>
                          <a:pt x="2476" y="619"/>
                        </a:cubicBezTo>
                        <a:lnTo>
                          <a:pt x="2476" y="590"/>
                        </a:lnTo>
                        <a:cubicBezTo>
                          <a:pt x="2179" y="293"/>
                          <a:pt x="1797" y="88"/>
                          <a:pt x="1323" y="25"/>
                        </a:cubicBezTo>
                        <a:cubicBezTo>
                          <a:pt x="1198" y="7"/>
                          <a:pt x="1069" y="1"/>
                          <a:pt x="93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2" name="Google Shape;542;p37"/>
                  <p:cNvSpPr/>
                  <p:nvPr/>
                </p:nvSpPr>
                <p:spPr>
                  <a:xfrm>
                    <a:off x="3041777" y="2741570"/>
                    <a:ext cx="60835" cy="1266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8" h="3744" extrusionOk="0">
                        <a:moveTo>
                          <a:pt x="1387" y="1"/>
                        </a:moveTo>
                        <a:cubicBezTo>
                          <a:pt x="1267" y="319"/>
                          <a:pt x="1062" y="616"/>
                          <a:pt x="828" y="885"/>
                        </a:cubicBezTo>
                        <a:cubicBezTo>
                          <a:pt x="652" y="1062"/>
                          <a:pt x="531" y="1203"/>
                          <a:pt x="383" y="1416"/>
                        </a:cubicBezTo>
                        <a:cubicBezTo>
                          <a:pt x="270" y="1621"/>
                          <a:pt x="206" y="1883"/>
                          <a:pt x="149" y="2151"/>
                        </a:cubicBezTo>
                        <a:cubicBezTo>
                          <a:pt x="93" y="2413"/>
                          <a:pt x="64" y="2710"/>
                          <a:pt x="64" y="2972"/>
                        </a:cubicBezTo>
                        <a:cubicBezTo>
                          <a:pt x="29" y="3213"/>
                          <a:pt x="1" y="3474"/>
                          <a:pt x="149" y="3679"/>
                        </a:cubicBezTo>
                        <a:cubicBezTo>
                          <a:pt x="178" y="3715"/>
                          <a:pt x="206" y="3743"/>
                          <a:pt x="241" y="3743"/>
                        </a:cubicBezTo>
                        <a:cubicBezTo>
                          <a:pt x="270" y="3743"/>
                          <a:pt x="298" y="3715"/>
                          <a:pt x="326" y="3679"/>
                        </a:cubicBezTo>
                        <a:cubicBezTo>
                          <a:pt x="503" y="3503"/>
                          <a:pt x="623" y="3297"/>
                          <a:pt x="736" y="3064"/>
                        </a:cubicBezTo>
                        <a:cubicBezTo>
                          <a:pt x="857" y="2887"/>
                          <a:pt x="913" y="2710"/>
                          <a:pt x="1005" y="2533"/>
                        </a:cubicBezTo>
                        <a:cubicBezTo>
                          <a:pt x="1182" y="2300"/>
                          <a:pt x="1416" y="2059"/>
                          <a:pt x="1592" y="1826"/>
                        </a:cubicBezTo>
                        <a:cubicBezTo>
                          <a:pt x="1656" y="1734"/>
                          <a:pt x="1684" y="1649"/>
                          <a:pt x="1713" y="1557"/>
                        </a:cubicBezTo>
                        <a:cubicBezTo>
                          <a:pt x="1798" y="1295"/>
                          <a:pt x="1798" y="1027"/>
                          <a:pt x="1713" y="765"/>
                        </a:cubicBezTo>
                        <a:cubicBezTo>
                          <a:pt x="1656" y="496"/>
                          <a:pt x="1536" y="234"/>
                          <a:pt x="1387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3" name="Google Shape;543;p37"/>
                  <p:cNvSpPr/>
                  <p:nvPr/>
                </p:nvSpPr>
                <p:spPr>
                  <a:xfrm>
                    <a:off x="3041777" y="2793508"/>
                    <a:ext cx="28049" cy="1115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9" h="3298" extrusionOk="0">
                        <a:moveTo>
                          <a:pt x="800" y="1"/>
                        </a:moveTo>
                        <a:cubicBezTo>
                          <a:pt x="793" y="1"/>
                          <a:pt x="786" y="8"/>
                          <a:pt x="772" y="22"/>
                        </a:cubicBezTo>
                        <a:cubicBezTo>
                          <a:pt x="475" y="496"/>
                          <a:pt x="298" y="1083"/>
                          <a:pt x="241" y="1649"/>
                        </a:cubicBezTo>
                        <a:cubicBezTo>
                          <a:pt x="206" y="1826"/>
                          <a:pt x="178" y="2003"/>
                          <a:pt x="149" y="2180"/>
                        </a:cubicBezTo>
                        <a:cubicBezTo>
                          <a:pt x="93" y="2534"/>
                          <a:pt x="1" y="2887"/>
                          <a:pt x="64" y="3269"/>
                        </a:cubicBezTo>
                        <a:cubicBezTo>
                          <a:pt x="64" y="3269"/>
                          <a:pt x="64" y="3298"/>
                          <a:pt x="93" y="3298"/>
                        </a:cubicBezTo>
                        <a:cubicBezTo>
                          <a:pt x="121" y="3298"/>
                          <a:pt x="121" y="3269"/>
                          <a:pt x="121" y="3269"/>
                        </a:cubicBezTo>
                        <a:cubicBezTo>
                          <a:pt x="64" y="2887"/>
                          <a:pt x="149" y="2534"/>
                          <a:pt x="206" y="2180"/>
                        </a:cubicBezTo>
                        <a:cubicBezTo>
                          <a:pt x="241" y="2003"/>
                          <a:pt x="270" y="1826"/>
                          <a:pt x="298" y="1649"/>
                        </a:cubicBezTo>
                        <a:cubicBezTo>
                          <a:pt x="354" y="1083"/>
                          <a:pt x="531" y="524"/>
                          <a:pt x="828" y="57"/>
                        </a:cubicBezTo>
                        <a:lnTo>
                          <a:pt x="828" y="22"/>
                        </a:lnTo>
                        <a:cubicBezTo>
                          <a:pt x="814" y="8"/>
                          <a:pt x="807" y="1"/>
                          <a:pt x="80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4" name="Google Shape;544;p37"/>
                  <p:cNvSpPr/>
                  <p:nvPr/>
                </p:nvSpPr>
                <p:spPr>
                  <a:xfrm>
                    <a:off x="2957052" y="2889974"/>
                    <a:ext cx="160649" cy="74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48" h="2216" extrusionOk="0">
                        <a:moveTo>
                          <a:pt x="0" y="1"/>
                        </a:moveTo>
                        <a:cubicBezTo>
                          <a:pt x="149" y="857"/>
                          <a:pt x="680" y="1741"/>
                          <a:pt x="1387" y="2187"/>
                        </a:cubicBezTo>
                        <a:cubicBezTo>
                          <a:pt x="1444" y="2215"/>
                          <a:pt x="1507" y="2215"/>
                          <a:pt x="1564" y="2215"/>
                        </a:cubicBezTo>
                        <a:lnTo>
                          <a:pt x="3184" y="2215"/>
                        </a:lnTo>
                        <a:cubicBezTo>
                          <a:pt x="3240" y="2215"/>
                          <a:pt x="3304" y="2215"/>
                          <a:pt x="3361" y="2187"/>
                        </a:cubicBezTo>
                        <a:cubicBezTo>
                          <a:pt x="4068" y="1741"/>
                          <a:pt x="4599" y="857"/>
                          <a:pt x="474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45" name="Google Shape;545;p37"/>
                <p:cNvGrpSpPr/>
                <p:nvPr/>
              </p:nvGrpSpPr>
              <p:grpSpPr>
                <a:xfrm>
                  <a:off x="4137001" y="3078323"/>
                  <a:ext cx="232450" cy="127628"/>
                  <a:chOff x="4015301" y="2838273"/>
                  <a:chExt cx="232450" cy="127628"/>
                </a:xfrm>
              </p:grpSpPr>
              <p:sp>
                <p:nvSpPr>
                  <p:cNvPr id="546" name="Google Shape;546;p37"/>
                  <p:cNvSpPr/>
                  <p:nvPr/>
                </p:nvSpPr>
                <p:spPr>
                  <a:xfrm>
                    <a:off x="4015301" y="2948882"/>
                    <a:ext cx="213533" cy="170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11" h="503" extrusionOk="0">
                        <a:moveTo>
                          <a:pt x="0" y="0"/>
                        </a:moveTo>
                        <a:lnTo>
                          <a:pt x="0" y="502"/>
                        </a:lnTo>
                        <a:lnTo>
                          <a:pt x="6310" y="502"/>
                        </a:lnTo>
                        <a:lnTo>
                          <a:pt x="631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7" name="Google Shape;547;p37"/>
                  <p:cNvSpPr/>
                  <p:nvPr/>
                </p:nvSpPr>
                <p:spPr>
                  <a:xfrm>
                    <a:off x="4130918" y="2838273"/>
                    <a:ext cx="101742" cy="1115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07" h="3298" extrusionOk="0">
                        <a:moveTo>
                          <a:pt x="0" y="1"/>
                        </a:moveTo>
                        <a:lnTo>
                          <a:pt x="594" y="3297"/>
                        </a:lnTo>
                        <a:lnTo>
                          <a:pt x="2363" y="3297"/>
                        </a:lnTo>
                        <a:lnTo>
                          <a:pt x="300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8" name="Google Shape;548;p37"/>
                  <p:cNvSpPr/>
                  <p:nvPr/>
                </p:nvSpPr>
                <p:spPr>
                  <a:xfrm>
                    <a:off x="4166818" y="2861856"/>
                    <a:ext cx="80933" cy="621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2" h="1837" extrusionOk="0">
                        <a:moveTo>
                          <a:pt x="1978" y="0"/>
                        </a:moveTo>
                        <a:cubicBezTo>
                          <a:pt x="1951" y="0"/>
                          <a:pt x="1921" y="4"/>
                          <a:pt x="1889" y="11"/>
                        </a:cubicBezTo>
                        <a:cubicBezTo>
                          <a:pt x="1564" y="40"/>
                          <a:pt x="1238" y="124"/>
                          <a:pt x="948" y="273"/>
                        </a:cubicBezTo>
                        <a:cubicBezTo>
                          <a:pt x="913" y="273"/>
                          <a:pt x="884" y="337"/>
                          <a:pt x="913" y="365"/>
                        </a:cubicBezTo>
                        <a:cubicBezTo>
                          <a:pt x="913" y="393"/>
                          <a:pt x="948" y="393"/>
                          <a:pt x="976" y="393"/>
                        </a:cubicBezTo>
                        <a:cubicBezTo>
                          <a:pt x="1266" y="245"/>
                          <a:pt x="1592" y="160"/>
                          <a:pt x="1917" y="124"/>
                        </a:cubicBezTo>
                        <a:cubicBezTo>
                          <a:pt x="1933" y="116"/>
                          <a:pt x="1950" y="113"/>
                          <a:pt x="1967" y="113"/>
                        </a:cubicBezTo>
                        <a:cubicBezTo>
                          <a:pt x="2010" y="113"/>
                          <a:pt x="2054" y="135"/>
                          <a:pt x="2094" y="160"/>
                        </a:cubicBezTo>
                        <a:cubicBezTo>
                          <a:pt x="2214" y="245"/>
                          <a:pt x="2214" y="365"/>
                          <a:pt x="2151" y="542"/>
                        </a:cubicBezTo>
                        <a:lnTo>
                          <a:pt x="1832" y="1511"/>
                        </a:lnTo>
                        <a:cubicBezTo>
                          <a:pt x="1797" y="1603"/>
                          <a:pt x="1712" y="1660"/>
                          <a:pt x="1620" y="1660"/>
                        </a:cubicBezTo>
                        <a:cubicBezTo>
                          <a:pt x="1426" y="1649"/>
                          <a:pt x="1237" y="1643"/>
                          <a:pt x="1048" y="1643"/>
                        </a:cubicBezTo>
                        <a:cubicBezTo>
                          <a:pt x="722" y="1643"/>
                          <a:pt x="400" y="1662"/>
                          <a:pt x="64" y="1716"/>
                        </a:cubicBezTo>
                        <a:cubicBezTo>
                          <a:pt x="28" y="1716"/>
                          <a:pt x="0" y="1752"/>
                          <a:pt x="0" y="1780"/>
                        </a:cubicBezTo>
                        <a:cubicBezTo>
                          <a:pt x="28" y="1808"/>
                          <a:pt x="28" y="1836"/>
                          <a:pt x="64" y="1836"/>
                        </a:cubicBezTo>
                        <a:lnTo>
                          <a:pt x="92" y="1836"/>
                        </a:lnTo>
                        <a:cubicBezTo>
                          <a:pt x="411" y="1783"/>
                          <a:pt x="726" y="1763"/>
                          <a:pt x="1050" y="1763"/>
                        </a:cubicBezTo>
                        <a:cubicBezTo>
                          <a:pt x="1237" y="1763"/>
                          <a:pt x="1426" y="1769"/>
                          <a:pt x="1620" y="1780"/>
                        </a:cubicBezTo>
                        <a:cubicBezTo>
                          <a:pt x="1769" y="1780"/>
                          <a:pt x="1889" y="1688"/>
                          <a:pt x="1946" y="1539"/>
                        </a:cubicBezTo>
                        <a:lnTo>
                          <a:pt x="2271" y="570"/>
                        </a:lnTo>
                        <a:cubicBezTo>
                          <a:pt x="2299" y="450"/>
                          <a:pt x="2391" y="188"/>
                          <a:pt x="2151" y="68"/>
                        </a:cubicBezTo>
                        <a:cubicBezTo>
                          <a:pt x="2109" y="26"/>
                          <a:pt x="2053" y="0"/>
                          <a:pt x="197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49" name="Google Shape;549;p37"/>
                <p:cNvGrpSpPr/>
                <p:nvPr/>
              </p:nvGrpSpPr>
              <p:grpSpPr>
                <a:xfrm>
                  <a:off x="3705154" y="2353574"/>
                  <a:ext cx="430899" cy="135173"/>
                  <a:chOff x="3583454" y="2026924"/>
                  <a:chExt cx="430899" cy="135173"/>
                </a:xfrm>
              </p:grpSpPr>
              <p:sp>
                <p:nvSpPr>
                  <p:cNvPr id="550" name="Google Shape;550;p37"/>
                  <p:cNvSpPr/>
                  <p:nvPr/>
                </p:nvSpPr>
                <p:spPr>
                  <a:xfrm>
                    <a:off x="3754867" y="2128093"/>
                    <a:ext cx="32109" cy="308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" h="913" extrusionOk="0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948" y="913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1" name="Google Shape;551;p37"/>
                  <p:cNvSpPr/>
                  <p:nvPr/>
                </p:nvSpPr>
                <p:spPr>
                  <a:xfrm>
                    <a:off x="3801763" y="2125217"/>
                    <a:ext cx="58941" cy="337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2" h="998" extrusionOk="0">
                        <a:moveTo>
                          <a:pt x="913" y="205"/>
                        </a:moveTo>
                        <a:lnTo>
                          <a:pt x="1444" y="885"/>
                        </a:lnTo>
                        <a:lnTo>
                          <a:pt x="326" y="885"/>
                        </a:lnTo>
                        <a:lnTo>
                          <a:pt x="913" y="205"/>
                        </a:lnTo>
                        <a:close/>
                        <a:moveTo>
                          <a:pt x="913" y="0"/>
                        </a:moveTo>
                        <a:lnTo>
                          <a:pt x="1" y="998"/>
                        </a:lnTo>
                        <a:lnTo>
                          <a:pt x="1741" y="998"/>
                        </a:lnTo>
                        <a:lnTo>
                          <a:pt x="913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2" name="Google Shape;552;p37"/>
                  <p:cNvSpPr/>
                  <p:nvPr/>
                </p:nvSpPr>
                <p:spPr>
                  <a:xfrm>
                    <a:off x="3871668" y="2125217"/>
                    <a:ext cx="34985" cy="3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4" h="1062" extrusionOk="0">
                        <a:moveTo>
                          <a:pt x="941" y="0"/>
                        </a:moveTo>
                        <a:lnTo>
                          <a:pt x="0" y="969"/>
                        </a:lnTo>
                        <a:lnTo>
                          <a:pt x="85" y="1061"/>
                        </a:lnTo>
                        <a:lnTo>
                          <a:pt x="1033" y="85"/>
                        </a:lnTo>
                        <a:lnTo>
                          <a:pt x="94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3" name="Google Shape;553;p37"/>
                  <p:cNvSpPr/>
                  <p:nvPr/>
                </p:nvSpPr>
                <p:spPr>
                  <a:xfrm>
                    <a:off x="3889635" y="2125217"/>
                    <a:ext cx="35933" cy="3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2" h="1062" extrusionOk="0">
                        <a:moveTo>
                          <a:pt x="941" y="0"/>
                        </a:moveTo>
                        <a:lnTo>
                          <a:pt x="0" y="969"/>
                        </a:lnTo>
                        <a:lnTo>
                          <a:pt x="120" y="1061"/>
                        </a:lnTo>
                        <a:lnTo>
                          <a:pt x="1061" y="85"/>
                        </a:lnTo>
                        <a:lnTo>
                          <a:pt x="94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4" name="Google Shape;554;p37"/>
                  <p:cNvSpPr/>
                  <p:nvPr/>
                </p:nvSpPr>
                <p:spPr>
                  <a:xfrm>
                    <a:off x="3937479" y="2123052"/>
                    <a:ext cx="10117" cy="349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" h="1034" extrusionOk="0">
                        <a:moveTo>
                          <a:pt x="1" y="1"/>
                        </a:moveTo>
                        <a:lnTo>
                          <a:pt x="1" y="93"/>
                        </a:lnTo>
                        <a:lnTo>
                          <a:pt x="29" y="93"/>
                        </a:lnTo>
                        <a:cubicBezTo>
                          <a:pt x="86" y="93"/>
                          <a:pt x="121" y="121"/>
                          <a:pt x="121" y="177"/>
                        </a:cubicBezTo>
                        <a:lnTo>
                          <a:pt x="121" y="418"/>
                        </a:lnTo>
                        <a:cubicBezTo>
                          <a:pt x="121" y="503"/>
                          <a:pt x="149" y="503"/>
                          <a:pt x="178" y="531"/>
                        </a:cubicBezTo>
                        <a:cubicBezTo>
                          <a:pt x="149" y="531"/>
                          <a:pt x="121" y="559"/>
                          <a:pt x="121" y="623"/>
                        </a:cubicBezTo>
                        <a:lnTo>
                          <a:pt x="121" y="857"/>
                        </a:lnTo>
                        <a:cubicBezTo>
                          <a:pt x="121" y="913"/>
                          <a:pt x="86" y="949"/>
                          <a:pt x="29" y="949"/>
                        </a:cubicBezTo>
                        <a:lnTo>
                          <a:pt x="1" y="949"/>
                        </a:lnTo>
                        <a:lnTo>
                          <a:pt x="1" y="1033"/>
                        </a:lnTo>
                        <a:lnTo>
                          <a:pt x="58" y="1033"/>
                        </a:lnTo>
                        <a:cubicBezTo>
                          <a:pt x="178" y="1033"/>
                          <a:pt x="234" y="977"/>
                          <a:pt x="234" y="885"/>
                        </a:cubicBezTo>
                        <a:lnTo>
                          <a:pt x="234" y="623"/>
                        </a:lnTo>
                        <a:cubicBezTo>
                          <a:pt x="234" y="595"/>
                          <a:pt x="234" y="559"/>
                          <a:pt x="263" y="559"/>
                        </a:cubicBezTo>
                        <a:lnTo>
                          <a:pt x="298" y="559"/>
                        </a:lnTo>
                        <a:lnTo>
                          <a:pt x="298" y="475"/>
                        </a:lnTo>
                        <a:lnTo>
                          <a:pt x="263" y="475"/>
                        </a:lnTo>
                        <a:cubicBezTo>
                          <a:pt x="234" y="475"/>
                          <a:pt x="234" y="475"/>
                          <a:pt x="234" y="418"/>
                        </a:cubicBezTo>
                        <a:lnTo>
                          <a:pt x="234" y="177"/>
                        </a:lnTo>
                        <a:cubicBezTo>
                          <a:pt x="234" y="64"/>
                          <a:pt x="178" y="1"/>
                          <a:pt x="58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5" name="Google Shape;555;p37"/>
                  <p:cNvSpPr/>
                  <p:nvPr/>
                </p:nvSpPr>
                <p:spPr>
                  <a:xfrm>
                    <a:off x="3959506" y="2123052"/>
                    <a:ext cx="24936" cy="390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7" h="1154" extrusionOk="0">
                        <a:moveTo>
                          <a:pt x="354" y="149"/>
                        </a:moveTo>
                        <a:cubicBezTo>
                          <a:pt x="468" y="149"/>
                          <a:pt x="588" y="326"/>
                          <a:pt x="588" y="559"/>
                        </a:cubicBezTo>
                        <a:cubicBezTo>
                          <a:pt x="588" y="828"/>
                          <a:pt x="468" y="1005"/>
                          <a:pt x="354" y="1005"/>
                        </a:cubicBezTo>
                        <a:cubicBezTo>
                          <a:pt x="263" y="1005"/>
                          <a:pt x="142" y="828"/>
                          <a:pt x="142" y="559"/>
                        </a:cubicBezTo>
                        <a:cubicBezTo>
                          <a:pt x="142" y="326"/>
                          <a:pt x="263" y="149"/>
                          <a:pt x="354" y="149"/>
                        </a:cubicBezTo>
                        <a:close/>
                        <a:moveTo>
                          <a:pt x="354" y="1"/>
                        </a:moveTo>
                        <a:cubicBezTo>
                          <a:pt x="142" y="1"/>
                          <a:pt x="1" y="269"/>
                          <a:pt x="1" y="559"/>
                        </a:cubicBezTo>
                        <a:cubicBezTo>
                          <a:pt x="1" y="885"/>
                          <a:pt x="142" y="1154"/>
                          <a:pt x="354" y="1154"/>
                        </a:cubicBezTo>
                        <a:cubicBezTo>
                          <a:pt x="560" y="1154"/>
                          <a:pt x="737" y="885"/>
                          <a:pt x="737" y="559"/>
                        </a:cubicBezTo>
                        <a:cubicBezTo>
                          <a:pt x="737" y="269"/>
                          <a:pt x="560" y="1"/>
                          <a:pt x="35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6" name="Google Shape;556;p37"/>
                  <p:cNvSpPr/>
                  <p:nvPr/>
                </p:nvSpPr>
                <p:spPr>
                  <a:xfrm>
                    <a:off x="3989451" y="2123052"/>
                    <a:ext cx="24903" cy="390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6" h="1154" extrusionOk="0">
                        <a:moveTo>
                          <a:pt x="354" y="149"/>
                        </a:moveTo>
                        <a:cubicBezTo>
                          <a:pt x="467" y="149"/>
                          <a:pt x="587" y="326"/>
                          <a:pt x="587" y="559"/>
                        </a:cubicBezTo>
                        <a:cubicBezTo>
                          <a:pt x="587" y="828"/>
                          <a:pt x="467" y="1005"/>
                          <a:pt x="354" y="1005"/>
                        </a:cubicBezTo>
                        <a:cubicBezTo>
                          <a:pt x="262" y="1005"/>
                          <a:pt x="142" y="828"/>
                          <a:pt x="142" y="559"/>
                        </a:cubicBezTo>
                        <a:cubicBezTo>
                          <a:pt x="142" y="326"/>
                          <a:pt x="262" y="149"/>
                          <a:pt x="354" y="149"/>
                        </a:cubicBezTo>
                        <a:close/>
                        <a:moveTo>
                          <a:pt x="354" y="1"/>
                        </a:moveTo>
                        <a:cubicBezTo>
                          <a:pt x="142" y="1"/>
                          <a:pt x="0" y="269"/>
                          <a:pt x="0" y="559"/>
                        </a:cubicBezTo>
                        <a:cubicBezTo>
                          <a:pt x="0" y="885"/>
                          <a:pt x="142" y="1154"/>
                          <a:pt x="354" y="1154"/>
                        </a:cubicBezTo>
                        <a:cubicBezTo>
                          <a:pt x="559" y="1154"/>
                          <a:pt x="736" y="885"/>
                          <a:pt x="736" y="559"/>
                        </a:cubicBezTo>
                        <a:cubicBezTo>
                          <a:pt x="736" y="269"/>
                          <a:pt x="559" y="1"/>
                          <a:pt x="354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7" name="Google Shape;557;p37"/>
                  <p:cNvSpPr/>
                  <p:nvPr/>
                </p:nvSpPr>
                <p:spPr>
                  <a:xfrm>
                    <a:off x="3656235" y="2034537"/>
                    <a:ext cx="24936" cy="40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7" h="1202" extrusionOk="0">
                        <a:moveTo>
                          <a:pt x="72" y="1"/>
                        </a:moveTo>
                        <a:cubicBezTo>
                          <a:pt x="57" y="1"/>
                          <a:pt x="43" y="10"/>
                          <a:pt x="29" y="27"/>
                        </a:cubicBezTo>
                        <a:cubicBezTo>
                          <a:pt x="1" y="56"/>
                          <a:pt x="1" y="84"/>
                          <a:pt x="29" y="112"/>
                        </a:cubicBezTo>
                        <a:lnTo>
                          <a:pt x="588" y="699"/>
                        </a:lnTo>
                        <a:lnTo>
                          <a:pt x="29" y="1088"/>
                        </a:lnTo>
                        <a:cubicBezTo>
                          <a:pt x="1" y="1117"/>
                          <a:pt x="1" y="1145"/>
                          <a:pt x="29" y="1173"/>
                        </a:cubicBezTo>
                        <a:lnTo>
                          <a:pt x="57" y="1202"/>
                        </a:lnTo>
                        <a:cubicBezTo>
                          <a:pt x="85" y="1202"/>
                          <a:pt x="85" y="1202"/>
                          <a:pt x="85" y="1173"/>
                        </a:cubicBezTo>
                        <a:lnTo>
                          <a:pt x="708" y="763"/>
                        </a:lnTo>
                        <a:cubicBezTo>
                          <a:pt x="708" y="735"/>
                          <a:pt x="736" y="735"/>
                          <a:pt x="736" y="699"/>
                        </a:cubicBezTo>
                        <a:cubicBezTo>
                          <a:pt x="736" y="699"/>
                          <a:pt x="736" y="671"/>
                          <a:pt x="708" y="671"/>
                        </a:cubicBezTo>
                        <a:lnTo>
                          <a:pt x="121" y="27"/>
                        </a:lnTo>
                        <a:cubicBezTo>
                          <a:pt x="103" y="10"/>
                          <a:pt x="87" y="1"/>
                          <a:pt x="72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8" name="Google Shape;558;p37"/>
                  <p:cNvSpPr/>
                  <p:nvPr/>
                </p:nvSpPr>
                <p:spPr>
                  <a:xfrm>
                    <a:off x="3673221" y="2034537"/>
                    <a:ext cx="24936" cy="40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7" h="1202" extrusionOk="0">
                        <a:moveTo>
                          <a:pt x="72" y="1"/>
                        </a:moveTo>
                        <a:cubicBezTo>
                          <a:pt x="57" y="1"/>
                          <a:pt x="43" y="10"/>
                          <a:pt x="29" y="27"/>
                        </a:cubicBezTo>
                        <a:cubicBezTo>
                          <a:pt x="1" y="56"/>
                          <a:pt x="1" y="84"/>
                          <a:pt x="29" y="112"/>
                        </a:cubicBezTo>
                        <a:lnTo>
                          <a:pt x="588" y="699"/>
                        </a:lnTo>
                        <a:lnTo>
                          <a:pt x="29" y="1088"/>
                        </a:lnTo>
                        <a:cubicBezTo>
                          <a:pt x="1" y="1117"/>
                          <a:pt x="1" y="1145"/>
                          <a:pt x="29" y="1173"/>
                        </a:cubicBezTo>
                        <a:lnTo>
                          <a:pt x="57" y="1202"/>
                        </a:lnTo>
                        <a:cubicBezTo>
                          <a:pt x="86" y="1202"/>
                          <a:pt x="86" y="1202"/>
                          <a:pt x="86" y="1173"/>
                        </a:cubicBezTo>
                        <a:lnTo>
                          <a:pt x="708" y="763"/>
                        </a:lnTo>
                        <a:cubicBezTo>
                          <a:pt x="708" y="735"/>
                          <a:pt x="737" y="735"/>
                          <a:pt x="737" y="699"/>
                        </a:cubicBezTo>
                        <a:cubicBezTo>
                          <a:pt x="737" y="699"/>
                          <a:pt x="737" y="671"/>
                          <a:pt x="708" y="671"/>
                        </a:cubicBezTo>
                        <a:lnTo>
                          <a:pt x="114" y="27"/>
                        </a:lnTo>
                        <a:cubicBezTo>
                          <a:pt x="100" y="10"/>
                          <a:pt x="86" y="1"/>
                          <a:pt x="72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9" name="Google Shape;559;p37"/>
                  <p:cNvSpPr/>
                  <p:nvPr/>
                </p:nvSpPr>
                <p:spPr>
                  <a:xfrm>
                    <a:off x="3706989" y="2034233"/>
                    <a:ext cx="26121" cy="380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2" h="1126" extrusionOk="0">
                        <a:moveTo>
                          <a:pt x="389" y="121"/>
                        </a:moveTo>
                        <a:cubicBezTo>
                          <a:pt x="531" y="121"/>
                          <a:pt x="651" y="326"/>
                          <a:pt x="651" y="567"/>
                        </a:cubicBezTo>
                        <a:cubicBezTo>
                          <a:pt x="651" y="800"/>
                          <a:pt x="531" y="1006"/>
                          <a:pt x="389" y="1006"/>
                        </a:cubicBezTo>
                        <a:cubicBezTo>
                          <a:pt x="241" y="1006"/>
                          <a:pt x="121" y="800"/>
                          <a:pt x="121" y="567"/>
                        </a:cubicBezTo>
                        <a:cubicBezTo>
                          <a:pt x="121" y="326"/>
                          <a:pt x="241" y="121"/>
                          <a:pt x="389" y="121"/>
                        </a:cubicBezTo>
                        <a:close/>
                        <a:moveTo>
                          <a:pt x="389" y="1"/>
                        </a:moveTo>
                        <a:cubicBezTo>
                          <a:pt x="177" y="1"/>
                          <a:pt x="0" y="270"/>
                          <a:pt x="0" y="567"/>
                        </a:cubicBezTo>
                        <a:cubicBezTo>
                          <a:pt x="0" y="885"/>
                          <a:pt x="177" y="1126"/>
                          <a:pt x="389" y="1126"/>
                        </a:cubicBezTo>
                        <a:cubicBezTo>
                          <a:pt x="595" y="1126"/>
                          <a:pt x="771" y="885"/>
                          <a:pt x="771" y="567"/>
                        </a:cubicBezTo>
                        <a:cubicBezTo>
                          <a:pt x="771" y="270"/>
                          <a:pt x="595" y="1"/>
                          <a:pt x="389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0" name="Google Shape;560;p37"/>
                  <p:cNvSpPr/>
                  <p:nvPr/>
                </p:nvSpPr>
                <p:spPr>
                  <a:xfrm>
                    <a:off x="3753885" y="2037346"/>
                    <a:ext cx="4128" cy="37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1119" extrusionOk="0">
                        <a:moveTo>
                          <a:pt x="65" y="1"/>
                        </a:moveTo>
                        <a:cubicBezTo>
                          <a:pt x="29" y="1"/>
                          <a:pt x="1" y="29"/>
                          <a:pt x="1" y="58"/>
                        </a:cubicBezTo>
                        <a:lnTo>
                          <a:pt x="1" y="1062"/>
                        </a:lnTo>
                        <a:cubicBezTo>
                          <a:pt x="1" y="1090"/>
                          <a:pt x="29" y="1119"/>
                          <a:pt x="65" y="1119"/>
                        </a:cubicBezTo>
                        <a:cubicBezTo>
                          <a:pt x="93" y="1119"/>
                          <a:pt x="121" y="1090"/>
                          <a:pt x="121" y="1062"/>
                        </a:cubicBezTo>
                        <a:lnTo>
                          <a:pt x="121" y="58"/>
                        </a:lnTo>
                        <a:cubicBezTo>
                          <a:pt x="121" y="29"/>
                          <a:pt x="93" y="1"/>
                          <a:pt x="65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1" name="Google Shape;561;p37"/>
                  <p:cNvSpPr/>
                  <p:nvPr/>
                </p:nvSpPr>
                <p:spPr>
                  <a:xfrm>
                    <a:off x="3771852" y="2041440"/>
                    <a:ext cx="20132" cy="318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" h="942" extrusionOk="0">
                        <a:moveTo>
                          <a:pt x="0" y="0"/>
                        </a:moveTo>
                        <a:lnTo>
                          <a:pt x="0" y="941"/>
                        </a:lnTo>
                        <a:lnTo>
                          <a:pt x="595" y="941"/>
                        </a:lnTo>
                        <a:lnTo>
                          <a:pt x="59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2" name="Google Shape;562;p37"/>
                  <p:cNvSpPr/>
                  <p:nvPr/>
                </p:nvSpPr>
                <p:spPr>
                  <a:xfrm>
                    <a:off x="3803929" y="2039274"/>
                    <a:ext cx="32820" cy="3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0" h="1062" extrusionOk="0">
                        <a:moveTo>
                          <a:pt x="849" y="121"/>
                        </a:moveTo>
                        <a:lnTo>
                          <a:pt x="849" y="948"/>
                        </a:lnTo>
                        <a:lnTo>
                          <a:pt x="114" y="948"/>
                        </a:lnTo>
                        <a:lnTo>
                          <a:pt x="114" y="121"/>
                        </a:lnTo>
                        <a:close/>
                        <a:moveTo>
                          <a:pt x="57" y="1"/>
                        </a:moveTo>
                        <a:cubicBezTo>
                          <a:pt x="29" y="1"/>
                          <a:pt x="0" y="29"/>
                          <a:pt x="0" y="64"/>
                        </a:cubicBezTo>
                        <a:lnTo>
                          <a:pt x="0" y="1005"/>
                        </a:lnTo>
                        <a:cubicBezTo>
                          <a:pt x="0" y="1033"/>
                          <a:pt x="29" y="1062"/>
                          <a:pt x="57" y="1062"/>
                        </a:cubicBezTo>
                        <a:lnTo>
                          <a:pt x="913" y="1062"/>
                        </a:lnTo>
                        <a:cubicBezTo>
                          <a:pt x="941" y="1062"/>
                          <a:pt x="970" y="1033"/>
                          <a:pt x="970" y="1005"/>
                        </a:cubicBezTo>
                        <a:lnTo>
                          <a:pt x="970" y="64"/>
                        </a:lnTo>
                        <a:cubicBezTo>
                          <a:pt x="970" y="29"/>
                          <a:pt x="941" y="1"/>
                          <a:pt x="913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3" name="Google Shape;563;p37"/>
                  <p:cNvSpPr/>
                  <p:nvPr/>
                </p:nvSpPr>
                <p:spPr>
                  <a:xfrm>
                    <a:off x="3847746" y="2041440"/>
                    <a:ext cx="32820" cy="318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0" h="942" extrusionOk="0">
                        <a:moveTo>
                          <a:pt x="0" y="0"/>
                        </a:moveTo>
                        <a:lnTo>
                          <a:pt x="0" y="941"/>
                        </a:lnTo>
                        <a:lnTo>
                          <a:pt x="969" y="941"/>
                        </a:lnTo>
                        <a:lnTo>
                          <a:pt x="96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" name="Google Shape;564;p37"/>
                  <p:cNvSpPr/>
                  <p:nvPr/>
                </p:nvSpPr>
                <p:spPr>
                  <a:xfrm>
                    <a:off x="3892477" y="2026924"/>
                    <a:ext cx="25173" cy="64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4" h="1901" extrusionOk="0">
                        <a:moveTo>
                          <a:pt x="349" y="0"/>
                        </a:moveTo>
                        <a:cubicBezTo>
                          <a:pt x="332" y="0"/>
                          <a:pt x="315" y="4"/>
                          <a:pt x="298" y="12"/>
                        </a:cubicBezTo>
                        <a:cubicBezTo>
                          <a:pt x="270" y="12"/>
                          <a:pt x="241" y="40"/>
                          <a:pt x="241" y="75"/>
                        </a:cubicBezTo>
                        <a:cubicBezTo>
                          <a:pt x="270" y="104"/>
                          <a:pt x="298" y="132"/>
                          <a:pt x="326" y="132"/>
                        </a:cubicBezTo>
                        <a:cubicBezTo>
                          <a:pt x="336" y="123"/>
                          <a:pt x="346" y="120"/>
                          <a:pt x="357" y="120"/>
                        </a:cubicBezTo>
                        <a:cubicBezTo>
                          <a:pt x="377" y="120"/>
                          <a:pt x="399" y="132"/>
                          <a:pt x="418" y="132"/>
                        </a:cubicBezTo>
                        <a:cubicBezTo>
                          <a:pt x="447" y="160"/>
                          <a:pt x="475" y="252"/>
                          <a:pt x="503" y="309"/>
                        </a:cubicBezTo>
                        <a:cubicBezTo>
                          <a:pt x="503" y="366"/>
                          <a:pt x="475" y="429"/>
                          <a:pt x="475" y="514"/>
                        </a:cubicBezTo>
                        <a:cubicBezTo>
                          <a:pt x="475" y="542"/>
                          <a:pt x="447" y="606"/>
                          <a:pt x="447" y="663"/>
                        </a:cubicBezTo>
                        <a:cubicBezTo>
                          <a:pt x="447" y="783"/>
                          <a:pt x="475" y="868"/>
                          <a:pt x="532" y="960"/>
                        </a:cubicBezTo>
                        <a:cubicBezTo>
                          <a:pt x="503" y="988"/>
                          <a:pt x="475" y="1016"/>
                          <a:pt x="447" y="1045"/>
                        </a:cubicBezTo>
                        <a:lnTo>
                          <a:pt x="447" y="1278"/>
                        </a:lnTo>
                        <a:lnTo>
                          <a:pt x="447" y="1313"/>
                        </a:lnTo>
                        <a:cubicBezTo>
                          <a:pt x="475" y="1455"/>
                          <a:pt x="447" y="1575"/>
                          <a:pt x="390" y="1667"/>
                        </a:cubicBezTo>
                        <a:cubicBezTo>
                          <a:pt x="344" y="1728"/>
                          <a:pt x="273" y="1775"/>
                          <a:pt x="202" y="1775"/>
                        </a:cubicBezTo>
                        <a:cubicBezTo>
                          <a:pt x="174" y="1775"/>
                          <a:pt x="147" y="1768"/>
                          <a:pt x="121" y="1752"/>
                        </a:cubicBezTo>
                        <a:cubicBezTo>
                          <a:pt x="107" y="1738"/>
                          <a:pt x="93" y="1731"/>
                          <a:pt x="79" y="1731"/>
                        </a:cubicBezTo>
                        <a:cubicBezTo>
                          <a:pt x="65" y="1731"/>
                          <a:pt x="50" y="1738"/>
                          <a:pt x="36" y="1752"/>
                        </a:cubicBezTo>
                        <a:cubicBezTo>
                          <a:pt x="1" y="1780"/>
                          <a:pt x="36" y="1809"/>
                          <a:pt x="65" y="1844"/>
                        </a:cubicBezTo>
                        <a:cubicBezTo>
                          <a:pt x="93" y="1872"/>
                          <a:pt x="150" y="1901"/>
                          <a:pt x="213" y="1901"/>
                        </a:cubicBezTo>
                        <a:cubicBezTo>
                          <a:pt x="326" y="1901"/>
                          <a:pt x="447" y="1809"/>
                          <a:pt x="503" y="1724"/>
                        </a:cubicBezTo>
                        <a:cubicBezTo>
                          <a:pt x="567" y="1604"/>
                          <a:pt x="595" y="1455"/>
                          <a:pt x="567" y="1278"/>
                        </a:cubicBezTo>
                        <a:lnTo>
                          <a:pt x="567" y="1250"/>
                        </a:lnTo>
                        <a:lnTo>
                          <a:pt x="567" y="1101"/>
                        </a:lnTo>
                        <a:cubicBezTo>
                          <a:pt x="567" y="1073"/>
                          <a:pt x="595" y="1045"/>
                          <a:pt x="623" y="1045"/>
                        </a:cubicBezTo>
                        <a:cubicBezTo>
                          <a:pt x="623" y="1016"/>
                          <a:pt x="652" y="1016"/>
                          <a:pt x="652" y="1016"/>
                        </a:cubicBezTo>
                        <a:cubicBezTo>
                          <a:pt x="660" y="1025"/>
                          <a:pt x="668" y="1028"/>
                          <a:pt x="677" y="1028"/>
                        </a:cubicBezTo>
                        <a:cubicBezTo>
                          <a:pt x="697" y="1028"/>
                          <a:pt x="719" y="1008"/>
                          <a:pt x="744" y="988"/>
                        </a:cubicBezTo>
                        <a:cubicBezTo>
                          <a:pt x="744" y="960"/>
                          <a:pt x="744" y="924"/>
                          <a:pt x="708" y="924"/>
                        </a:cubicBezTo>
                        <a:cubicBezTo>
                          <a:pt x="680" y="924"/>
                          <a:pt x="680" y="896"/>
                          <a:pt x="680" y="896"/>
                        </a:cubicBezTo>
                        <a:cubicBezTo>
                          <a:pt x="595" y="896"/>
                          <a:pt x="567" y="783"/>
                          <a:pt x="567" y="663"/>
                        </a:cubicBezTo>
                        <a:cubicBezTo>
                          <a:pt x="567" y="634"/>
                          <a:pt x="567" y="571"/>
                          <a:pt x="595" y="514"/>
                        </a:cubicBezTo>
                        <a:cubicBezTo>
                          <a:pt x="595" y="458"/>
                          <a:pt x="623" y="366"/>
                          <a:pt x="623" y="281"/>
                        </a:cubicBezTo>
                        <a:cubicBezTo>
                          <a:pt x="595" y="189"/>
                          <a:pt x="532" y="104"/>
                          <a:pt x="475" y="40"/>
                        </a:cubicBezTo>
                        <a:cubicBezTo>
                          <a:pt x="435" y="20"/>
                          <a:pt x="391" y="0"/>
                          <a:pt x="349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" name="Google Shape;565;p37"/>
                  <p:cNvSpPr/>
                  <p:nvPr/>
                </p:nvSpPr>
                <p:spPr>
                  <a:xfrm>
                    <a:off x="3928411" y="2028278"/>
                    <a:ext cx="11030" cy="59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6" h="1769" extrusionOk="0">
                        <a:moveTo>
                          <a:pt x="35" y="0"/>
                        </a:moveTo>
                        <a:cubicBezTo>
                          <a:pt x="0" y="35"/>
                          <a:pt x="0" y="64"/>
                          <a:pt x="0" y="92"/>
                        </a:cubicBezTo>
                        <a:cubicBezTo>
                          <a:pt x="212" y="594"/>
                          <a:pt x="212" y="1182"/>
                          <a:pt x="0" y="1684"/>
                        </a:cubicBezTo>
                        <a:cubicBezTo>
                          <a:pt x="0" y="1712"/>
                          <a:pt x="0" y="1769"/>
                          <a:pt x="35" y="1769"/>
                        </a:cubicBezTo>
                        <a:lnTo>
                          <a:pt x="64" y="1769"/>
                        </a:lnTo>
                        <a:cubicBezTo>
                          <a:pt x="92" y="1769"/>
                          <a:pt x="120" y="1769"/>
                          <a:pt x="120" y="1740"/>
                        </a:cubicBezTo>
                        <a:cubicBezTo>
                          <a:pt x="326" y="1210"/>
                          <a:pt x="326" y="594"/>
                          <a:pt x="120" y="64"/>
                        </a:cubicBezTo>
                        <a:cubicBezTo>
                          <a:pt x="92" y="35"/>
                          <a:pt x="64" y="0"/>
                          <a:pt x="35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" name="Google Shape;566;p37"/>
                  <p:cNvSpPr/>
                  <p:nvPr/>
                </p:nvSpPr>
                <p:spPr>
                  <a:xfrm>
                    <a:off x="3941573" y="2027296"/>
                    <a:ext cx="14854" cy="68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" h="2039" extrusionOk="0">
                        <a:moveTo>
                          <a:pt x="85" y="1"/>
                        </a:moveTo>
                        <a:cubicBezTo>
                          <a:pt x="57" y="29"/>
                          <a:pt x="28" y="64"/>
                          <a:pt x="57" y="93"/>
                        </a:cubicBezTo>
                        <a:cubicBezTo>
                          <a:pt x="319" y="680"/>
                          <a:pt x="290" y="1387"/>
                          <a:pt x="0" y="1946"/>
                        </a:cubicBezTo>
                        <a:cubicBezTo>
                          <a:pt x="0" y="1975"/>
                          <a:pt x="0" y="2038"/>
                          <a:pt x="28" y="2038"/>
                        </a:cubicBezTo>
                        <a:lnTo>
                          <a:pt x="57" y="2038"/>
                        </a:lnTo>
                        <a:cubicBezTo>
                          <a:pt x="85" y="2038"/>
                          <a:pt x="85" y="2038"/>
                          <a:pt x="113" y="2010"/>
                        </a:cubicBezTo>
                        <a:cubicBezTo>
                          <a:pt x="439" y="1416"/>
                          <a:pt x="439" y="652"/>
                          <a:pt x="142" y="29"/>
                        </a:cubicBezTo>
                        <a:cubicBezTo>
                          <a:pt x="142" y="1"/>
                          <a:pt x="113" y="1"/>
                          <a:pt x="8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7" name="Google Shape;567;p37"/>
                  <p:cNvSpPr/>
                  <p:nvPr/>
                </p:nvSpPr>
                <p:spPr>
                  <a:xfrm>
                    <a:off x="3622264" y="2026924"/>
                    <a:ext cx="24903" cy="64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6" h="1901" extrusionOk="0">
                        <a:moveTo>
                          <a:pt x="417" y="0"/>
                        </a:moveTo>
                        <a:cubicBezTo>
                          <a:pt x="367" y="0"/>
                          <a:pt x="309" y="20"/>
                          <a:pt x="269" y="40"/>
                        </a:cubicBezTo>
                        <a:cubicBezTo>
                          <a:pt x="205" y="104"/>
                          <a:pt x="149" y="189"/>
                          <a:pt x="149" y="281"/>
                        </a:cubicBezTo>
                        <a:cubicBezTo>
                          <a:pt x="120" y="366"/>
                          <a:pt x="149" y="458"/>
                          <a:pt x="149" y="514"/>
                        </a:cubicBezTo>
                        <a:cubicBezTo>
                          <a:pt x="177" y="571"/>
                          <a:pt x="177" y="634"/>
                          <a:pt x="177" y="663"/>
                        </a:cubicBezTo>
                        <a:cubicBezTo>
                          <a:pt x="177" y="783"/>
                          <a:pt x="149" y="896"/>
                          <a:pt x="64" y="896"/>
                        </a:cubicBezTo>
                        <a:lnTo>
                          <a:pt x="64" y="924"/>
                        </a:lnTo>
                        <a:cubicBezTo>
                          <a:pt x="28" y="924"/>
                          <a:pt x="0" y="960"/>
                          <a:pt x="0" y="988"/>
                        </a:cubicBezTo>
                        <a:cubicBezTo>
                          <a:pt x="20" y="1008"/>
                          <a:pt x="44" y="1028"/>
                          <a:pt x="66" y="1028"/>
                        </a:cubicBezTo>
                        <a:cubicBezTo>
                          <a:pt x="75" y="1028"/>
                          <a:pt x="84" y="1025"/>
                          <a:pt x="92" y="1016"/>
                        </a:cubicBezTo>
                        <a:cubicBezTo>
                          <a:pt x="120" y="1016"/>
                          <a:pt x="120" y="1016"/>
                          <a:pt x="120" y="1045"/>
                        </a:cubicBezTo>
                        <a:cubicBezTo>
                          <a:pt x="149" y="1045"/>
                          <a:pt x="177" y="1073"/>
                          <a:pt x="177" y="1101"/>
                        </a:cubicBezTo>
                        <a:cubicBezTo>
                          <a:pt x="205" y="1137"/>
                          <a:pt x="177" y="1193"/>
                          <a:pt x="177" y="1250"/>
                        </a:cubicBezTo>
                        <a:lnTo>
                          <a:pt x="177" y="1278"/>
                        </a:lnTo>
                        <a:cubicBezTo>
                          <a:pt x="149" y="1455"/>
                          <a:pt x="177" y="1604"/>
                          <a:pt x="269" y="1724"/>
                        </a:cubicBezTo>
                        <a:cubicBezTo>
                          <a:pt x="325" y="1809"/>
                          <a:pt x="446" y="1901"/>
                          <a:pt x="559" y="1901"/>
                        </a:cubicBezTo>
                        <a:cubicBezTo>
                          <a:pt x="594" y="1901"/>
                          <a:pt x="651" y="1872"/>
                          <a:pt x="707" y="1844"/>
                        </a:cubicBezTo>
                        <a:cubicBezTo>
                          <a:pt x="736" y="1809"/>
                          <a:pt x="736" y="1780"/>
                          <a:pt x="707" y="1752"/>
                        </a:cubicBezTo>
                        <a:cubicBezTo>
                          <a:pt x="707" y="1738"/>
                          <a:pt x="693" y="1731"/>
                          <a:pt x="676" y="1731"/>
                        </a:cubicBezTo>
                        <a:cubicBezTo>
                          <a:pt x="658" y="1731"/>
                          <a:pt x="637" y="1738"/>
                          <a:pt x="623" y="1752"/>
                        </a:cubicBezTo>
                        <a:cubicBezTo>
                          <a:pt x="597" y="1768"/>
                          <a:pt x="570" y="1775"/>
                          <a:pt x="542" y="1775"/>
                        </a:cubicBezTo>
                        <a:cubicBezTo>
                          <a:pt x="471" y="1775"/>
                          <a:pt x="400" y="1728"/>
                          <a:pt x="354" y="1667"/>
                        </a:cubicBezTo>
                        <a:cubicBezTo>
                          <a:pt x="297" y="1575"/>
                          <a:pt x="269" y="1455"/>
                          <a:pt x="297" y="1313"/>
                        </a:cubicBezTo>
                        <a:lnTo>
                          <a:pt x="297" y="1278"/>
                        </a:lnTo>
                        <a:cubicBezTo>
                          <a:pt x="297" y="1193"/>
                          <a:pt x="325" y="1137"/>
                          <a:pt x="297" y="1045"/>
                        </a:cubicBezTo>
                        <a:cubicBezTo>
                          <a:pt x="269" y="1016"/>
                          <a:pt x="241" y="988"/>
                          <a:pt x="205" y="960"/>
                        </a:cubicBezTo>
                        <a:cubicBezTo>
                          <a:pt x="269" y="868"/>
                          <a:pt x="297" y="783"/>
                          <a:pt x="297" y="663"/>
                        </a:cubicBezTo>
                        <a:cubicBezTo>
                          <a:pt x="297" y="606"/>
                          <a:pt x="297" y="542"/>
                          <a:pt x="269" y="514"/>
                        </a:cubicBezTo>
                        <a:cubicBezTo>
                          <a:pt x="269" y="429"/>
                          <a:pt x="241" y="366"/>
                          <a:pt x="269" y="309"/>
                        </a:cubicBezTo>
                        <a:cubicBezTo>
                          <a:pt x="269" y="252"/>
                          <a:pt x="297" y="160"/>
                          <a:pt x="354" y="132"/>
                        </a:cubicBezTo>
                        <a:cubicBezTo>
                          <a:pt x="373" y="132"/>
                          <a:pt x="395" y="120"/>
                          <a:pt x="416" y="120"/>
                        </a:cubicBezTo>
                        <a:cubicBezTo>
                          <a:pt x="426" y="120"/>
                          <a:pt x="436" y="123"/>
                          <a:pt x="446" y="132"/>
                        </a:cubicBezTo>
                        <a:cubicBezTo>
                          <a:pt x="474" y="132"/>
                          <a:pt x="502" y="104"/>
                          <a:pt x="502" y="75"/>
                        </a:cubicBezTo>
                        <a:cubicBezTo>
                          <a:pt x="502" y="40"/>
                          <a:pt x="502" y="12"/>
                          <a:pt x="474" y="12"/>
                        </a:cubicBezTo>
                        <a:cubicBezTo>
                          <a:pt x="457" y="4"/>
                          <a:pt x="438" y="0"/>
                          <a:pt x="417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8" name="Google Shape;568;p37"/>
                  <p:cNvSpPr/>
                  <p:nvPr/>
                </p:nvSpPr>
                <p:spPr>
                  <a:xfrm>
                    <a:off x="3600474" y="2028278"/>
                    <a:ext cx="11978" cy="59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" h="1769" extrusionOk="0">
                        <a:moveTo>
                          <a:pt x="290" y="0"/>
                        </a:moveTo>
                        <a:cubicBezTo>
                          <a:pt x="262" y="0"/>
                          <a:pt x="234" y="35"/>
                          <a:pt x="234" y="64"/>
                        </a:cubicBezTo>
                        <a:cubicBezTo>
                          <a:pt x="0" y="594"/>
                          <a:pt x="0" y="1210"/>
                          <a:pt x="205" y="1740"/>
                        </a:cubicBezTo>
                        <a:cubicBezTo>
                          <a:pt x="234" y="1769"/>
                          <a:pt x="234" y="1769"/>
                          <a:pt x="262" y="1769"/>
                        </a:cubicBezTo>
                        <a:lnTo>
                          <a:pt x="290" y="1769"/>
                        </a:lnTo>
                        <a:cubicBezTo>
                          <a:pt x="319" y="1769"/>
                          <a:pt x="319" y="1712"/>
                          <a:pt x="319" y="1684"/>
                        </a:cubicBezTo>
                        <a:cubicBezTo>
                          <a:pt x="113" y="1182"/>
                          <a:pt x="113" y="594"/>
                          <a:pt x="319" y="92"/>
                        </a:cubicBezTo>
                        <a:cubicBezTo>
                          <a:pt x="354" y="64"/>
                          <a:pt x="319" y="35"/>
                          <a:pt x="29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9" name="Google Shape;569;p37"/>
                  <p:cNvSpPr/>
                  <p:nvPr/>
                </p:nvSpPr>
                <p:spPr>
                  <a:xfrm>
                    <a:off x="3583454" y="2027296"/>
                    <a:ext cx="14887" cy="68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0" h="2039" extrusionOk="0">
                        <a:moveTo>
                          <a:pt x="355" y="1"/>
                        </a:moveTo>
                        <a:cubicBezTo>
                          <a:pt x="326" y="1"/>
                          <a:pt x="291" y="1"/>
                          <a:pt x="291" y="29"/>
                        </a:cubicBezTo>
                        <a:cubicBezTo>
                          <a:pt x="1" y="652"/>
                          <a:pt x="29" y="1416"/>
                          <a:pt x="326" y="2010"/>
                        </a:cubicBezTo>
                        <a:cubicBezTo>
                          <a:pt x="355" y="2038"/>
                          <a:pt x="355" y="2038"/>
                          <a:pt x="383" y="2038"/>
                        </a:cubicBezTo>
                        <a:lnTo>
                          <a:pt x="411" y="2038"/>
                        </a:lnTo>
                        <a:cubicBezTo>
                          <a:pt x="440" y="2038"/>
                          <a:pt x="440" y="1975"/>
                          <a:pt x="440" y="1946"/>
                        </a:cubicBezTo>
                        <a:cubicBezTo>
                          <a:pt x="150" y="1387"/>
                          <a:pt x="114" y="680"/>
                          <a:pt x="383" y="93"/>
                        </a:cubicBezTo>
                        <a:cubicBezTo>
                          <a:pt x="411" y="64"/>
                          <a:pt x="383" y="29"/>
                          <a:pt x="35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70" name="Google Shape;570;p37"/>
                <p:cNvGrpSpPr/>
                <p:nvPr/>
              </p:nvGrpSpPr>
              <p:grpSpPr>
                <a:xfrm>
                  <a:off x="4013356" y="2847427"/>
                  <a:ext cx="312169" cy="63373"/>
                  <a:chOff x="4157006" y="2607377"/>
                  <a:chExt cx="312169" cy="63373"/>
                </a:xfrm>
              </p:grpSpPr>
              <p:sp>
                <p:nvSpPr>
                  <p:cNvPr id="571" name="Google Shape;571;p37"/>
                  <p:cNvSpPr/>
                  <p:nvPr/>
                </p:nvSpPr>
                <p:spPr>
                  <a:xfrm>
                    <a:off x="4411214" y="2619017"/>
                    <a:ext cx="24903" cy="397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6" h="1176" extrusionOk="0">
                        <a:moveTo>
                          <a:pt x="665" y="1"/>
                        </a:moveTo>
                        <a:cubicBezTo>
                          <a:pt x="651" y="1"/>
                          <a:pt x="637" y="8"/>
                          <a:pt x="623" y="22"/>
                        </a:cubicBezTo>
                        <a:lnTo>
                          <a:pt x="28" y="673"/>
                        </a:lnTo>
                        <a:cubicBezTo>
                          <a:pt x="28" y="673"/>
                          <a:pt x="0" y="673"/>
                          <a:pt x="28" y="701"/>
                        </a:cubicBezTo>
                        <a:lnTo>
                          <a:pt x="28" y="758"/>
                        </a:lnTo>
                        <a:lnTo>
                          <a:pt x="651" y="1175"/>
                        </a:lnTo>
                        <a:lnTo>
                          <a:pt x="679" y="1175"/>
                        </a:lnTo>
                        <a:cubicBezTo>
                          <a:pt x="679" y="1175"/>
                          <a:pt x="708" y="1175"/>
                          <a:pt x="708" y="1147"/>
                        </a:cubicBezTo>
                        <a:cubicBezTo>
                          <a:pt x="736" y="1111"/>
                          <a:pt x="736" y="1083"/>
                          <a:pt x="708" y="1083"/>
                        </a:cubicBezTo>
                        <a:lnTo>
                          <a:pt x="177" y="701"/>
                        </a:lnTo>
                        <a:lnTo>
                          <a:pt x="708" y="114"/>
                        </a:lnTo>
                        <a:cubicBezTo>
                          <a:pt x="736" y="86"/>
                          <a:pt x="736" y="50"/>
                          <a:pt x="708" y="22"/>
                        </a:cubicBezTo>
                        <a:cubicBezTo>
                          <a:pt x="693" y="8"/>
                          <a:pt x="679" y="1"/>
                          <a:pt x="665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2" name="Google Shape;572;p37"/>
                  <p:cNvSpPr/>
                  <p:nvPr/>
                </p:nvSpPr>
                <p:spPr>
                  <a:xfrm>
                    <a:off x="4395176" y="2619017"/>
                    <a:ext cx="23955" cy="397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8" h="1176" extrusionOk="0">
                        <a:moveTo>
                          <a:pt x="651" y="1"/>
                        </a:moveTo>
                        <a:cubicBezTo>
                          <a:pt x="637" y="1"/>
                          <a:pt x="623" y="8"/>
                          <a:pt x="623" y="22"/>
                        </a:cubicBezTo>
                        <a:lnTo>
                          <a:pt x="0" y="673"/>
                        </a:lnTo>
                        <a:lnTo>
                          <a:pt x="0" y="701"/>
                        </a:lnTo>
                        <a:cubicBezTo>
                          <a:pt x="0" y="729"/>
                          <a:pt x="0" y="729"/>
                          <a:pt x="35" y="758"/>
                        </a:cubicBezTo>
                        <a:lnTo>
                          <a:pt x="623" y="1175"/>
                        </a:lnTo>
                        <a:lnTo>
                          <a:pt x="651" y="1175"/>
                        </a:lnTo>
                        <a:cubicBezTo>
                          <a:pt x="679" y="1175"/>
                          <a:pt x="679" y="1175"/>
                          <a:pt x="708" y="1147"/>
                        </a:cubicBezTo>
                        <a:cubicBezTo>
                          <a:pt x="708" y="1111"/>
                          <a:pt x="708" y="1083"/>
                          <a:pt x="679" y="1083"/>
                        </a:cubicBezTo>
                        <a:lnTo>
                          <a:pt x="149" y="701"/>
                        </a:lnTo>
                        <a:lnTo>
                          <a:pt x="708" y="114"/>
                        </a:lnTo>
                        <a:cubicBezTo>
                          <a:pt x="708" y="86"/>
                          <a:pt x="708" y="50"/>
                          <a:pt x="679" y="22"/>
                        </a:cubicBezTo>
                        <a:cubicBezTo>
                          <a:pt x="679" y="8"/>
                          <a:pt x="665" y="1"/>
                          <a:pt x="651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3" name="Google Shape;573;p37"/>
                  <p:cNvSpPr/>
                  <p:nvPr/>
                </p:nvSpPr>
                <p:spPr>
                  <a:xfrm>
                    <a:off x="4360460" y="2620708"/>
                    <a:ext cx="25884" cy="371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5" h="1097" extrusionOk="0">
                        <a:moveTo>
                          <a:pt x="382" y="120"/>
                        </a:moveTo>
                        <a:cubicBezTo>
                          <a:pt x="531" y="120"/>
                          <a:pt x="644" y="297"/>
                          <a:pt x="644" y="531"/>
                        </a:cubicBezTo>
                        <a:cubicBezTo>
                          <a:pt x="644" y="771"/>
                          <a:pt x="531" y="976"/>
                          <a:pt x="382" y="976"/>
                        </a:cubicBezTo>
                        <a:cubicBezTo>
                          <a:pt x="234" y="976"/>
                          <a:pt x="114" y="771"/>
                          <a:pt x="114" y="531"/>
                        </a:cubicBezTo>
                        <a:cubicBezTo>
                          <a:pt x="114" y="297"/>
                          <a:pt x="234" y="120"/>
                          <a:pt x="382" y="120"/>
                        </a:cubicBezTo>
                        <a:close/>
                        <a:moveTo>
                          <a:pt x="382" y="0"/>
                        </a:moveTo>
                        <a:cubicBezTo>
                          <a:pt x="177" y="0"/>
                          <a:pt x="0" y="241"/>
                          <a:pt x="0" y="531"/>
                        </a:cubicBezTo>
                        <a:cubicBezTo>
                          <a:pt x="0" y="856"/>
                          <a:pt x="177" y="1097"/>
                          <a:pt x="382" y="1097"/>
                        </a:cubicBezTo>
                        <a:cubicBezTo>
                          <a:pt x="587" y="1097"/>
                          <a:pt x="764" y="856"/>
                          <a:pt x="764" y="531"/>
                        </a:cubicBezTo>
                        <a:cubicBezTo>
                          <a:pt x="764" y="241"/>
                          <a:pt x="587" y="0"/>
                          <a:pt x="382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4" name="Google Shape;574;p37"/>
                  <p:cNvSpPr/>
                  <p:nvPr/>
                </p:nvSpPr>
                <p:spPr>
                  <a:xfrm>
                    <a:off x="4335320" y="2620708"/>
                    <a:ext cx="4094" cy="371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1097" extrusionOk="0">
                        <a:moveTo>
                          <a:pt x="64" y="0"/>
                        </a:moveTo>
                        <a:cubicBezTo>
                          <a:pt x="36" y="0"/>
                          <a:pt x="1" y="0"/>
                          <a:pt x="1" y="64"/>
                        </a:cubicBezTo>
                        <a:lnTo>
                          <a:pt x="1" y="1033"/>
                        </a:lnTo>
                        <a:cubicBezTo>
                          <a:pt x="1" y="1061"/>
                          <a:pt x="36" y="1097"/>
                          <a:pt x="64" y="1097"/>
                        </a:cubicBezTo>
                        <a:cubicBezTo>
                          <a:pt x="92" y="1097"/>
                          <a:pt x="121" y="1061"/>
                          <a:pt x="121" y="1033"/>
                        </a:cubicBezTo>
                        <a:lnTo>
                          <a:pt x="121" y="64"/>
                        </a:lnTo>
                        <a:cubicBezTo>
                          <a:pt x="121" y="0"/>
                          <a:pt x="92" y="0"/>
                          <a:pt x="64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5" name="Google Shape;575;p37"/>
                  <p:cNvSpPr/>
                  <p:nvPr/>
                </p:nvSpPr>
                <p:spPr>
                  <a:xfrm>
                    <a:off x="4302534" y="2623821"/>
                    <a:ext cx="19895" cy="308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8" h="913" extrusionOk="0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587" y="913"/>
                        </a:lnTo>
                        <a:lnTo>
                          <a:pt x="58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6" name="Google Shape;576;p37"/>
                  <p:cNvSpPr/>
                  <p:nvPr/>
                </p:nvSpPr>
                <p:spPr>
                  <a:xfrm>
                    <a:off x="4257532" y="2621893"/>
                    <a:ext cx="33057" cy="347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7" h="1027" extrusionOk="0">
                        <a:moveTo>
                          <a:pt x="856" y="114"/>
                        </a:moveTo>
                        <a:lnTo>
                          <a:pt x="856" y="913"/>
                        </a:lnTo>
                        <a:lnTo>
                          <a:pt x="121" y="913"/>
                        </a:lnTo>
                        <a:lnTo>
                          <a:pt x="121" y="114"/>
                        </a:lnTo>
                        <a:close/>
                        <a:moveTo>
                          <a:pt x="64" y="1"/>
                        </a:moveTo>
                        <a:cubicBezTo>
                          <a:pt x="36" y="1"/>
                          <a:pt x="0" y="29"/>
                          <a:pt x="0" y="57"/>
                        </a:cubicBezTo>
                        <a:lnTo>
                          <a:pt x="0" y="970"/>
                        </a:lnTo>
                        <a:cubicBezTo>
                          <a:pt x="0" y="998"/>
                          <a:pt x="36" y="1026"/>
                          <a:pt x="64" y="1026"/>
                        </a:cubicBezTo>
                        <a:lnTo>
                          <a:pt x="920" y="1026"/>
                        </a:lnTo>
                        <a:cubicBezTo>
                          <a:pt x="948" y="1026"/>
                          <a:pt x="977" y="998"/>
                          <a:pt x="977" y="970"/>
                        </a:cubicBezTo>
                        <a:lnTo>
                          <a:pt x="977" y="57"/>
                        </a:lnTo>
                        <a:cubicBezTo>
                          <a:pt x="977" y="29"/>
                          <a:pt x="948" y="1"/>
                          <a:pt x="920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7" name="Google Shape;577;p37"/>
                  <p:cNvSpPr/>
                  <p:nvPr/>
                </p:nvSpPr>
                <p:spPr>
                  <a:xfrm>
                    <a:off x="4214696" y="2623821"/>
                    <a:ext cx="32076" cy="308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8" h="913" extrusionOk="0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948" y="913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8" name="Google Shape;578;p37"/>
                  <p:cNvSpPr/>
                  <p:nvPr/>
                </p:nvSpPr>
                <p:spPr>
                  <a:xfrm>
                    <a:off x="4178762" y="2607377"/>
                    <a:ext cx="23989" cy="63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9" h="1873" extrusionOk="0">
                        <a:moveTo>
                          <a:pt x="392" y="0"/>
                        </a:moveTo>
                        <a:cubicBezTo>
                          <a:pt x="350" y="0"/>
                          <a:pt x="310" y="20"/>
                          <a:pt x="270" y="40"/>
                        </a:cubicBezTo>
                        <a:cubicBezTo>
                          <a:pt x="178" y="104"/>
                          <a:pt x="149" y="189"/>
                          <a:pt x="121" y="281"/>
                        </a:cubicBezTo>
                        <a:cubicBezTo>
                          <a:pt x="121" y="366"/>
                          <a:pt x="121" y="458"/>
                          <a:pt x="149" y="514"/>
                        </a:cubicBezTo>
                        <a:cubicBezTo>
                          <a:pt x="149" y="571"/>
                          <a:pt x="178" y="635"/>
                          <a:pt x="178" y="663"/>
                        </a:cubicBezTo>
                        <a:cubicBezTo>
                          <a:pt x="178" y="748"/>
                          <a:pt x="149" y="868"/>
                          <a:pt x="65" y="896"/>
                        </a:cubicBezTo>
                        <a:lnTo>
                          <a:pt x="29" y="896"/>
                        </a:lnTo>
                        <a:cubicBezTo>
                          <a:pt x="1" y="925"/>
                          <a:pt x="1" y="960"/>
                          <a:pt x="1" y="988"/>
                        </a:cubicBezTo>
                        <a:cubicBezTo>
                          <a:pt x="1" y="1017"/>
                          <a:pt x="29" y="1017"/>
                          <a:pt x="65" y="1017"/>
                        </a:cubicBezTo>
                        <a:lnTo>
                          <a:pt x="121" y="1017"/>
                        </a:lnTo>
                        <a:lnTo>
                          <a:pt x="178" y="1073"/>
                        </a:lnTo>
                        <a:lnTo>
                          <a:pt x="178" y="1250"/>
                        </a:lnTo>
                        <a:lnTo>
                          <a:pt x="149" y="1278"/>
                        </a:lnTo>
                        <a:cubicBezTo>
                          <a:pt x="149" y="1455"/>
                          <a:pt x="178" y="1604"/>
                          <a:pt x="241" y="1696"/>
                        </a:cubicBezTo>
                        <a:cubicBezTo>
                          <a:pt x="298" y="1809"/>
                          <a:pt x="418" y="1873"/>
                          <a:pt x="531" y="1873"/>
                        </a:cubicBezTo>
                        <a:cubicBezTo>
                          <a:pt x="595" y="1873"/>
                          <a:pt x="623" y="1844"/>
                          <a:pt x="680" y="1809"/>
                        </a:cubicBezTo>
                        <a:cubicBezTo>
                          <a:pt x="708" y="1809"/>
                          <a:pt x="708" y="1752"/>
                          <a:pt x="708" y="1752"/>
                        </a:cubicBezTo>
                        <a:cubicBezTo>
                          <a:pt x="688" y="1732"/>
                          <a:pt x="668" y="1712"/>
                          <a:pt x="648" y="1712"/>
                        </a:cubicBezTo>
                        <a:cubicBezTo>
                          <a:pt x="640" y="1712"/>
                          <a:pt x="632" y="1716"/>
                          <a:pt x="623" y="1724"/>
                        </a:cubicBezTo>
                        <a:cubicBezTo>
                          <a:pt x="598" y="1740"/>
                          <a:pt x="568" y="1747"/>
                          <a:pt x="537" y="1747"/>
                        </a:cubicBezTo>
                        <a:cubicBezTo>
                          <a:pt x="456" y="1747"/>
                          <a:pt x="367" y="1699"/>
                          <a:pt x="326" y="1632"/>
                        </a:cubicBezTo>
                        <a:cubicBezTo>
                          <a:pt x="270" y="1547"/>
                          <a:pt x="270" y="1427"/>
                          <a:pt x="270" y="1278"/>
                        </a:cubicBezTo>
                        <a:lnTo>
                          <a:pt x="298" y="1250"/>
                        </a:lnTo>
                        <a:cubicBezTo>
                          <a:pt x="298" y="1194"/>
                          <a:pt x="298" y="1102"/>
                          <a:pt x="270" y="1045"/>
                        </a:cubicBezTo>
                        <a:cubicBezTo>
                          <a:pt x="270" y="1017"/>
                          <a:pt x="241" y="960"/>
                          <a:pt x="206" y="925"/>
                        </a:cubicBezTo>
                        <a:cubicBezTo>
                          <a:pt x="270" y="868"/>
                          <a:pt x="298" y="748"/>
                          <a:pt x="298" y="663"/>
                        </a:cubicBezTo>
                        <a:cubicBezTo>
                          <a:pt x="298" y="606"/>
                          <a:pt x="270" y="543"/>
                          <a:pt x="270" y="514"/>
                        </a:cubicBezTo>
                        <a:cubicBezTo>
                          <a:pt x="241" y="430"/>
                          <a:pt x="241" y="366"/>
                          <a:pt x="241" y="309"/>
                        </a:cubicBezTo>
                        <a:cubicBezTo>
                          <a:pt x="241" y="253"/>
                          <a:pt x="298" y="161"/>
                          <a:pt x="326" y="132"/>
                        </a:cubicBezTo>
                        <a:lnTo>
                          <a:pt x="418" y="132"/>
                        </a:lnTo>
                        <a:cubicBezTo>
                          <a:pt x="447" y="132"/>
                          <a:pt x="475" y="132"/>
                          <a:pt x="475" y="104"/>
                        </a:cubicBezTo>
                        <a:cubicBezTo>
                          <a:pt x="503" y="40"/>
                          <a:pt x="475" y="12"/>
                          <a:pt x="447" y="12"/>
                        </a:cubicBezTo>
                        <a:cubicBezTo>
                          <a:pt x="428" y="4"/>
                          <a:pt x="410" y="0"/>
                          <a:pt x="39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9" name="Google Shape;579;p37"/>
                  <p:cNvSpPr/>
                  <p:nvPr/>
                </p:nvSpPr>
                <p:spPr>
                  <a:xfrm>
                    <a:off x="4157006" y="2609915"/>
                    <a:ext cx="10793" cy="587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9" h="1735" extrusionOk="0">
                        <a:moveTo>
                          <a:pt x="290" y="1"/>
                        </a:moveTo>
                        <a:cubicBezTo>
                          <a:pt x="262" y="1"/>
                          <a:pt x="234" y="1"/>
                          <a:pt x="205" y="29"/>
                        </a:cubicBezTo>
                        <a:cubicBezTo>
                          <a:pt x="0" y="560"/>
                          <a:pt x="0" y="1175"/>
                          <a:pt x="205" y="1706"/>
                        </a:cubicBezTo>
                        <a:cubicBezTo>
                          <a:pt x="205" y="1706"/>
                          <a:pt x="234" y="1734"/>
                          <a:pt x="262" y="1734"/>
                        </a:cubicBezTo>
                        <a:lnTo>
                          <a:pt x="290" y="1734"/>
                        </a:lnTo>
                        <a:cubicBezTo>
                          <a:pt x="318" y="1706"/>
                          <a:pt x="318" y="1677"/>
                          <a:pt x="318" y="1649"/>
                        </a:cubicBezTo>
                        <a:cubicBezTo>
                          <a:pt x="113" y="1147"/>
                          <a:pt x="113" y="588"/>
                          <a:pt x="318" y="86"/>
                        </a:cubicBezTo>
                        <a:cubicBezTo>
                          <a:pt x="318" y="57"/>
                          <a:pt x="318" y="1"/>
                          <a:pt x="29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0" name="Google Shape;580;p37"/>
                  <p:cNvSpPr/>
                  <p:nvPr/>
                </p:nvSpPr>
                <p:spPr>
                  <a:xfrm>
                    <a:off x="4445185" y="2607377"/>
                    <a:ext cx="23989" cy="63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9" h="1873" extrusionOk="0">
                        <a:moveTo>
                          <a:pt x="317" y="0"/>
                        </a:moveTo>
                        <a:cubicBezTo>
                          <a:pt x="299" y="0"/>
                          <a:pt x="281" y="4"/>
                          <a:pt x="262" y="12"/>
                        </a:cubicBezTo>
                        <a:cubicBezTo>
                          <a:pt x="234" y="12"/>
                          <a:pt x="206" y="40"/>
                          <a:pt x="234" y="104"/>
                        </a:cubicBezTo>
                        <a:cubicBezTo>
                          <a:pt x="234" y="132"/>
                          <a:pt x="262" y="132"/>
                          <a:pt x="291" y="132"/>
                        </a:cubicBezTo>
                        <a:lnTo>
                          <a:pt x="383" y="132"/>
                        </a:lnTo>
                        <a:cubicBezTo>
                          <a:pt x="411" y="161"/>
                          <a:pt x="468" y="253"/>
                          <a:pt x="468" y="309"/>
                        </a:cubicBezTo>
                        <a:cubicBezTo>
                          <a:pt x="468" y="366"/>
                          <a:pt x="468" y="430"/>
                          <a:pt x="439" y="514"/>
                        </a:cubicBezTo>
                        <a:cubicBezTo>
                          <a:pt x="439" y="543"/>
                          <a:pt x="439" y="606"/>
                          <a:pt x="411" y="663"/>
                        </a:cubicBezTo>
                        <a:cubicBezTo>
                          <a:pt x="411" y="748"/>
                          <a:pt x="439" y="868"/>
                          <a:pt x="503" y="925"/>
                        </a:cubicBezTo>
                        <a:cubicBezTo>
                          <a:pt x="468" y="960"/>
                          <a:pt x="439" y="1017"/>
                          <a:pt x="439" y="1045"/>
                        </a:cubicBezTo>
                        <a:cubicBezTo>
                          <a:pt x="411" y="1102"/>
                          <a:pt x="411" y="1194"/>
                          <a:pt x="439" y="1250"/>
                        </a:cubicBezTo>
                        <a:lnTo>
                          <a:pt x="439" y="1278"/>
                        </a:lnTo>
                        <a:cubicBezTo>
                          <a:pt x="439" y="1427"/>
                          <a:pt x="439" y="1547"/>
                          <a:pt x="383" y="1632"/>
                        </a:cubicBezTo>
                        <a:cubicBezTo>
                          <a:pt x="342" y="1699"/>
                          <a:pt x="253" y="1747"/>
                          <a:pt x="172" y="1747"/>
                        </a:cubicBezTo>
                        <a:cubicBezTo>
                          <a:pt x="141" y="1747"/>
                          <a:pt x="111" y="1740"/>
                          <a:pt x="86" y="1724"/>
                        </a:cubicBezTo>
                        <a:cubicBezTo>
                          <a:pt x="77" y="1716"/>
                          <a:pt x="69" y="1712"/>
                          <a:pt x="61" y="1712"/>
                        </a:cubicBezTo>
                        <a:cubicBezTo>
                          <a:pt x="43" y="1712"/>
                          <a:pt x="29" y="1732"/>
                          <a:pt x="29" y="1752"/>
                        </a:cubicBezTo>
                        <a:cubicBezTo>
                          <a:pt x="1" y="1752"/>
                          <a:pt x="1" y="1809"/>
                          <a:pt x="29" y="1809"/>
                        </a:cubicBezTo>
                        <a:cubicBezTo>
                          <a:pt x="86" y="1844"/>
                          <a:pt x="114" y="1873"/>
                          <a:pt x="178" y="1873"/>
                        </a:cubicBezTo>
                        <a:cubicBezTo>
                          <a:pt x="291" y="1873"/>
                          <a:pt x="411" y="1809"/>
                          <a:pt x="468" y="1696"/>
                        </a:cubicBezTo>
                        <a:cubicBezTo>
                          <a:pt x="560" y="1604"/>
                          <a:pt x="560" y="1455"/>
                          <a:pt x="560" y="1278"/>
                        </a:cubicBezTo>
                        <a:lnTo>
                          <a:pt x="560" y="1250"/>
                        </a:lnTo>
                        <a:cubicBezTo>
                          <a:pt x="531" y="1194"/>
                          <a:pt x="531" y="1137"/>
                          <a:pt x="560" y="1073"/>
                        </a:cubicBezTo>
                        <a:cubicBezTo>
                          <a:pt x="560" y="1045"/>
                          <a:pt x="588" y="1045"/>
                          <a:pt x="588" y="1017"/>
                        </a:cubicBezTo>
                        <a:lnTo>
                          <a:pt x="644" y="1017"/>
                        </a:lnTo>
                        <a:cubicBezTo>
                          <a:pt x="680" y="1017"/>
                          <a:pt x="708" y="1017"/>
                          <a:pt x="708" y="988"/>
                        </a:cubicBezTo>
                        <a:cubicBezTo>
                          <a:pt x="708" y="960"/>
                          <a:pt x="708" y="925"/>
                          <a:pt x="680" y="896"/>
                        </a:cubicBezTo>
                        <a:lnTo>
                          <a:pt x="644" y="896"/>
                        </a:lnTo>
                        <a:cubicBezTo>
                          <a:pt x="588" y="868"/>
                          <a:pt x="531" y="748"/>
                          <a:pt x="531" y="663"/>
                        </a:cubicBezTo>
                        <a:cubicBezTo>
                          <a:pt x="560" y="635"/>
                          <a:pt x="560" y="571"/>
                          <a:pt x="560" y="514"/>
                        </a:cubicBezTo>
                        <a:cubicBezTo>
                          <a:pt x="588" y="458"/>
                          <a:pt x="588" y="366"/>
                          <a:pt x="588" y="281"/>
                        </a:cubicBezTo>
                        <a:cubicBezTo>
                          <a:pt x="588" y="189"/>
                          <a:pt x="531" y="104"/>
                          <a:pt x="439" y="40"/>
                        </a:cubicBezTo>
                        <a:cubicBezTo>
                          <a:pt x="399" y="20"/>
                          <a:pt x="359" y="0"/>
                          <a:pt x="31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81" name="Google Shape;581;p37"/>
                <p:cNvGrpSpPr/>
                <p:nvPr/>
              </p:nvGrpSpPr>
              <p:grpSpPr>
                <a:xfrm>
                  <a:off x="3007131" y="2353586"/>
                  <a:ext cx="269330" cy="224564"/>
                  <a:chOff x="2715768" y="1997386"/>
                  <a:chExt cx="269330" cy="224564"/>
                </a:xfrm>
              </p:grpSpPr>
              <p:sp>
                <p:nvSpPr>
                  <p:cNvPr id="582" name="Google Shape;582;p37"/>
                  <p:cNvSpPr/>
                  <p:nvPr/>
                </p:nvSpPr>
                <p:spPr>
                  <a:xfrm>
                    <a:off x="2868233" y="1997386"/>
                    <a:ext cx="116866" cy="116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54" h="3453" extrusionOk="0">
                        <a:moveTo>
                          <a:pt x="1729" y="947"/>
                        </a:moveTo>
                        <a:cubicBezTo>
                          <a:pt x="1938" y="947"/>
                          <a:pt x="2145" y="1036"/>
                          <a:pt x="2300" y="1210"/>
                        </a:cubicBezTo>
                        <a:cubicBezTo>
                          <a:pt x="2597" y="1536"/>
                          <a:pt x="2597" y="2038"/>
                          <a:pt x="2272" y="2328"/>
                        </a:cubicBezTo>
                        <a:cubicBezTo>
                          <a:pt x="2120" y="2466"/>
                          <a:pt x="1930" y="2534"/>
                          <a:pt x="1741" y="2534"/>
                        </a:cubicBezTo>
                        <a:cubicBezTo>
                          <a:pt x="1524" y="2534"/>
                          <a:pt x="1309" y="2445"/>
                          <a:pt x="1154" y="2271"/>
                        </a:cubicBezTo>
                        <a:cubicBezTo>
                          <a:pt x="857" y="1946"/>
                          <a:pt x="885" y="1444"/>
                          <a:pt x="1211" y="1154"/>
                        </a:cubicBezTo>
                        <a:cubicBezTo>
                          <a:pt x="1362" y="1015"/>
                          <a:pt x="1546" y="947"/>
                          <a:pt x="1729" y="947"/>
                        </a:cubicBezTo>
                        <a:close/>
                        <a:moveTo>
                          <a:pt x="1621" y="1"/>
                        </a:moveTo>
                        <a:cubicBezTo>
                          <a:pt x="1656" y="1"/>
                          <a:pt x="1656" y="29"/>
                          <a:pt x="1656" y="29"/>
                        </a:cubicBezTo>
                        <a:cubicBezTo>
                          <a:pt x="1684" y="177"/>
                          <a:pt x="1593" y="354"/>
                          <a:pt x="1444" y="383"/>
                        </a:cubicBezTo>
                        <a:cubicBezTo>
                          <a:pt x="1423" y="387"/>
                          <a:pt x="1402" y="389"/>
                          <a:pt x="1382" y="389"/>
                        </a:cubicBezTo>
                        <a:cubicBezTo>
                          <a:pt x="1235" y="389"/>
                          <a:pt x="1121" y="280"/>
                          <a:pt x="1090" y="149"/>
                        </a:cubicBezTo>
                        <a:lnTo>
                          <a:pt x="1090" y="121"/>
                        </a:lnTo>
                        <a:cubicBezTo>
                          <a:pt x="977" y="149"/>
                          <a:pt x="885" y="206"/>
                          <a:pt x="800" y="269"/>
                        </a:cubicBezTo>
                        <a:cubicBezTo>
                          <a:pt x="800" y="269"/>
                          <a:pt x="800" y="298"/>
                          <a:pt x="828" y="298"/>
                        </a:cubicBezTo>
                        <a:cubicBezTo>
                          <a:pt x="913" y="418"/>
                          <a:pt x="913" y="595"/>
                          <a:pt x="800" y="708"/>
                        </a:cubicBezTo>
                        <a:cubicBezTo>
                          <a:pt x="744" y="751"/>
                          <a:pt x="676" y="774"/>
                          <a:pt x="610" y="774"/>
                        </a:cubicBezTo>
                        <a:cubicBezTo>
                          <a:pt x="535" y="774"/>
                          <a:pt x="463" y="744"/>
                          <a:pt x="418" y="680"/>
                        </a:cubicBezTo>
                        <a:cubicBezTo>
                          <a:pt x="383" y="680"/>
                          <a:pt x="383" y="651"/>
                          <a:pt x="383" y="651"/>
                        </a:cubicBezTo>
                        <a:cubicBezTo>
                          <a:pt x="326" y="736"/>
                          <a:pt x="270" y="828"/>
                          <a:pt x="206" y="913"/>
                        </a:cubicBezTo>
                        <a:cubicBezTo>
                          <a:pt x="206" y="913"/>
                          <a:pt x="241" y="913"/>
                          <a:pt x="241" y="948"/>
                        </a:cubicBezTo>
                        <a:cubicBezTo>
                          <a:pt x="383" y="977"/>
                          <a:pt x="475" y="1154"/>
                          <a:pt x="418" y="1302"/>
                        </a:cubicBezTo>
                        <a:cubicBezTo>
                          <a:pt x="390" y="1415"/>
                          <a:pt x="272" y="1496"/>
                          <a:pt x="154" y="1496"/>
                        </a:cubicBezTo>
                        <a:cubicBezTo>
                          <a:pt x="124" y="1496"/>
                          <a:pt x="93" y="1491"/>
                          <a:pt x="64" y="1479"/>
                        </a:cubicBezTo>
                        <a:lnTo>
                          <a:pt x="29" y="1479"/>
                        </a:lnTo>
                        <a:cubicBezTo>
                          <a:pt x="29" y="1564"/>
                          <a:pt x="1" y="1684"/>
                          <a:pt x="29" y="1797"/>
                        </a:cubicBezTo>
                        <a:lnTo>
                          <a:pt x="64" y="1797"/>
                        </a:lnTo>
                        <a:cubicBezTo>
                          <a:pt x="89" y="1788"/>
                          <a:pt x="113" y="1783"/>
                          <a:pt x="138" y="1783"/>
                        </a:cubicBezTo>
                        <a:cubicBezTo>
                          <a:pt x="254" y="1783"/>
                          <a:pt x="359" y="1887"/>
                          <a:pt x="383" y="2010"/>
                        </a:cubicBezTo>
                        <a:cubicBezTo>
                          <a:pt x="418" y="2151"/>
                          <a:pt x="326" y="2300"/>
                          <a:pt x="178" y="2328"/>
                        </a:cubicBezTo>
                        <a:lnTo>
                          <a:pt x="149" y="2363"/>
                        </a:lnTo>
                        <a:cubicBezTo>
                          <a:pt x="178" y="2448"/>
                          <a:pt x="241" y="2569"/>
                          <a:pt x="298" y="2653"/>
                        </a:cubicBezTo>
                        <a:cubicBezTo>
                          <a:pt x="298" y="2653"/>
                          <a:pt x="298" y="2625"/>
                          <a:pt x="326" y="2625"/>
                        </a:cubicBezTo>
                        <a:cubicBezTo>
                          <a:pt x="378" y="2573"/>
                          <a:pt x="441" y="2550"/>
                          <a:pt x="502" y="2550"/>
                        </a:cubicBezTo>
                        <a:cubicBezTo>
                          <a:pt x="582" y="2550"/>
                          <a:pt x="660" y="2589"/>
                          <a:pt x="708" y="2653"/>
                        </a:cubicBezTo>
                        <a:cubicBezTo>
                          <a:pt x="828" y="2774"/>
                          <a:pt x="828" y="2951"/>
                          <a:pt x="708" y="3035"/>
                        </a:cubicBezTo>
                        <a:lnTo>
                          <a:pt x="680" y="3071"/>
                        </a:lnTo>
                        <a:cubicBezTo>
                          <a:pt x="772" y="3156"/>
                          <a:pt x="857" y="3212"/>
                          <a:pt x="949" y="3276"/>
                        </a:cubicBezTo>
                        <a:cubicBezTo>
                          <a:pt x="949" y="3248"/>
                          <a:pt x="949" y="3248"/>
                          <a:pt x="977" y="3212"/>
                        </a:cubicBezTo>
                        <a:cubicBezTo>
                          <a:pt x="1000" y="3100"/>
                          <a:pt x="1116" y="3018"/>
                          <a:pt x="1238" y="3018"/>
                        </a:cubicBezTo>
                        <a:cubicBezTo>
                          <a:pt x="1269" y="3018"/>
                          <a:pt x="1300" y="3024"/>
                          <a:pt x="1331" y="3035"/>
                        </a:cubicBezTo>
                        <a:cubicBezTo>
                          <a:pt x="1479" y="3099"/>
                          <a:pt x="1536" y="3248"/>
                          <a:pt x="1508" y="3389"/>
                        </a:cubicBezTo>
                        <a:cubicBezTo>
                          <a:pt x="1508" y="3425"/>
                          <a:pt x="1508" y="3425"/>
                          <a:pt x="1479" y="3453"/>
                        </a:cubicBezTo>
                        <a:lnTo>
                          <a:pt x="1833" y="3453"/>
                        </a:lnTo>
                        <a:cubicBezTo>
                          <a:pt x="1833" y="3453"/>
                          <a:pt x="1833" y="3425"/>
                          <a:pt x="1798" y="3425"/>
                        </a:cubicBezTo>
                        <a:cubicBezTo>
                          <a:pt x="1769" y="3276"/>
                          <a:pt x="1890" y="3127"/>
                          <a:pt x="2038" y="3071"/>
                        </a:cubicBezTo>
                        <a:cubicBezTo>
                          <a:pt x="2056" y="3067"/>
                          <a:pt x="2074" y="3065"/>
                          <a:pt x="2091" y="3065"/>
                        </a:cubicBezTo>
                        <a:cubicBezTo>
                          <a:pt x="2219" y="3065"/>
                          <a:pt x="2332" y="3173"/>
                          <a:pt x="2364" y="3304"/>
                        </a:cubicBezTo>
                        <a:lnTo>
                          <a:pt x="2364" y="3333"/>
                        </a:lnTo>
                        <a:cubicBezTo>
                          <a:pt x="2477" y="3304"/>
                          <a:pt x="2569" y="3248"/>
                          <a:pt x="2682" y="3184"/>
                        </a:cubicBezTo>
                        <a:cubicBezTo>
                          <a:pt x="2654" y="3184"/>
                          <a:pt x="2654" y="3184"/>
                          <a:pt x="2654" y="3156"/>
                        </a:cubicBezTo>
                        <a:cubicBezTo>
                          <a:pt x="2540" y="3035"/>
                          <a:pt x="2540" y="2859"/>
                          <a:pt x="2654" y="2774"/>
                        </a:cubicBezTo>
                        <a:cubicBezTo>
                          <a:pt x="2714" y="2714"/>
                          <a:pt x="2788" y="2683"/>
                          <a:pt x="2862" y="2683"/>
                        </a:cubicBezTo>
                        <a:cubicBezTo>
                          <a:pt x="2937" y="2683"/>
                          <a:pt x="3011" y="2714"/>
                          <a:pt x="3071" y="2774"/>
                        </a:cubicBezTo>
                        <a:cubicBezTo>
                          <a:pt x="3071" y="2802"/>
                          <a:pt x="3071" y="2802"/>
                          <a:pt x="3099" y="2830"/>
                        </a:cubicBezTo>
                        <a:cubicBezTo>
                          <a:pt x="3156" y="2717"/>
                          <a:pt x="3213" y="2625"/>
                          <a:pt x="3276" y="2540"/>
                        </a:cubicBezTo>
                        <a:cubicBezTo>
                          <a:pt x="3248" y="2540"/>
                          <a:pt x="3248" y="2540"/>
                          <a:pt x="3213" y="2505"/>
                        </a:cubicBezTo>
                        <a:cubicBezTo>
                          <a:pt x="3071" y="2477"/>
                          <a:pt x="2979" y="2300"/>
                          <a:pt x="3036" y="2151"/>
                        </a:cubicBezTo>
                        <a:cubicBezTo>
                          <a:pt x="3086" y="2039"/>
                          <a:pt x="3191" y="1957"/>
                          <a:pt x="3303" y="1957"/>
                        </a:cubicBezTo>
                        <a:cubicBezTo>
                          <a:pt x="3331" y="1957"/>
                          <a:pt x="3360" y="1963"/>
                          <a:pt x="3389" y="1974"/>
                        </a:cubicBezTo>
                        <a:cubicBezTo>
                          <a:pt x="3425" y="1974"/>
                          <a:pt x="3425" y="1974"/>
                          <a:pt x="3453" y="2010"/>
                        </a:cubicBezTo>
                        <a:lnTo>
                          <a:pt x="3453" y="1656"/>
                        </a:lnTo>
                        <a:cubicBezTo>
                          <a:pt x="3453" y="1656"/>
                          <a:pt x="3425" y="1656"/>
                          <a:pt x="3425" y="1684"/>
                        </a:cubicBezTo>
                        <a:cubicBezTo>
                          <a:pt x="3407" y="1687"/>
                          <a:pt x="3390" y="1688"/>
                          <a:pt x="3373" y="1688"/>
                        </a:cubicBezTo>
                        <a:cubicBezTo>
                          <a:pt x="3220" y="1688"/>
                          <a:pt x="3097" y="1578"/>
                          <a:pt x="3071" y="1444"/>
                        </a:cubicBezTo>
                        <a:cubicBezTo>
                          <a:pt x="3036" y="1302"/>
                          <a:pt x="3128" y="1154"/>
                          <a:pt x="3276" y="1125"/>
                        </a:cubicBezTo>
                        <a:cubicBezTo>
                          <a:pt x="3305" y="1090"/>
                          <a:pt x="3305" y="1090"/>
                          <a:pt x="3333" y="1090"/>
                        </a:cubicBezTo>
                        <a:cubicBezTo>
                          <a:pt x="3276" y="1005"/>
                          <a:pt x="3248" y="885"/>
                          <a:pt x="3156" y="800"/>
                        </a:cubicBezTo>
                        <a:lnTo>
                          <a:pt x="3156" y="828"/>
                        </a:lnTo>
                        <a:cubicBezTo>
                          <a:pt x="3104" y="880"/>
                          <a:pt x="3041" y="903"/>
                          <a:pt x="2978" y="903"/>
                        </a:cubicBezTo>
                        <a:cubicBezTo>
                          <a:pt x="2894" y="903"/>
                          <a:pt x="2810" y="864"/>
                          <a:pt x="2746" y="800"/>
                        </a:cubicBezTo>
                        <a:cubicBezTo>
                          <a:pt x="2625" y="680"/>
                          <a:pt x="2654" y="503"/>
                          <a:pt x="2774" y="418"/>
                        </a:cubicBezTo>
                        <a:cubicBezTo>
                          <a:pt x="2774" y="383"/>
                          <a:pt x="2774" y="383"/>
                          <a:pt x="2802" y="383"/>
                        </a:cubicBezTo>
                        <a:cubicBezTo>
                          <a:pt x="2717" y="326"/>
                          <a:pt x="2597" y="241"/>
                          <a:pt x="2505" y="206"/>
                        </a:cubicBezTo>
                        <a:lnTo>
                          <a:pt x="2505" y="241"/>
                        </a:lnTo>
                        <a:cubicBezTo>
                          <a:pt x="2460" y="354"/>
                          <a:pt x="2357" y="435"/>
                          <a:pt x="2242" y="435"/>
                        </a:cubicBezTo>
                        <a:cubicBezTo>
                          <a:pt x="2212" y="435"/>
                          <a:pt x="2182" y="429"/>
                          <a:pt x="2151" y="418"/>
                        </a:cubicBezTo>
                        <a:cubicBezTo>
                          <a:pt x="2010" y="354"/>
                          <a:pt x="1918" y="206"/>
                          <a:pt x="1946" y="64"/>
                        </a:cubicBezTo>
                        <a:cubicBezTo>
                          <a:pt x="1946" y="29"/>
                          <a:pt x="1975" y="29"/>
                          <a:pt x="1975" y="29"/>
                        </a:cubicBezTo>
                        <a:cubicBezTo>
                          <a:pt x="1861" y="1"/>
                          <a:pt x="1741" y="1"/>
                          <a:pt x="1621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3" name="Google Shape;583;p37"/>
                  <p:cNvSpPr/>
                  <p:nvPr/>
                </p:nvSpPr>
                <p:spPr>
                  <a:xfrm>
                    <a:off x="2888365" y="2020360"/>
                    <a:ext cx="77821" cy="708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00" h="2095" extrusionOk="0">
                        <a:moveTo>
                          <a:pt x="1118" y="57"/>
                        </a:moveTo>
                        <a:cubicBezTo>
                          <a:pt x="1415" y="57"/>
                          <a:pt x="1677" y="178"/>
                          <a:pt x="1854" y="383"/>
                        </a:cubicBezTo>
                        <a:cubicBezTo>
                          <a:pt x="2236" y="800"/>
                          <a:pt x="2207" y="1416"/>
                          <a:pt x="1797" y="1798"/>
                        </a:cubicBezTo>
                        <a:cubicBezTo>
                          <a:pt x="1620" y="1946"/>
                          <a:pt x="1380" y="2038"/>
                          <a:pt x="1146" y="2038"/>
                        </a:cubicBezTo>
                        <a:cubicBezTo>
                          <a:pt x="884" y="2038"/>
                          <a:pt x="616" y="1918"/>
                          <a:pt x="410" y="1713"/>
                        </a:cubicBezTo>
                        <a:cubicBezTo>
                          <a:pt x="57" y="1295"/>
                          <a:pt x="85" y="680"/>
                          <a:pt x="467" y="326"/>
                        </a:cubicBezTo>
                        <a:cubicBezTo>
                          <a:pt x="644" y="149"/>
                          <a:pt x="884" y="57"/>
                          <a:pt x="1118" y="57"/>
                        </a:cubicBezTo>
                        <a:close/>
                        <a:moveTo>
                          <a:pt x="1118" y="1"/>
                        </a:moveTo>
                        <a:cubicBezTo>
                          <a:pt x="884" y="1"/>
                          <a:pt x="616" y="93"/>
                          <a:pt x="439" y="269"/>
                        </a:cubicBezTo>
                        <a:cubicBezTo>
                          <a:pt x="0" y="652"/>
                          <a:pt x="0" y="1331"/>
                          <a:pt x="382" y="1741"/>
                        </a:cubicBezTo>
                        <a:cubicBezTo>
                          <a:pt x="587" y="1974"/>
                          <a:pt x="849" y="2095"/>
                          <a:pt x="1146" y="2095"/>
                        </a:cubicBezTo>
                        <a:cubicBezTo>
                          <a:pt x="1415" y="2095"/>
                          <a:pt x="1648" y="2003"/>
                          <a:pt x="1854" y="1826"/>
                        </a:cubicBezTo>
                        <a:cubicBezTo>
                          <a:pt x="2264" y="1444"/>
                          <a:pt x="2299" y="800"/>
                          <a:pt x="1910" y="354"/>
                        </a:cubicBezTo>
                        <a:cubicBezTo>
                          <a:pt x="1705" y="149"/>
                          <a:pt x="1415" y="1"/>
                          <a:pt x="111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4" name="Google Shape;584;p37"/>
                  <p:cNvSpPr/>
                  <p:nvPr/>
                </p:nvSpPr>
                <p:spPr>
                  <a:xfrm>
                    <a:off x="2715768" y="2042387"/>
                    <a:ext cx="179562" cy="1795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07" h="5307" extrusionOk="0">
                        <a:moveTo>
                          <a:pt x="2625" y="861"/>
                        </a:moveTo>
                        <a:cubicBezTo>
                          <a:pt x="3132" y="861"/>
                          <a:pt x="3636" y="1078"/>
                          <a:pt x="3976" y="1500"/>
                        </a:cubicBezTo>
                        <a:cubicBezTo>
                          <a:pt x="4627" y="2271"/>
                          <a:pt x="4535" y="3389"/>
                          <a:pt x="3799" y="4040"/>
                        </a:cubicBezTo>
                        <a:cubicBezTo>
                          <a:pt x="3475" y="4312"/>
                          <a:pt x="3075" y="4447"/>
                          <a:pt x="2675" y="4447"/>
                        </a:cubicBezTo>
                        <a:cubicBezTo>
                          <a:pt x="2168" y="4447"/>
                          <a:pt x="1659" y="4230"/>
                          <a:pt x="1295" y="3799"/>
                        </a:cubicBezTo>
                        <a:cubicBezTo>
                          <a:pt x="644" y="3064"/>
                          <a:pt x="736" y="1918"/>
                          <a:pt x="1472" y="1295"/>
                        </a:cubicBezTo>
                        <a:cubicBezTo>
                          <a:pt x="1801" y="1004"/>
                          <a:pt x="2214" y="861"/>
                          <a:pt x="2625" y="861"/>
                        </a:cubicBezTo>
                        <a:close/>
                        <a:moveTo>
                          <a:pt x="2590" y="1"/>
                        </a:moveTo>
                        <a:lnTo>
                          <a:pt x="2590" y="29"/>
                        </a:lnTo>
                        <a:cubicBezTo>
                          <a:pt x="2653" y="262"/>
                          <a:pt x="2476" y="503"/>
                          <a:pt x="2236" y="559"/>
                        </a:cubicBezTo>
                        <a:cubicBezTo>
                          <a:pt x="2217" y="562"/>
                          <a:pt x="2198" y="563"/>
                          <a:pt x="2179" y="563"/>
                        </a:cubicBezTo>
                        <a:cubicBezTo>
                          <a:pt x="1966" y="563"/>
                          <a:pt x="1767" y="420"/>
                          <a:pt x="1741" y="206"/>
                        </a:cubicBezTo>
                        <a:lnTo>
                          <a:pt x="1741" y="149"/>
                        </a:lnTo>
                        <a:cubicBezTo>
                          <a:pt x="1564" y="206"/>
                          <a:pt x="1415" y="262"/>
                          <a:pt x="1267" y="354"/>
                        </a:cubicBezTo>
                        <a:cubicBezTo>
                          <a:pt x="1267" y="383"/>
                          <a:pt x="1295" y="383"/>
                          <a:pt x="1295" y="383"/>
                        </a:cubicBezTo>
                        <a:cubicBezTo>
                          <a:pt x="1472" y="588"/>
                          <a:pt x="1444" y="856"/>
                          <a:pt x="1267" y="998"/>
                        </a:cubicBezTo>
                        <a:cubicBezTo>
                          <a:pt x="1188" y="1077"/>
                          <a:pt x="1086" y="1115"/>
                          <a:pt x="983" y="1115"/>
                        </a:cubicBezTo>
                        <a:cubicBezTo>
                          <a:pt x="855" y="1115"/>
                          <a:pt x="727" y="1055"/>
                          <a:pt x="644" y="941"/>
                        </a:cubicBezTo>
                        <a:cubicBezTo>
                          <a:pt x="616" y="941"/>
                          <a:pt x="616" y="941"/>
                          <a:pt x="616" y="913"/>
                        </a:cubicBezTo>
                        <a:cubicBezTo>
                          <a:pt x="503" y="1062"/>
                          <a:pt x="411" y="1175"/>
                          <a:pt x="326" y="1323"/>
                        </a:cubicBezTo>
                        <a:cubicBezTo>
                          <a:pt x="354" y="1323"/>
                          <a:pt x="354" y="1352"/>
                          <a:pt x="382" y="1352"/>
                        </a:cubicBezTo>
                        <a:cubicBezTo>
                          <a:pt x="588" y="1444"/>
                          <a:pt x="708" y="1677"/>
                          <a:pt x="644" y="1918"/>
                        </a:cubicBezTo>
                        <a:cubicBezTo>
                          <a:pt x="579" y="2098"/>
                          <a:pt x="425" y="2210"/>
                          <a:pt x="248" y="2210"/>
                        </a:cubicBezTo>
                        <a:cubicBezTo>
                          <a:pt x="195" y="2210"/>
                          <a:pt x="140" y="2200"/>
                          <a:pt x="85" y="2179"/>
                        </a:cubicBezTo>
                        <a:cubicBezTo>
                          <a:pt x="57" y="2179"/>
                          <a:pt x="57" y="2151"/>
                          <a:pt x="29" y="2151"/>
                        </a:cubicBezTo>
                        <a:cubicBezTo>
                          <a:pt x="0" y="2328"/>
                          <a:pt x="0" y="2505"/>
                          <a:pt x="0" y="2653"/>
                        </a:cubicBezTo>
                        <a:lnTo>
                          <a:pt x="57" y="2653"/>
                        </a:lnTo>
                        <a:cubicBezTo>
                          <a:pt x="77" y="2651"/>
                          <a:pt x="96" y="2650"/>
                          <a:pt x="116" y="2650"/>
                        </a:cubicBezTo>
                        <a:cubicBezTo>
                          <a:pt x="325" y="2650"/>
                          <a:pt x="508" y="2787"/>
                          <a:pt x="559" y="3007"/>
                        </a:cubicBezTo>
                        <a:cubicBezTo>
                          <a:pt x="588" y="3241"/>
                          <a:pt x="439" y="3474"/>
                          <a:pt x="206" y="3509"/>
                        </a:cubicBezTo>
                        <a:lnTo>
                          <a:pt x="149" y="3509"/>
                        </a:lnTo>
                        <a:cubicBezTo>
                          <a:pt x="206" y="3686"/>
                          <a:pt x="290" y="3828"/>
                          <a:pt x="382" y="4005"/>
                        </a:cubicBezTo>
                        <a:cubicBezTo>
                          <a:pt x="382" y="3976"/>
                          <a:pt x="411" y="3976"/>
                          <a:pt x="411" y="3948"/>
                        </a:cubicBezTo>
                        <a:cubicBezTo>
                          <a:pt x="488" y="3883"/>
                          <a:pt x="587" y="3852"/>
                          <a:pt x="688" y="3852"/>
                        </a:cubicBezTo>
                        <a:cubicBezTo>
                          <a:pt x="818" y="3852"/>
                          <a:pt x="949" y="3905"/>
                          <a:pt x="1033" y="4005"/>
                        </a:cubicBezTo>
                        <a:cubicBezTo>
                          <a:pt x="1175" y="4181"/>
                          <a:pt x="1175" y="4479"/>
                          <a:pt x="970" y="4627"/>
                        </a:cubicBezTo>
                        <a:lnTo>
                          <a:pt x="941" y="4655"/>
                        </a:lnTo>
                        <a:cubicBezTo>
                          <a:pt x="1062" y="4776"/>
                          <a:pt x="1210" y="4889"/>
                          <a:pt x="1352" y="4981"/>
                        </a:cubicBezTo>
                        <a:cubicBezTo>
                          <a:pt x="1352" y="4953"/>
                          <a:pt x="1387" y="4924"/>
                          <a:pt x="1387" y="4889"/>
                        </a:cubicBezTo>
                        <a:cubicBezTo>
                          <a:pt x="1431" y="4731"/>
                          <a:pt x="1597" y="4627"/>
                          <a:pt x="1781" y="4627"/>
                        </a:cubicBezTo>
                        <a:cubicBezTo>
                          <a:pt x="1835" y="4627"/>
                          <a:pt x="1891" y="4636"/>
                          <a:pt x="1946" y="4655"/>
                        </a:cubicBezTo>
                        <a:cubicBezTo>
                          <a:pt x="2151" y="4712"/>
                          <a:pt x="2271" y="4981"/>
                          <a:pt x="2208" y="5214"/>
                        </a:cubicBezTo>
                        <a:cubicBezTo>
                          <a:pt x="2208" y="5214"/>
                          <a:pt x="2179" y="5243"/>
                          <a:pt x="2179" y="5278"/>
                        </a:cubicBezTo>
                        <a:cubicBezTo>
                          <a:pt x="2356" y="5306"/>
                          <a:pt x="2533" y="5306"/>
                          <a:pt x="2710" y="5306"/>
                        </a:cubicBezTo>
                        <a:cubicBezTo>
                          <a:pt x="2682" y="5306"/>
                          <a:pt x="2682" y="5278"/>
                          <a:pt x="2682" y="5243"/>
                        </a:cubicBezTo>
                        <a:cubicBezTo>
                          <a:pt x="2625" y="5009"/>
                          <a:pt x="2802" y="4776"/>
                          <a:pt x="3035" y="4747"/>
                        </a:cubicBezTo>
                        <a:cubicBezTo>
                          <a:pt x="3058" y="4744"/>
                          <a:pt x="3081" y="4742"/>
                          <a:pt x="3104" y="4742"/>
                        </a:cubicBezTo>
                        <a:cubicBezTo>
                          <a:pt x="3314" y="4742"/>
                          <a:pt x="3512" y="4884"/>
                          <a:pt x="3538" y="5101"/>
                        </a:cubicBezTo>
                        <a:lnTo>
                          <a:pt x="3538" y="5158"/>
                        </a:lnTo>
                        <a:cubicBezTo>
                          <a:pt x="3714" y="5129"/>
                          <a:pt x="3863" y="5037"/>
                          <a:pt x="4005" y="4953"/>
                        </a:cubicBezTo>
                        <a:cubicBezTo>
                          <a:pt x="4005" y="4924"/>
                          <a:pt x="3976" y="4924"/>
                          <a:pt x="3976" y="4889"/>
                        </a:cubicBezTo>
                        <a:cubicBezTo>
                          <a:pt x="3799" y="4712"/>
                          <a:pt x="3828" y="4450"/>
                          <a:pt x="4005" y="4273"/>
                        </a:cubicBezTo>
                        <a:cubicBezTo>
                          <a:pt x="4081" y="4209"/>
                          <a:pt x="4181" y="4178"/>
                          <a:pt x="4282" y="4178"/>
                        </a:cubicBezTo>
                        <a:cubicBezTo>
                          <a:pt x="4412" y="4178"/>
                          <a:pt x="4543" y="4230"/>
                          <a:pt x="4627" y="4330"/>
                        </a:cubicBezTo>
                        <a:cubicBezTo>
                          <a:pt x="4655" y="4358"/>
                          <a:pt x="4655" y="4358"/>
                          <a:pt x="4684" y="4394"/>
                        </a:cubicBezTo>
                        <a:cubicBezTo>
                          <a:pt x="4776" y="4273"/>
                          <a:pt x="4889" y="4125"/>
                          <a:pt x="4981" y="3948"/>
                        </a:cubicBezTo>
                        <a:lnTo>
                          <a:pt x="4889" y="3948"/>
                        </a:lnTo>
                        <a:cubicBezTo>
                          <a:pt x="4684" y="3863"/>
                          <a:pt x="4570" y="3594"/>
                          <a:pt x="4627" y="3389"/>
                        </a:cubicBezTo>
                        <a:cubicBezTo>
                          <a:pt x="4693" y="3206"/>
                          <a:pt x="4855" y="3093"/>
                          <a:pt x="5034" y="3093"/>
                        </a:cubicBezTo>
                        <a:cubicBezTo>
                          <a:pt x="5084" y="3093"/>
                          <a:pt x="5135" y="3102"/>
                          <a:pt x="5186" y="3120"/>
                        </a:cubicBezTo>
                        <a:cubicBezTo>
                          <a:pt x="5214" y="3120"/>
                          <a:pt x="5243" y="3120"/>
                          <a:pt x="5243" y="3156"/>
                        </a:cubicBezTo>
                        <a:cubicBezTo>
                          <a:pt x="5278" y="2979"/>
                          <a:pt x="5306" y="2802"/>
                          <a:pt x="5306" y="2625"/>
                        </a:cubicBezTo>
                        <a:cubicBezTo>
                          <a:pt x="5278" y="2625"/>
                          <a:pt x="5243" y="2625"/>
                          <a:pt x="5214" y="2653"/>
                        </a:cubicBezTo>
                        <a:cubicBezTo>
                          <a:pt x="5195" y="2656"/>
                          <a:pt x="5177" y="2657"/>
                          <a:pt x="5158" y="2657"/>
                        </a:cubicBezTo>
                        <a:cubicBezTo>
                          <a:pt x="4948" y="2657"/>
                          <a:pt x="4770" y="2512"/>
                          <a:pt x="4712" y="2271"/>
                        </a:cubicBezTo>
                        <a:cubicBezTo>
                          <a:pt x="4684" y="2031"/>
                          <a:pt x="4832" y="1826"/>
                          <a:pt x="5066" y="1769"/>
                        </a:cubicBezTo>
                        <a:lnTo>
                          <a:pt x="5129" y="1769"/>
                        </a:lnTo>
                        <a:cubicBezTo>
                          <a:pt x="5066" y="1592"/>
                          <a:pt x="4981" y="1444"/>
                          <a:pt x="4889" y="1295"/>
                        </a:cubicBezTo>
                        <a:lnTo>
                          <a:pt x="4861" y="1323"/>
                        </a:lnTo>
                        <a:cubicBezTo>
                          <a:pt x="4779" y="1405"/>
                          <a:pt x="4674" y="1443"/>
                          <a:pt x="4569" y="1443"/>
                        </a:cubicBezTo>
                        <a:cubicBezTo>
                          <a:pt x="4447" y="1443"/>
                          <a:pt x="4325" y="1391"/>
                          <a:pt x="4245" y="1295"/>
                        </a:cubicBezTo>
                        <a:cubicBezTo>
                          <a:pt x="4096" y="1090"/>
                          <a:pt x="4096" y="821"/>
                          <a:pt x="4302" y="680"/>
                        </a:cubicBezTo>
                        <a:cubicBezTo>
                          <a:pt x="4302" y="644"/>
                          <a:pt x="4330" y="644"/>
                          <a:pt x="4330" y="616"/>
                        </a:cubicBezTo>
                        <a:cubicBezTo>
                          <a:pt x="4217" y="531"/>
                          <a:pt x="4068" y="411"/>
                          <a:pt x="3920" y="326"/>
                        </a:cubicBezTo>
                        <a:cubicBezTo>
                          <a:pt x="3891" y="354"/>
                          <a:pt x="3891" y="354"/>
                          <a:pt x="3891" y="383"/>
                        </a:cubicBezTo>
                        <a:cubicBezTo>
                          <a:pt x="3842" y="563"/>
                          <a:pt x="3675" y="675"/>
                          <a:pt x="3494" y="675"/>
                        </a:cubicBezTo>
                        <a:cubicBezTo>
                          <a:pt x="3441" y="675"/>
                          <a:pt x="3386" y="665"/>
                          <a:pt x="3332" y="644"/>
                        </a:cubicBezTo>
                        <a:cubicBezTo>
                          <a:pt x="3120" y="559"/>
                          <a:pt x="2979" y="326"/>
                          <a:pt x="3064" y="85"/>
                        </a:cubicBezTo>
                        <a:cubicBezTo>
                          <a:pt x="3064" y="57"/>
                          <a:pt x="3092" y="57"/>
                          <a:pt x="3092" y="29"/>
                        </a:cubicBezTo>
                        <a:cubicBezTo>
                          <a:pt x="2915" y="1"/>
                          <a:pt x="2738" y="1"/>
                          <a:pt x="2590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5" name="Google Shape;585;p37"/>
                  <p:cNvSpPr/>
                  <p:nvPr/>
                </p:nvSpPr>
                <p:spPr>
                  <a:xfrm>
                    <a:off x="2726765" y="2063061"/>
                    <a:ext cx="156588" cy="1381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28" h="4083" extrusionOk="0">
                        <a:moveTo>
                          <a:pt x="2326" y="675"/>
                        </a:moveTo>
                        <a:cubicBezTo>
                          <a:pt x="2813" y="675"/>
                          <a:pt x="3291" y="946"/>
                          <a:pt x="3538" y="1420"/>
                        </a:cubicBezTo>
                        <a:cubicBezTo>
                          <a:pt x="3856" y="2099"/>
                          <a:pt x="3623" y="2927"/>
                          <a:pt x="2944" y="3280"/>
                        </a:cubicBezTo>
                        <a:cubicBezTo>
                          <a:pt x="2749" y="3374"/>
                          <a:pt x="2545" y="3418"/>
                          <a:pt x="2345" y="3418"/>
                        </a:cubicBezTo>
                        <a:cubicBezTo>
                          <a:pt x="1847" y="3418"/>
                          <a:pt x="1371" y="3142"/>
                          <a:pt x="1119" y="2658"/>
                        </a:cubicBezTo>
                        <a:cubicBezTo>
                          <a:pt x="765" y="1979"/>
                          <a:pt x="1027" y="1158"/>
                          <a:pt x="1706" y="833"/>
                        </a:cubicBezTo>
                        <a:cubicBezTo>
                          <a:pt x="1902" y="726"/>
                          <a:pt x="2115" y="675"/>
                          <a:pt x="2326" y="675"/>
                        </a:cubicBezTo>
                        <a:close/>
                        <a:moveTo>
                          <a:pt x="2277" y="0"/>
                        </a:moveTo>
                        <a:cubicBezTo>
                          <a:pt x="1975" y="0"/>
                          <a:pt x="1669" y="68"/>
                          <a:pt x="1380" y="210"/>
                        </a:cubicBezTo>
                        <a:cubicBezTo>
                          <a:pt x="411" y="712"/>
                          <a:pt x="1" y="1950"/>
                          <a:pt x="531" y="2955"/>
                        </a:cubicBezTo>
                        <a:cubicBezTo>
                          <a:pt x="883" y="3668"/>
                          <a:pt x="1609" y="4082"/>
                          <a:pt x="2350" y="4082"/>
                        </a:cubicBezTo>
                        <a:cubicBezTo>
                          <a:pt x="2653" y="4082"/>
                          <a:pt x="2958" y="4013"/>
                          <a:pt x="3241" y="3868"/>
                        </a:cubicBezTo>
                        <a:cubicBezTo>
                          <a:pt x="4245" y="3365"/>
                          <a:pt x="4627" y="2127"/>
                          <a:pt x="4125" y="1130"/>
                        </a:cubicBezTo>
                        <a:cubicBezTo>
                          <a:pt x="3747" y="414"/>
                          <a:pt x="3025" y="0"/>
                          <a:pt x="2277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6" name="Google Shape;586;p37"/>
                  <p:cNvSpPr/>
                  <p:nvPr/>
                </p:nvSpPr>
                <p:spPr>
                  <a:xfrm>
                    <a:off x="2748555" y="2076121"/>
                    <a:ext cx="113719" cy="111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61" h="3305" extrusionOk="0">
                        <a:moveTo>
                          <a:pt x="1656" y="65"/>
                        </a:moveTo>
                        <a:cubicBezTo>
                          <a:pt x="2243" y="65"/>
                          <a:pt x="2802" y="418"/>
                          <a:pt x="3071" y="949"/>
                        </a:cubicBezTo>
                        <a:cubicBezTo>
                          <a:pt x="3276" y="1331"/>
                          <a:pt x="3304" y="1770"/>
                          <a:pt x="3156" y="2159"/>
                        </a:cubicBezTo>
                        <a:cubicBezTo>
                          <a:pt x="3036" y="2569"/>
                          <a:pt x="2774" y="2894"/>
                          <a:pt x="2392" y="3071"/>
                        </a:cubicBezTo>
                        <a:cubicBezTo>
                          <a:pt x="2187" y="3184"/>
                          <a:pt x="1946" y="3248"/>
                          <a:pt x="1713" y="3248"/>
                        </a:cubicBezTo>
                        <a:cubicBezTo>
                          <a:pt x="1090" y="3248"/>
                          <a:pt x="559" y="2894"/>
                          <a:pt x="269" y="2364"/>
                        </a:cubicBezTo>
                        <a:cubicBezTo>
                          <a:pt x="93" y="1982"/>
                          <a:pt x="64" y="1536"/>
                          <a:pt x="177" y="1154"/>
                        </a:cubicBezTo>
                        <a:cubicBezTo>
                          <a:pt x="298" y="744"/>
                          <a:pt x="595" y="418"/>
                          <a:pt x="949" y="242"/>
                        </a:cubicBezTo>
                        <a:cubicBezTo>
                          <a:pt x="1182" y="121"/>
                          <a:pt x="1415" y="65"/>
                          <a:pt x="1656" y="65"/>
                        </a:cubicBezTo>
                        <a:close/>
                        <a:moveTo>
                          <a:pt x="1656" y="1"/>
                        </a:moveTo>
                        <a:cubicBezTo>
                          <a:pt x="1387" y="1"/>
                          <a:pt x="1154" y="65"/>
                          <a:pt x="913" y="178"/>
                        </a:cubicBezTo>
                        <a:cubicBezTo>
                          <a:pt x="531" y="390"/>
                          <a:pt x="269" y="708"/>
                          <a:pt x="121" y="1126"/>
                        </a:cubicBezTo>
                        <a:cubicBezTo>
                          <a:pt x="1" y="1536"/>
                          <a:pt x="29" y="2010"/>
                          <a:pt x="241" y="2392"/>
                        </a:cubicBezTo>
                        <a:cubicBezTo>
                          <a:pt x="503" y="2951"/>
                          <a:pt x="1062" y="3305"/>
                          <a:pt x="1713" y="3305"/>
                        </a:cubicBezTo>
                        <a:cubicBezTo>
                          <a:pt x="1946" y="3305"/>
                          <a:pt x="2187" y="3248"/>
                          <a:pt x="2420" y="3128"/>
                        </a:cubicBezTo>
                        <a:cubicBezTo>
                          <a:pt x="2802" y="2923"/>
                          <a:pt x="3099" y="2597"/>
                          <a:pt x="3212" y="2187"/>
                        </a:cubicBezTo>
                        <a:cubicBezTo>
                          <a:pt x="3361" y="1770"/>
                          <a:pt x="3333" y="1331"/>
                          <a:pt x="3127" y="921"/>
                        </a:cubicBezTo>
                        <a:cubicBezTo>
                          <a:pt x="2830" y="355"/>
                          <a:pt x="2271" y="1"/>
                          <a:pt x="1656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7" name="Google Shape;587;p37"/>
                <p:cNvSpPr/>
                <p:nvPr/>
              </p:nvSpPr>
              <p:spPr>
                <a:xfrm>
                  <a:off x="4145832" y="2621269"/>
                  <a:ext cx="174792" cy="1499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66" h="4431" extrusionOk="0">
                      <a:moveTo>
                        <a:pt x="3247" y="0"/>
                      </a:moveTo>
                      <a:cubicBezTo>
                        <a:pt x="2927" y="0"/>
                        <a:pt x="2637" y="146"/>
                        <a:pt x="2449" y="393"/>
                      </a:cubicBezTo>
                      <a:cubicBezTo>
                        <a:pt x="2300" y="301"/>
                        <a:pt x="2123" y="244"/>
                        <a:pt x="1946" y="216"/>
                      </a:cubicBezTo>
                      <a:cubicBezTo>
                        <a:pt x="1926" y="215"/>
                        <a:pt x="1907" y="214"/>
                        <a:pt x="1887" y="214"/>
                      </a:cubicBezTo>
                      <a:cubicBezTo>
                        <a:pt x="1382" y="214"/>
                        <a:pt x="950" y="646"/>
                        <a:pt x="977" y="1157"/>
                      </a:cubicBezTo>
                      <a:cubicBezTo>
                        <a:pt x="447" y="1157"/>
                        <a:pt x="1" y="1688"/>
                        <a:pt x="241" y="2246"/>
                      </a:cubicBezTo>
                      <a:cubicBezTo>
                        <a:pt x="298" y="2423"/>
                        <a:pt x="418" y="2572"/>
                        <a:pt x="567" y="2628"/>
                      </a:cubicBezTo>
                      <a:cubicBezTo>
                        <a:pt x="704" y="2699"/>
                        <a:pt x="837" y="2729"/>
                        <a:pt x="963" y="2729"/>
                      </a:cubicBezTo>
                      <a:cubicBezTo>
                        <a:pt x="1104" y="2729"/>
                        <a:pt x="1236" y="2692"/>
                        <a:pt x="1359" y="2628"/>
                      </a:cubicBezTo>
                      <a:cubicBezTo>
                        <a:pt x="1387" y="3010"/>
                        <a:pt x="1685" y="3308"/>
                        <a:pt x="2095" y="3336"/>
                      </a:cubicBezTo>
                      <a:cubicBezTo>
                        <a:pt x="2243" y="3336"/>
                        <a:pt x="2364" y="3308"/>
                        <a:pt x="2477" y="3251"/>
                      </a:cubicBezTo>
                      <a:cubicBezTo>
                        <a:pt x="2505" y="3573"/>
                        <a:pt x="2747" y="3809"/>
                        <a:pt x="3062" y="3809"/>
                      </a:cubicBezTo>
                      <a:cubicBezTo>
                        <a:pt x="3148" y="3809"/>
                        <a:pt x="3239" y="3791"/>
                        <a:pt x="3333" y="3753"/>
                      </a:cubicBezTo>
                      <a:lnTo>
                        <a:pt x="3807" y="4397"/>
                      </a:lnTo>
                      <a:cubicBezTo>
                        <a:pt x="3818" y="4421"/>
                        <a:pt x="3832" y="4431"/>
                        <a:pt x="3846" y="4431"/>
                      </a:cubicBezTo>
                      <a:cubicBezTo>
                        <a:pt x="3870" y="4431"/>
                        <a:pt x="3892" y="4404"/>
                        <a:pt x="3892" y="4369"/>
                      </a:cubicBezTo>
                      <a:lnTo>
                        <a:pt x="3892" y="3484"/>
                      </a:lnTo>
                      <a:cubicBezTo>
                        <a:pt x="3971" y="3510"/>
                        <a:pt x="4051" y="3524"/>
                        <a:pt x="4130" y="3524"/>
                      </a:cubicBezTo>
                      <a:cubicBezTo>
                        <a:pt x="4228" y="3524"/>
                        <a:pt x="4325" y="3503"/>
                        <a:pt x="4422" y="3456"/>
                      </a:cubicBezTo>
                      <a:cubicBezTo>
                        <a:pt x="4543" y="3428"/>
                        <a:pt x="4635" y="3336"/>
                        <a:pt x="4691" y="3223"/>
                      </a:cubicBezTo>
                      <a:cubicBezTo>
                        <a:pt x="4776" y="3046"/>
                        <a:pt x="4811" y="2834"/>
                        <a:pt x="4748" y="2692"/>
                      </a:cubicBezTo>
                      <a:cubicBezTo>
                        <a:pt x="4953" y="2480"/>
                        <a:pt x="5101" y="2218"/>
                        <a:pt x="5130" y="1893"/>
                      </a:cubicBezTo>
                      <a:cubicBezTo>
                        <a:pt x="5165" y="1390"/>
                        <a:pt x="4811" y="952"/>
                        <a:pt x="4337" y="803"/>
                      </a:cubicBezTo>
                      <a:cubicBezTo>
                        <a:pt x="4281" y="358"/>
                        <a:pt x="3807" y="39"/>
                        <a:pt x="3333" y="4"/>
                      </a:cubicBezTo>
                      <a:cubicBezTo>
                        <a:pt x="3304" y="2"/>
                        <a:pt x="3276" y="0"/>
                        <a:pt x="324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588;p37"/>
                <p:cNvSpPr/>
                <p:nvPr/>
              </p:nvSpPr>
              <p:spPr>
                <a:xfrm>
                  <a:off x="4285642" y="2696317"/>
                  <a:ext cx="20842" cy="16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" h="475" extrusionOk="0">
                      <a:moveTo>
                        <a:pt x="29" y="0"/>
                      </a:moveTo>
                      <a:lnTo>
                        <a:pt x="0" y="28"/>
                      </a:lnTo>
                      <a:cubicBezTo>
                        <a:pt x="0" y="57"/>
                        <a:pt x="29" y="57"/>
                        <a:pt x="29" y="57"/>
                      </a:cubicBezTo>
                      <a:cubicBezTo>
                        <a:pt x="262" y="85"/>
                        <a:pt x="467" y="234"/>
                        <a:pt x="559" y="439"/>
                      </a:cubicBezTo>
                      <a:lnTo>
                        <a:pt x="587" y="474"/>
                      </a:lnTo>
                      <a:lnTo>
                        <a:pt x="616" y="474"/>
                      </a:lnTo>
                      <a:lnTo>
                        <a:pt x="616" y="410"/>
                      </a:lnTo>
                      <a:cubicBezTo>
                        <a:pt x="531" y="177"/>
                        <a:pt x="290" y="28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589;p37"/>
                <p:cNvSpPr/>
                <p:nvPr/>
              </p:nvSpPr>
              <p:spPr>
                <a:xfrm>
                  <a:off x="4190834" y="2681226"/>
                  <a:ext cx="29978" cy="270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6" h="800" extrusionOk="0">
                      <a:moveTo>
                        <a:pt x="857" y="0"/>
                      </a:moveTo>
                      <a:cubicBezTo>
                        <a:pt x="411" y="0"/>
                        <a:pt x="29" y="326"/>
                        <a:pt x="1" y="772"/>
                      </a:cubicBezTo>
                      <a:cubicBezTo>
                        <a:pt x="1" y="800"/>
                        <a:pt x="1" y="800"/>
                        <a:pt x="29" y="800"/>
                      </a:cubicBezTo>
                      <a:lnTo>
                        <a:pt x="57" y="800"/>
                      </a:lnTo>
                      <a:cubicBezTo>
                        <a:pt x="86" y="354"/>
                        <a:pt x="439" y="64"/>
                        <a:pt x="857" y="64"/>
                      </a:cubicBezTo>
                      <a:cubicBezTo>
                        <a:pt x="857" y="64"/>
                        <a:pt x="885" y="64"/>
                        <a:pt x="885" y="36"/>
                      </a:cubicBez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0" name="Google Shape;590;p37"/>
                <p:cNvSpPr/>
                <p:nvPr/>
              </p:nvSpPr>
              <p:spPr>
                <a:xfrm>
                  <a:off x="4174796" y="2659436"/>
                  <a:ext cx="18000" cy="60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" h="178" extrusionOk="0">
                      <a:moveTo>
                        <a:pt x="29" y="1"/>
                      </a:moveTo>
                      <a:cubicBezTo>
                        <a:pt x="29" y="29"/>
                        <a:pt x="1" y="29"/>
                        <a:pt x="1" y="57"/>
                      </a:cubicBezTo>
                      <a:lnTo>
                        <a:pt x="65" y="57"/>
                      </a:lnTo>
                      <a:cubicBezTo>
                        <a:pt x="206" y="57"/>
                        <a:pt x="355" y="86"/>
                        <a:pt x="475" y="177"/>
                      </a:cubicBezTo>
                      <a:lnTo>
                        <a:pt x="503" y="177"/>
                      </a:lnTo>
                      <a:cubicBezTo>
                        <a:pt x="531" y="149"/>
                        <a:pt x="531" y="114"/>
                        <a:pt x="503" y="114"/>
                      </a:cubicBezTo>
                      <a:cubicBezTo>
                        <a:pt x="355" y="29"/>
                        <a:pt x="206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" name="Google Shape;591;p37"/>
                <p:cNvSpPr/>
                <p:nvPr/>
              </p:nvSpPr>
              <p:spPr>
                <a:xfrm>
                  <a:off x="4205688" y="2639337"/>
                  <a:ext cx="22060" cy="23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" h="708" extrusionOk="0">
                      <a:moveTo>
                        <a:pt x="36" y="0"/>
                      </a:moveTo>
                      <a:cubicBezTo>
                        <a:pt x="0" y="0"/>
                        <a:pt x="0" y="36"/>
                        <a:pt x="0" y="36"/>
                      </a:cubicBezTo>
                      <a:lnTo>
                        <a:pt x="0" y="64"/>
                      </a:lnTo>
                      <a:cubicBezTo>
                        <a:pt x="354" y="92"/>
                        <a:pt x="595" y="354"/>
                        <a:pt x="595" y="680"/>
                      </a:cubicBezTo>
                      <a:cubicBezTo>
                        <a:pt x="595" y="708"/>
                        <a:pt x="595" y="708"/>
                        <a:pt x="623" y="708"/>
                      </a:cubicBezTo>
                      <a:cubicBezTo>
                        <a:pt x="623" y="708"/>
                        <a:pt x="651" y="708"/>
                        <a:pt x="651" y="680"/>
                      </a:cubicBezTo>
                      <a:cubicBezTo>
                        <a:pt x="651" y="326"/>
                        <a:pt x="390" y="36"/>
                        <a:pt x="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" name="Google Shape;592;p37"/>
                <p:cNvSpPr/>
                <p:nvPr/>
              </p:nvSpPr>
              <p:spPr>
                <a:xfrm>
                  <a:off x="4203759" y="2703253"/>
                  <a:ext cx="22060" cy="18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" h="560" extrusionOk="0">
                      <a:moveTo>
                        <a:pt x="29" y="0"/>
                      </a:moveTo>
                      <a:cubicBezTo>
                        <a:pt x="1" y="0"/>
                        <a:pt x="1" y="29"/>
                        <a:pt x="1" y="29"/>
                      </a:cubicBezTo>
                      <a:cubicBezTo>
                        <a:pt x="1" y="177"/>
                        <a:pt x="93" y="326"/>
                        <a:pt x="206" y="446"/>
                      </a:cubicBezTo>
                      <a:cubicBezTo>
                        <a:pt x="298" y="531"/>
                        <a:pt x="447" y="559"/>
                        <a:pt x="560" y="559"/>
                      </a:cubicBezTo>
                      <a:lnTo>
                        <a:pt x="623" y="559"/>
                      </a:lnTo>
                      <a:cubicBezTo>
                        <a:pt x="652" y="559"/>
                        <a:pt x="652" y="559"/>
                        <a:pt x="652" y="531"/>
                      </a:cubicBezTo>
                      <a:cubicBezTo>
                        <a:pt x="652" y="503"/>
                        <a:pt x="652" y="503"/>
                        <a:pt x="623" y="503"/>
                      </a:cubicBezTo>
                      <a:cubicBezTo>
                        <a:pt x="597" y="508"/>
                        <a:pt x="572" y="510"/>
                        <a:pt x="548" y="510"/>
                      </a:cubicBezTo>
                      <a:cubicBezTo>
                        <a:pt x="433" y="510"/>
                        <a:pt x="333" y="458"/>
                        <a:pt x="234" y="382"/>
                      </a:cubicBezTo>
                      <a:cubicBezTo>
                        <a:pt x="121" y="297"/>
                        <a:pt x="57" y="177"/>
                        <a:pt x="57" y="29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593;p37"/>
                <p:cNvSpPr/>
                <p:nvPr/>
              </p:nvSpPr>
              <p:spPr>
                <a:xfrm>
                  <a:off x="4161870" y="2671413"/>
                  <a:ext cx="15124" cy="23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" h="708" extrusionOk="0">
                      <a:moveTo>
                        <a:pt x="411" y="0"/>
                      </a:moveTo>
                      <a:cubicBezTo>
                        <a:pt x="149" y="85"/>
                        <a:pt x="1" y="382"/>
                        <a:pt x="93" y="679"/>
                      </a:cubicBezTo>
                      <a:cubicBezTo>
                        <a:pt x="93" y="679"/>
                        <a:pt x="93" y="708"/>
                        <a:pt x="121" y="708"/>
                      </a:cubicBezTo>
                      <a:lnTo>
                        <a:pt x="121" y="679"/>
                      </a:lnTo>
                      <a:cubicBezTo>
                        <a:pt x="149" y="679"/>
                        <a:pt x="149" y="679"/>
                        <a:pt x="149" y="644"/>
                      </a:cubicBezTo>
                      <a:cubicBezTo>
                        <a:pt x="57" y="411"/>
                        <a:pt x="178" y="149"/>
                        <a:pt x="447" y="57"/>
                      </a:cubicBezTo>
                      <a:lnTo>
                        <a:pt x="447" y="29"/>
                      </a:lnTo>
                      <a:cubicBezTo>
                        <a:pt x="447" y="0"/>
                        <a:pt x="447" y="0"/>
                        <a:pt x="41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" name="Google Shape;594;p37"/>
                <p:cNvSpPr/>
                <p:nvPr/>
              </p:nvSpPr>
              <p:spPr>
                <a:xfrm>
                  <a:off x="4277488" y="2717126"/>
                  <a:ext cx="18000" cy="11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" h="326" extrusionOk="0">
                      <a:moveTo>
                        <a:pt x="531" y="1"/>
                      </a:moveTo>
                      <a:cubicBezTo>
                        <a:pt x="503" y="1"/>
                        <a:pt x="503" y="36"/>
                        <a:pt x="475" y="36"/>
                      </a:cubicBezTo>
                      <a:cubicBezTo>
                        <a:pt x="428" y="182"/>
                        <a:pt x="300" y="284"/>
                        <a:pt x="142" y="284"/>
                      </a:cubicBezTo>
                      <a:cubicBezTo>
                        <a:pt x="108" y="284"/>
                        <a:pt x="72" y="279"/>
                        <a:pt x="36" y="269"/>
                      </a:cubicBezTo>
                      <a:lnTo>
                        <a:pt x="1" y="269"/>
                      </a:lnTo>
                      <a:cubicBezTo>
                        <a:pt x="1" y="298"/>
                        <a:pt x="1" y="298"/>
                        <a:pt x="36" y="326"/>
                      </a:cubicBezTo>
                      <a:lnTo>
                        <a:pt x="149" y="326"/>
                      </a:lnTo>
                      <a:cubicBezTo>
                        <a:pt x="326" y="326"/>
                        <a:pt x="475" y="241"/>
                        <a:pt x="531" y="64"/>
                      </a:cubicBezTo>
                      <a:lnTo>
                        <a:pt x="53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5" name="Google Shape;595;p37"/>
                <p:cNvSpPr/>
                <p:nvPr/>
              </p:nvSpPr>
              <p:spPr>
                <a:xfrm>
                  <a:off x="4262667" y="2646646"/>
                  <a:ext cx="29944" cy="78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" h="231" extrusionOk="0">
                      <a:moveTo>
                        <a:pt x="631" y="1"/>
                      </a:moveTo>
                      <a:cubicBezTo>
                        <a:pt x="412" y="1"/>
                        <a:pt x="203" y="70"/>
                        <a:pt x="28" y="202"/>
                      </a:cubicBezTo>
                      <a:cubicBezTo>
                        <a:pt x="0" y="202"/>
                        <a:pt x="0" y="202"/>
                        <a:pt x="28" y="230"/>
                      </a:cubicBezTo>
                      <a:lnTo>
                        <a:pt x="57" y="230"/>
                      </a:lnTo>
                      <a:cubicBezTo>
                        <a:pt x="236" y="120"/>
                        <a:pt x="426" y="60"/>
                        <a:pt x="635" y="60"/>
                      </a:cubicBezTo>
                      <a:cubicBezTo>
                        <a:pt x="706" y="60"/>
                        <a:pt x="780" y="67"/>
                        <a:pt x="856" y="82"/>
                      </a:cubicBezTo>
                      <a:cubicBezTo>
                        <a:pt x="856" y="82"/>
                        <a:pt x="884" y="82"/>
                        <a:pt x="884" y="53"/>
                      </a:cubicBezTo>
                      <a:cubicBezTo>
                        <a:pt x="884" y="53"/>
                        <a:pt x="884" y="25"/>
                        <a:pt x="856" y="25"/>
                      </a:cubicBezTo>
                      <a:cubicBezTo>
                        <a:pt x="781" y="9"/>
                        <a:pt x="705" y="1"/>
                        <a:pt x="6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" name="Google Shape;596;p37"/>
                <p:cNvSpPr/>
                <p:nvPr/>
              </p:nvSpPr>
              <p:spPr>
                <a:xfrm>
                  <a:off x="4296639" y="2663563"/>
                  <a:ext cx="10827" cy="18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" h="558" extrusionOk="0">
                      <a:moveTo>
                        <a:pt x="29" y="1"/>
                      </a:moveTo>
                      <a:cubicBezTo>
                        <a:pt x="22" y="1"/>
                        <a:pt x="15" y="10"/>
                        <a:pt x="1" y="27"/>
                      </a:cubicBezTo>
                      <a:cubicBezTo>
                        <a:pt x="1" y="27"/>
                        <a:pt x="1" y="55"/>
                        <a:pt x="29" y="55"/>
                      </a:cubicBezTo>
                      <a:cubicBezTo>
                        <a:pt x="178" y="169"/>
                        <a:pt x="262" y="346"/>
                        <a:pt x="262" y="558"/>
                      </a:cubicBezTo>
                      <a:lnTo>
                        <a:pt x="291" y="558"/>
                      </a:lnTo>
                      <a:cubicBezTo>
                        <a:pt x="291" y="558"/>
                        <a:pt x="319" y="558"/>
                        <a:pt x="319" y="522"/>
                      </a:cubicBezTo>
                      <a:cubicBezTo>
                        <a:pt x="319" y="317"/>
                        <a:pt x="206" y="140"/>
                        <a:pt x="57" y="27"/>
                      </a:cubicBezTo>
                      <a:cubicBezTo>
                        <a:pt x="43" y="10"/>
                        <a:pt x="36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" name="Google Shape;597;p37"/>
                <p:cNvSpPr/>
                <p:nvPr/>
              </p:nvSpPr>
              <p:spPr>
                <a:xfrm>
                  <a:off x="4239659" y="2671853"/>
                  <a:ext cx="23042" cy="285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1" h="844" extrusionOk="0">
                      <a:moveTo>
                        <a:pt x="142" y="1"/>
                      </a:moveTo>
                      <a:cubicBezTo>
                        <a:pt x="104" y="1"/>
                        <a:pt x="66" y="6"/>
                        <a:pt x="29" y="16"/>
                      </a:cubicBezTo>
                      <a:cubicBezTo>
                        <a:pt x="1" y="16"/>
                        <a:pt x="1" y="16"/>
                        <a:pt x="1" y="44"/>
                      </a:cubicBezTo>
                      <a:lnTo>
                        <a:pt x="29" y="72"/>
                      </a:lnTo>
                      <a:cubicBezTo>
                        <a:pt x="72" y="61"/>
                        <a:pt x="113" y="55"/>
                        <a:pt x="153" y="55"/>
                      </a:cubicBezTo>
                      <a:cubicBezTo>
                        <a:pt x="305" y="55"/>
                        <a:pt x="436" y="137"/>
                        <a:pt x="532" y="277"/>
                      </a:cubicBezTo>
                      <a:cubicBezTo>
                        <a:pt x="624" y="426"/>
                        <a:pt x="624" y="631"/>
                        <a:pt x="503" y="780"/>
                      </a:cubicBezTo>
                      <a:cubicBezTo>
                        <a:pt x="475" y="808"/>
                        <a:pt x="475" y="808"/>
                        <a:pt x="503" y="843"/>
                      </a:cubicBezTo>
                      <a:lnTo>
                        <a:pt x="532" y="843"/>
                      </a:lnTo>
                      <a:lnTo>
                        <a:pt x="532" y="808"/>
                      </a:lnTo>
                      <a:cubicBezTo>
                        <a:pt x="680" y="666"/>
                        <a:pt x="680" y="398"/>
                        <a:pt x="560" y="221"/>
                      </a:cubicBezTo>
                      <a:cubicBezTo>
                        <a:pt x="490" y="99"/>
                        <a:pt x="316" y="1"/>
                        <a:pt x="14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" name="Google Shape;598;p37"/>
                <p:cNvSpPr/>
                <p:nvPr/>
              </p:nvSpPr>
              <p:spPr>
                <a:xfrm>
                  <a:off x="4234651" y="2704200"/>
                  <a:ext cx="6970" cy="17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" h="503" extrusionOk="0">
                      <a:moveTo>
                        <a:pt x="92" y="1"/>
                      </a:moveTo>
                      <a:cubicBezTo>
                        <a:pt x="29" y="64"/>
                        <a:pt x="0" y="177"/>
                        <a:pt x="0" y="269"/>
                      </a:cubicBezTo>
                      <a:cubicBezTo>
                        <a:pt x="29" y="383"/>
                        <a:pt x="92" y="475"/>
                        <a:pt x="177" y="503"/>
                      </a:cubicBezTo>
                      <a:lnTo>
                        <a:pt x="206" y="503"/>
                      </a:lnTo>
                      <a:lnTo>
                        <a:pt x="206" y="446"/>
                      </a:lnTo>
                      <a:cubicBezTo>
                        <a:pt x="121" y="418"/>
                        <a:pt x="64" y="354"/>
                        <a:pt x="64" y="269"/>
                      </a:cubicBezTo>
                      <a:cubicBezTo>
                        <a:pt x="64" y="177"/>
                        <a:pt x="92" y="93"/>
                        <a:pt x="149" y="29"/>
                      </a:cubicBezTo>
                      <a:lnTo>
                        <a:pt x="14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99" name="Google Shape;599;p37"/>
                <p:cNvGrpSpPr/>
                <p:nvPr/>
              </p:nvGrpSpPr>
              <p:grpSpPr>
                <a:xfrm>
                  <a:off x="3427734" y="2323833"/>
                  <a:ext cx="175743" cy="194657"/>
                  <a:chOff x="3306034" y="1949508"/>
                  <a:chExt cx="175743" cy="194657"/>
                </a:xfrm>
              </p:grpSpPr>
              <p:sp>
                <p:nvSpPr>
                  <p:cNvPr id="600" name="Google Shape;600;p37"/>
                  <p:cNvSpPr/>
                  <p:nvPr/>
                </p:nvSpPr>
                <p:spPr>
                  <a:xfrm>
                    <a:off x="3335979" y="1979047"/>
                    <a:ext cx="113719" cy="1569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61" h="4639" extrusionOk="0">
                        <a:moveTo>
                          <a:pt x="1704" y="1"/>
                        </a:moveTo>
                        <a:cubicBezTo>
                          <a:pt x="1639" y="1"/>
                          <a:pt x="1573" y="4"/>
                          <a:pt x="1507" y="12"/>
                        </a:cubicBezTo>
                        <a:cubicBezTo>
                          <a:pt x="708" y="104"/>
                          <a:pt x="92" y="748"/>
                          <a:pt x="35" y="1575"/>
                        </a:cubicBezTo>
                        <a:cubicBezTo>
                          <a:pt x="0" y="2134"/>
                          <a:pt x="269" y="2608"/>
                          <a:pt x="651" y="2934"/>
                        </a:cubicBezTo>
                        <a:cubicBezTo>
                          <a:pt x="884" y="3139"/>
                          <a:pt x="1061" y="3436"/>
                          <a:pt x="1097" y="3754"/>
                        </a:cubicBezTo>
                        <a:lnTo>
                          <a:pt x="1181" y="4405"/>
                        </a:lnTo>
                        <a:cubicBezTo>
                          <a:pt x="1181" y="4525"/>
                          <a:pt x="1302" y="4639"/>
                          <a:pt x="1450" y="4639"/>
                        </a:cubicBezTo>
                        <a:lnTo>
                          <a:pt x="1981" y="4639"/>
                        </a:lnTo>
                        <a:cubicBezTo>
                          <a:pt x="2122" y="4639"/>
                          <a:pt x="2243" y="4525"/>
                          <a:pt x="2243" y="4377"/>
                        </a:cubicBezTo>
                        <a:lnTo>
                          <a:pt x="2335" y="3754"/>
                        </a:lnTo>
                        <a:cubicBezTo>
                          <a:pt x="2363" y="3436"/>
                          <a:pt x="2511" y="3139"/>
                          <a:pt x="2745" y="2934"/>
                        </a:cubicBezTo>
                        <a:cubicBezTo>
                          <a:pt x="3127" y="2637"/>
                          <a:pt x="3360" y="2163"/>
                          <a:pt x="3360" y="1667"/>
                        </a:cubicBezTo>
                        <a:cubicBezTo>
                          <a:pt x="3334" y="729"/>
                          <a:pt x="2617" y="1"/>
                          <a:pt x="1704" y="1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1" name="Google Shape;601;p37"/>
                  <p:cNvSpPr/>
                  <p:nvPr/>
                </p:nvSpPr>
                <p:spPr>
                  <a:xfrm>
                    <a:off x="3371879" y="2112055"/>
                    <a:ext cx="44053" cy="321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02" h="949" extrusionOk="0">
                        <a:moveTo>
                          <a:pt x="0" y="0"/>
                        </a:moveTo>
                        <a:lnTo>
                          <a:pt x="0" y="297"/>
                        </a:lnTo>
                        <a:cubicBezTo>
                          <a:pt x="0" y="651"/>
                          <a:pt x="297" y="948"/>
                          <a:pt x="651" y="948"/>
                        </a:cubicBezTo>
                        <a:cubicBezTo>
                          <a:pt x="1005" y="920"/>
                          <a:pt x="1302" y="651"/>
                          <a:pt x="1302" y="269"/>
                        </a:cubicBezTo>
                        <a:lnTo>
                          <a:pt x="130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2" name="Google Shape;602;p37"/>
                  <p:cNvSpPr/>
                  <p:nvPr/>
                </p:nvSpPr>
                <p:spPr>
                  <a:xfrm>
                    <a:off x="3363014" y="2022762"/>
                    <a:ext cx="58907" cy="95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1" h="2816" extrusionOk="0">
                        <a:moveTo>
                          <a:pt x="1210" y="163"/>
                        </a:moveTo>
                        <a:cubicBezTo>
                          <a:pt x="1238" y="198"/>
                          <a:pt x="1267" y="255"/>
                          <a:pt x="1267" y="283"/>
                        </a:cubicBezTo>
                        <a:cubicBezTo>
                          <a:pt x="1295" y="375"/>
                          <a:pt x="1295" y="432"/>
                          <a:pt x="1295" y="489"/>
                        </a:cubicBezTo>
                        <a:cubicBezTo>
                          <a:pt x="1267" y="552"/>
                          <a:pt x="1238" y="581"/>
                          <a:pt x="1182" y="581"/>
                        </a:cubicBezTo>
                        <a:cubicBezTo>
                          <a:pt x="1118" y="581"/>
                          <a:pt x="1090" y="552"/>
                          <a:pt x="1090" y="489"/>
                        </a:cubicBezTo>
                        <a:cubicBezTo>
                          <a:pt x="1062" y="460"/>
                          <a:pt x="1062" y="404"/>
                          <a:pt x="1090" y="340"/>
                        </a:cubicBezTo>
                        <a:cubicBezTo>
                          <a:pt x="1118" y="283"/>
                          <a:pt x="1147" y="227"/>
                          <a:pt x="1210" y="163"/>
                        </a:cubicBezTo>
                        <a:close/>
                        <a:moveTo>
                          <a:pt x="616" y="227"/>
                        </a:moveTo>
                        <a:cubicBezTo>
                          <a:pt x="680" y="255"/>
                          <a:pt x="708" y="340"/>
                          <a:pt x="736" y="404"/>
                        </a:cubicBezTo>
                        <a:cubicBezTo>
                          <a:pt x="736" y="489"/>
                          <a:pt x="736" y="552"/>
                          <a:pt x="680" y="609"/>
                        </a:cubicBezTo>
                        <a:cubicBezTo>
                          <a:pt x="663" y="642"/>
                          <a:pt x="625" y="656"/>
                          <a:pt x="584" y="656"/>
                        </a:cubicBezTo>
                        <a:cubicBezTo>
                          <a:pt x="556" y="656"/>
                          <a:pt x="526" y="649"/>
                          <a:pt x="503" y="637"/>
                        </a:cubicBezTo>
                        <a:cubicBezTo>
                          <a:pt x="474" y="609"/>
                          <a:pt x="474" y="581"/>
                          <a:pt x="439" y="517"/>
                        </a:cubicBezTo>
                        <a:cubicBezTo>
                          <a:pt x="439" y="432"/>
                          <a:pt x="503" y="283"/>
                          <a:pt x="616" y="227"/>
                        </a:cubicBezTo>
                        <a:close/>
                        <a:moveTo>
                          <a:pt x="995" y="0"/>
                        </a:moveTo>
                        <a:cubicBezTo>
                          <a:pt x="861" y="0"/>
                          <a:pt x="730" y="70"/>
                          <a:pt x="616" y="135"/>
                        </a:cubicBezTo>
                        <a:cubicBezTo>
                          <a:pt x="559" y="107"/>
                          <a:pt x="531" y="107"/>
                          <a:pt x="474" y="78"/>
                        </a:cubicBezTo>
                        <a:cubicBezTo>
                          <a:pt x="326" y="78"/>
                          <a:pt x="206" y="107"/>
                          <a:pt x="149" y="163"/>
                        </a:cubicBezTo>
                        <a:cubicBezTo>
                          <a:pt x="0" y="340"/>
                          <a:pt x="121" y="729"/>
                          <a:pt x="206" y="991"/>
                        </a:cubicBezTo>
                        <a:cubicBezTo>
                          <a:pt x="234" y="1047"/>
                          <a:pt x="262" y="1111"/>
                          <a:pt x="262" y="1168"/>
                        </a:cubicBezTo>
                        <a:cubicBezTo>
                          <a:pt x="382" y="1642"/>
                          <a:pt x="503" y="2109"/>
                          <a:pt x="588" y="2583"/>
                        </a:cubicBezTo>
                        <a:lnTo>
                          <a:pt x="616" y="2788"/>
                        </a:lnTo>
                        <a:cubicBezTo>
                          <a:pt x="651" y="2788"/>
                          <a:pt x="651" y="2816"/>
                          <a:pt x="651" y="2816"/>
                        </a:cubicBezTo>
                        <a:lnTo>
                          <a:pt x="680" y="2816"/>
                        </a:lnTo>
                        <a:cubicBezTo>
                          <a:pt x="680" y="2788"/>
                          <a:pt x="708" y="2788"/>
                          <a:pt x="680" y="2759"/>
                        </a:cubicBezTo>
                        <a:lnTo>
                          <a:pt x="651" y="2583"/>
                        </a:lnTo>
                        <a:cubicBezTo>
                          <a:pt x="559" y="2109"/>
                          <a:pt x="439" y="1613"/>
                          <a:pt x="326" y="1139"/>
                        </a:cubicBezTo>
                        <a:cubicBezTo>
                          <a:pt x="326" y="1111"/>
                          <a:pt x="298" y="1047"/>
                          <a:pt x="262" y="963"/>
                        </a:cubicBezTo>
                        <a:cubicBezTo>
                          <a:pt x="177" y="729"/>
                          <a:pt x="57" y="340"/>
                          <a:pt x="177" y="198"/>
                        </a:cubicBezTo>
                        <a:cubicBezTo>
                          <a:pt x="234" y="135"/>
                          <a:pt x="326" y="135"/>
                          <a:pt x="474" y="135"/>
                        </a:cubicBezTo>
                        <a:cubicBezTo>
                          <a:pt x="503" y="163"/>
                          <a:pt x="531" y="163"/>
                          <a:pt x="559" y="198"/>
                        </a:cubicBezTo>
                        <a:cubicBezTo>
                          <a:pt x="439" y="283"/>
                          <a:pt x="382" y="404"/>
                          <a:pt x="382" y="552"/>
                        </a:cubicBezTo>
                        <a:cubicBezTo>
                          <a:pt x="411" y="609"/>
                          <a:pt x="439" y="665"/>
                          <a:pt x="474" y="694"/>
                        </a:cubicBezTo>
                        <a:cubicBezTo>
                          <a:pt x="507" y="707"/>
                          <a:pt x="545" y="716"/>
                          <a:pt x="582" y="716"/>
                        </a:cubicBezTo>
                        <a:cubicBezTo>
                          <a:pt x="642" y="716"/>
                          <a:pt x="701" y="694"/>
                          <a:pt x="736" y="637"/>
                        </a:cubicBezTo>
                        <a:cubicBezTo>
                          <a:pt x="793" y="581"/>
                          <a:pt x="793" y="489"/>
                          <a:pt x="793" y="404"/>
                        </a:cubicBezTo>
                        <a:cubicBezTo>
                          <a:pt x="765" y="312"/>
                          <a:pt x="736" y="255"/>
                          <a:pt x="651" y="198"/>
                        </a:cubicBezTo>
                        <a:cubicBezTo>
                          <a:pt x="761" y="127"/>
                          <a:pt x="875" y="60"/>
                          <a:pt x="990" y="60"/>
                        </a:cubicBezTo>
                        <a:cubicBezTo>
                          <a:pt x="1023" y="60"/>
                          <a:pt x="1057" y="66"/>
                          <a:pt x="1090" y="78"/>
                        </a:cubicBezTo>
                        <a:cubicBezTo>
                          <a:pt x="1118" y="78"/>
                          <a:pt x="1147" y="107"/>
                          <a:pt x="1147" y="135"/>
                        </a:cubicBezTo>
                        <a:cubicBezTo>
                          <a:pt x="1090" y="163"/>
                          <a:pt x="1062" y="255"/>
                          <a:pt x="1033" y="312"/>
                        </a:cubicBezTo>
                        <a:cubicBezTo>
                          <a:pt x="1005" y="404"/>
                          <a:pt x="1005" y="460"/>
                          <a:pt x="1033" y="517"/>
                        </a:cubicBezTo>
                        <a:cubicBezTo>
                          <a:pt x="1033" y="581"/>
                          <a:pt x="1090" y="637"/>
                          <a:pt x="1147" y="637"/>
                        </a:cubicBezTo>
                        <a:cubicBezTo>
                          <a:pt x="1159" y="641"/>
                          <a:pt x="1171" y="643"/>
                          <a:pt x="1183" y="643"/>
                        </a:cubicBezTo>
                        <a:cubicBezTo>
                          <a:pt x="1260" y="643"/>
                          <a:pt x="1328" y="568"/>
                          <a:pt x="1359" y="489"/>
                        </a:cubicBezTo>
                        <a:cubicBezTo>
                          <a:pt x="1387" y="432"/>
                          <a:pt x="1359" y="375"/>
                          <a:pt x="1323" y="283"/>
                        </a:cubicBezTo>
                        <a:cubicBezTo>
                          <a:pt x="1295" y="227"/>
                          <a:pt x="1267" y="163"/>
                          <a:pt x="1238" y="135"/>
                        </a:cubicBezTo>
                        <a:cubicBezTo>
                          <a:pt x="1267" y="107"/>
                          <a:pt x="1295" y="78"/>
                          <a:pt x="1323" y="78"/>
                        </a:cubicBezTo>
                        <a:cubicBezTo>
                          <a:pt x="1351" y="72"/>
                          <a:pt x="1381" y="68"/>
                          <a:pt x="1410" y="68"/>
                        </a:cubicBezTo>
                        <a:cubicBezTo>
                          <a:pt x="1506" y="68"/>
                          <a:pt x="1599" y="106"/>
                          <a:pt x="1621" y="198"/>
                        </a:cubicBezTo>
                        <a:cubicBezTo>
                          <a:pt x="1677" y="255"/>
                          <a:pt x="1649" y="340"/>
                          <a:pt x="1649" y="432"/>
                        </a:cubicBezTo>
                        <a:cubicBezTo>
                          <a:pt x="1621" y="665"/>
                          <a:pt x="1564" y="906"/>
                          <a:pt x="1500" y="1111"/>
                        </a:cubicBezTo>
                        <a:cubicBezTo>
                          <a:pt x="1472" y="1288"/>
                          <a:pt x="1415" y="1465"/>
                          <a:pt x="1387" y="1613"/>
                        </a:cubicBezTo>
                        <a:lnTo>
                          <a:pt x="1182" y="2731"/>
                        </a:lnTo>
                        <a:cubicBezTo>
                          <a:pt x="1182" y="2759"/>
                          <a:pt x="1210" y="2759"/>
                          <a:pt x="1210" y="2759"/>
                        </a:cubicBezTo>
                        <a:lnTo>
                          <a:pt x="1238" y="2759"/>
                        </a:lnTo>
                        <a:lnTo>
                          <a:pt x="1444" y="1642"/>
                        </a:lnTo>
                        <a:cubicBezTo>
                          <a:pt x="1472" y="1465"/>
                          <a:pt x="1536" y="1288"/>
                          <a:pt x="1564" y="1139"/>
                        </a:cubicBezTo>
                        <a:cubicBezTo>
                          <a:pt x="1621" y="906"/>
                          <a:pt x="1677" y="665"/>
                          <a:pt x="1712" y="432"/>
                        </a:cubicBezTo>
                        <a:cubicBezTo>
                          <a:pt x="1712" y="340"/>
                          <a:pt x="1741" y="255"/>
                          <a:pt x="1677" y="163"/>
                        </a:cubicBezTo>
                        <a:cubicBezTo>
                          <a:pt x="1631" y="71"/>
                          <a:pt x="1506" y="12"/>
                          <a:pt x="1396" y="12"/>
                        </a:cubicBezTo>
                        <a:cubicBezTo>
                          <a:pt x="1370" y="12"/>
                          <a:pt x="1346" y="15"/>
                          <a:pt x="1323" y="22"/>
                        </a:cubicBezTo>
                        <a:cubicBezTo>
                          <a:pt x="1267" y="50"/>
                          <a:pt x="1238" y="50"/>
                          <a:pt x="1210" y="78"/>
                        </a:cubicBezTo>
                        <a:cubicBezTo>
                          <a:pt x="1182" y="50"/>
                          <a:pt x="1147" y="50"/>
                          <a:pt x="1118" y="22"/>
                        </a:cubicBezTo>
                        <a:cubicBezTo>
                          <a:pt x="1077" y="7"/>
                          <a:pt x="1036" y="0"/>
                          <a:pt x="995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3" name="Google Shape;603;p37"/>
                  <p:cNvSpPr/>
                  <p:nvPr/>
                </p:nvSpPr>
                <p:spPr>
                  <a:xfrm>
                    <a:off x="3306034" y="2019413"/>
                    <a:ext cx="19184" cy="50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149" extrusionOk="0">
                        <a:moveTo>
                          <a:pt x="36" y="0"/>
                        </a:moveTo>
                        <a:lnTo>
                          <a:pt x="1" y="29"/>
                        </a:lnTo>
                        <a:cubicBezTo>
                          <a:pt x="1" y="57"/>
                          <a:pt x="1" y="57"/>
                          <a:pt x="36" y="57"/>
                        </a:cubicBezTo>
                        <a:lnTo>
                          <a:pt x="531" y="149"/>
                        </a:lnTo>
                        <a:cubicBezTo>
                          <a:pt x="567" y="149"/>
                          <a:pt x="567" y="121"/>
                          <a:pt x="567" y="121"/>
                        </a:cubicBezTo>
                        <a:cubicBezTo>
                          <a:pt x="567" y="85"/>
                          <a:pt x="567" y="85"/>
                          <a:pt x="531" y="85"/>
                        </a:cubicBezTo>
                        <a:lnTo>
                          <a:pt x="36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4" name="Google Shape;604;p37"/>
                  <p:cNvSpPr/>
                  <p:nvPr/>
                </p:nvSpPr>
                <p:spPr>
                  <a:xfrm>
                    <a:off x="3321125" y="1977761"/>
                    <a:ext cx="14887" cy="14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0" h="432" extrusionOk="0">
                        <a:moveTo>
                          <a:pt x="29" y="0"/>
                        </a:moveTo>
                        <a:cubicBezTo>
                          <a:pt x="22" y="0"/>
                          <a:pt x="15" y="7"/>
                          <a:pt x="0" y="22"/>
                        </a:cubicBezTo>
                        <a:lnTo>
                          <a:pt x="0" y="50"/>
                        </a:lnTo>
                        <a:lnTo>
                          <a:pt x="411" y="404"/>
                        </a:lnTo>
                        <a:lnTo>
                          <a:pt x="411" y="432"/>
                        </a:lnTo>
                        <a:cubicBezTo>
                          <a:pt x="439" y="432"/>
                          <a:pt x="439" y="404"/>
                          <a:pt x="439" y="404"/>
                        </a:cubicBezTo>
                        <a:lnTo>
                          <a:pt x="439" y="375"/>
                        </a:lnTo>
                        <a:lnTo>
                          <a:pt x="57" y="22"/>
                        </a:lnTo>
                        <a:cubicBezTo>
                          <a:pt x="43" y="7"/>
                          <a:pt x="36" y="0"/>
                          <a:pt x="29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5" name="Google Shape;605;p37"/>
                  <p:cNvSpPr/>
                  <p:nvPr/>
                </p:nvSpPr>
                <p:spPr>
                  <a:xfrm>
                    <a:off x="3374992" y="1950455"/>
                    <a:ext cx="5041" cy="191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9" h="567" extrusionOk="0">
                        <a:moveTo>
                          <a:pt x="28" y="1"/>
                        </a:moveTo>
                        <a:cubicBezTo>
                          <a:pt x="28" y="36"/>
                          <a:pt x="0" y="36"/>
                          <a:pt x="0" y="65"/>
                        </a:cubicBezTo>
                        <a:cubicBezTo>
                          <a:pt x="28" y="121"/>
                          <a:pt x="28" y="213"/>
                          <a:pt x="57" y="298"/>
                        </a:cubicBezTo>
                        <a:cubicBezTo>
                          <a:pt x="57" y="390"/>
                          <a:pt x="85" y="447"/>
                          <a:pt x="85" y="532"/>
                        </a:cubicBezTo>
                        <a:lnTo>
                          <a:pt x="120" y="567"/>
                        </a:lnTo>
                        <a:cubicBezTo>
                          <a:pt x="149" y="532"/>
                          <a:pt x="149" y="532"/>
                          <a:pt x="149" y="503"/>
                        </a:cubicBezTo>
                        <a:cubicBezTo>
                          <a:pt x="149" y="447"/>
                          <a:pt x="120" y="355"/>
                          <a:pt x="120" y="270"/>
                        </a:cubicBezTo>
                        <a:cubicBezTo>
                          <a:pt x="85" y="178"/>
                          <a:pt x="85" y="93"/>
                          <a:pt x="57" y="36"/>
                        </a:cubicBezTo>
                        <a:cubicBezTo>
                          <a:pt x="57" y="36"/>
                          <a:pt x="57" y="1"/>
                          <a:pt x="2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6" name="Google Shape;606;p37"/>
                  <p:cNvSpPr/>
                  <p:nvPr/>
                </p:nvSpPr>
                <p:spPr>
                  <a:xfrm>
                    <a:off x="3409944" y="1949508"/>
                    <a:ext cx="3857" cy="220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" h="652" extrusionOk="0">
                        <a:moveTo>
                          <a:pt x="85" y="1"/>
                        </a:moveTo>
                        <a:cubicBezTo>
                          <a:pt x="85" y="1"/>
                          <a:pt x="57" y="1"/>
                          <a:pt x="57" y="29"/>
                        </a:cubicBezTo>
                        <a:lnTo>
                          <a:pt x="0" y="623"/>
                        </a:lnTo>
                        <a:cubicBezTo>
                          <a:pt x="0" y="623"/>
                          <a:pt x="0" y="651"/>
                          <a:pt x="28" y="651"/>
                        </a:cubicBezTo>
                        <a:lnTo>
                          <a:pt x="57" y="623"/>
                        </a:lnTo>
                        <a:lnTo>
                          <a:pt x="113" y="29"/>
                        </a:lnTo>
                        <a:cubicBezTo>
                          <a:pt x="113" y="1"/>
                          <a:pt x="113" y="1"/>
                          <a:pt x="8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7" name="Google Shape;607;p37"/>
                  <p:cNvSpPr/>
                  <p:nvPr/>
                </p:nvSpPr>
                <p:spPr>
                  <a:xfrm>
                    <a:off x="3447739" y="1987573"/>
                    <a:ext cx="19895" cy="139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8" h="411" extrusionOk="0">
                        <a:moveTo>
                          <a:pt x="531" y="0"/>
                        </a:moveTo>
                        <a:lnTo>
                          <a:pt x="29" y="354"/>
                        </a:lnTo>
                        <a:cubicBezTo>
                          <a:pt x="1" y="354"/>
                          <a:pt x="1" y="382"/>
                          <a:pt x="29" y="382"/>
                        </a:cubicBezTo>
                        <a:lnTo>
                          <a:pt x="29" y="411"/>
                        </a:lnTo>
                        <a:lnTo>
                          <a:pt x="57" y="411"/>
                        </a:lnTo>
                        <a:lnTo>
                          <a:pt x="560" y="57"/>
                        </a:lnTo>
                        <a:cubicBezTo>
                          <a:pt x="560" y="29"/>
                          <a:pt x="588" y="29"/>
                          <a:pt x="56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8" name="Google Shape;608;p37"/>
                  <p:cNvSpPr/>
                  <p:nvPr/>
                </p:nvSpPr>
                <p:spPr>
                  <a:xfrm>
                    <a:off x="3461645" y="2026349"/>
                    <a:ext cx="20132" cy="31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" h="93" extrusionOk="0">
                        <a:moveTo>
                          <a:pt x="35" y="1"/>
                        </a:moveTo>
                        <a:cubicBezTo>
                          <a:pt x="0" y="1"/>
                          <a:pt x="0" y="1"/>
                          <a:pt x="0" y="29"/>
                        </a:cubicBezTo>
                        <a:cubicBezTo>
                          <a:pt x="0" y="29"/>
                          <a:pt x="0" y="57"/>
                          <a:pt x="35" y="57"/>
                        </a:cubicBezTo>
                        <a:lnTo>
                          <a:pt x="566" y="92"/>
                        </a:lnTo>
                        <a:cubicBezTo>
                          <a:pt x="594" y="92"/>
                          <a:pt x="594" y="57"/>
                          <a:pt x="594" y="57"/>
                        </a:cubicBezTo>
                        <a:cubicBezTo>
                          <a:pt x="594" y="29"/>
                          <a:pt x="594" y="29"/>
                          <a:pt x="566" y="29"/>
                        </a:cubicBezTo>
                        <a:lnTo>
                          <a:pt x="35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9" name="Google Shape;609;p37"/>
                  <p:cNvSpPr/>
                  <p:nvPr/>
                </p:nvSpPr>
                <p:spPr>
                  <a:xfrm>
                    <a:off x="3346028" y="1991397"/>
                    <a:ext cx="36880" cy="560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0" h="1657" extrusionOk="0">
                        <a:moveTo>
                          <a:pt x="1033" y="1"/>
                        </a:moveTo>
                        <a:cubicBezTo>
                          <a:pt x="708" y="64"/>
                          <a:pt x="411" y="298"/>
                          <a:pt x="234" y="623"/>
                        </a:cubicBezTo>
                        <a:cubicBezTo>
                          <a:pt x="57" y="913"/>
                          <a:pt x="0" y="1302"/>
                          <a:pt x="120" y="1621"/>
                        </a:cubicBezTo>
                        <a:cubicBezTo>
                          <a:pt x="120" y="1621"/>
                          <a:pt x="120" y="1656"/>
                          <a:pt x="149" y="1656"/>
                        </a:cubicBezTo>
                        <a:cubicBezTo>
                          <a:pt x="149" y="1656"/>
                          <a:pt x="177" y="1621"/>
                          <a:pt x="149" y="1592"/>
                        </a:cubicBezTo>
                        <a:cubicBezTo>
                          <a:pt x="57" y="1302"/>
                          <a:pt x="120" y="913"/>
                          <a:pt x="269" y="652"/>
                        </a:cubicBezTo>
                        <a:cubicBezTo>
                          <a:pt x="446" y="354"/>
                          <a:pt x="736" y="121"/>
                          <a:pt x="1061" y="64"/>
                        </a:cubicBezTo>
                        <a:cubicBezTo>
                          <a:pt x="1061" y="29"/>
                          <a:pt x="1090" y="29"/>
                          <a:pt x="109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610" name="Google Shape;610;p37"/>
              <p:cNvGrpSpPr/>
              <p:nvPr/>
            </p:nvGrpSpPr>
            <p:grpSpPr>
              <a:xfrm>
                <a:off x="6350423" y="1987207"/>
                <a:ext cx="2348409" cy="2480360"/>
                <a:chOff x="2970924" y="3808142"/>
                <a:chExt cx="996524" cy="1052516"/>
              </a:xfrm>
            </p:grpSpPr>
            <p:sp>
              <p:nvSpPr>
                <p:cNvPr id="611" name="Google Shape;611;p37"/>
                <p:cNvSpPr/>
                <p:nvPr/>
              </p:nvSpPr>
              <p:spPr>
                <a:xfrm>
                  <a:off x="3598308" y="4002867"/>
                  <a:ext cx="137675" cy="167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9" h="4964" extrusionOk="0">
                      <a:moveTo>
                        <a:pt x="3189" y="1"/>
                      </a:moveTo>
                      <a:cubicBezTo>
                        <a:pt x="2810" y="1"/>
                        <a:pt x="2319" y="494"/>
                        <a:pt x="2095" y="713"/>
                      </a:cubicBezTo>
                      <a:cubicBezTo>
                        <a:pt x="1918" y="925"/>
                        <a:pt x="1713" y="1159"/>
                        <a:pt x="1479" y="1364"/>
                      </a:cubicBezTo>
                      <a:cubicBezTo>
                        <a:pt x="1239" y="1569"/>
                        <a:pt x="977" y="1689"/>
                        <a:pt x="708" y="1866"/>
                      </a:cubicBezTo>
                      <a:cubicBezTo>
                        <a:pt x="503" y="2043"/>
                        <a:pt x="298" y="2220"/>
                        <a:pt x="177" y="2453"/>
                      </a:cubicBezTo>
                      <a:cubicBezTo>
                        <a:pt x="64" y="2659"/>
                        <a:pt x="29" y="2871"/>
                        <a:pt x="29" y="3104"/>
                      </a:cubicBezTo>
                      <a:cubicBezTo>
                        <a:pt x="1" y="3635"/>
                        <a:pt x="149" y="4222"/>
                        <a:pt x="595" y="4547"/>
                      </a:cubicBezTo>
                      <a:cubicBezTo>
                        <a:pt x="736" y="4668"/>
                        <a:pt x="913" y="4753"/>
                        <a:pt x="1090" y="4816"/>
                      </a:cubicBezTo>
                      <a:cubicBezTo>
                        <a:pt x="1361" y="4912"/>
                        <a:pt x="1659" y="4964"/>
                        <a:pt x="1949" y="4964"/>
                      </a:cubicBezTo>
                      <a:cubicBezTo>
                        <a:pt x="2197" y="4964"/>
                        <a:pt x="2439" y="4926"/>
                        <a:pt x="2653" y="4845"/>
                      </a:cubicBezTo>
                      <a:cubicBezTo>
                        <a:pt x="2894" y="4781"/>
                        <a:pt x="3099" y="4547"/>
                        <a:pt x="3276" y="4371"/>
                      </a:cubicBezTo>
                      <a:cubicBezTo>
                        <a:pt x="3453" y="4194"/>
                        <a:pt x="3630" y="3989"/>
                        <a:pt x="3743" y="3755"/>
                      </a:cubicBezTo>
                      <a:cubicBezTo>
                        <a:pt x="3891" y="3515"/>
                        <a:pt x="3983" y="3225"/>
                        <a:pt x="4040" y="2927"/>
                      </a:cubicBezTo>
                      <a:cubicBezTo>
                        <a:pt x="4068" y="2574"/>
                        <a:pt x="4068" y="2220"/>
                        <a:pt x="4068" y="1866"/>
                      </a:cubicBezTo>
                      <a:cubicBezTo>
                        <a:pt x="4040" y="1244"/>
                        <a:pt x="3835" y="685"/>
                        <a:pt x="3509" y="183"/>
                      </a:cubicBezTo>
                      <a:cubicBezTo>
                        <a:pt x="3423" y="53"/>
                        <a:pt x="3312" y="1"/>
                        <a:pt x="318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" name="Google Shape;612;p37"/>
                <p:cNvSpPr/>
                <p:nvPr/>
              </p:nvSpPr>
              <p:spPr>
                <a:xfrm>
                  <a:off x="2972142" y="4023405"/>
                  <a:ext cx="272169" cy="460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44" h="13612" extrusionOk="0">
                      <a:moveTo>
                        <a:pt x="532" y="1"/>
                      </a:moveTo>
                      <a:cubicBezTo>
                        <a:pt x="504" y="1"/>
                        <a:pt x="473" y="15"/>
                        <a:pt x="439" y="50"/>
                      </a:cubicBezTo>
                      <a:cubicBezTo>
                        <a:pt x="382" y="78"/>
                        <a:pt x="382" y="142"/>
                        <a:pt x="382" y="198"/>
                      </a:cubicBezTo>
                      <a:cubicBezTo>
                        <a:pt x="354" y="347"/>
                        <a:pt x="354" y="495"/>
                        <a:pt x="382" y="672"/>
                      </a:cubicBezTo>
                      <a:cubicBezTo>
                        <a:pt x="363" y="653"/>
                        <a:pt x="345" y="646"/>
                        <a:pt x="328" y="646"/>
                      </a:cubicBezTo>
                      <a:cubicBezTo>
                        <a:pt x="287" y="646"/>
                        <a:pt x="253" y="689"/>
                        <a:pt x="234" y="729"/>
                      </a:cubicBezTo>
                      <a:cubicBezTo>
                        <a:pt x="177" y="877"/>
                        <a:pt x="205" y="990"/>
                        <a:pt x="113" y="1111"/>
                      </a:cubicBezTo>
                      <a:cubicBezTo>
                        <a:pt x="28" y="1259"/>
                        <a:pt x="0" y="1408"/>
                        <a:pt x="28" y="1556"/>
                      </a:cubicBezTo>
                      <a:cubicBezTo>
                        <a:pt x="28" y="1670"/>
                        <a:pt x="85" y="1790"/>
                        <a:pt x="142" y="1910"/>
                      </a:cubicBezTo>
                      <a:cubicBezTo>
                        <a:pt x="318" y="2292"/>
                        <a:pt x="587" y="2794"/>
                        <a:pt x="941" y="3028"/>
                      </a:cubicBezTo>
                      <a:cubicBezTo>
                        <a:pt x="1323" y="3233"/>
                        <a:pt x="1769" y="3410"/>
                        <a:pt x="2087" y="3735"/>
                      </a:cubicBezTo>
                      <a:cubicBezTo>
                        <a:pt x="2179" y="3820"/>
                        <a:pt x="2207" y="3969"/>
                        <a:pt x="2264" y="4089"/>
                      </a:cubicBezTo>
                      <a:cubicBezTo>
                        <a:pt x="2858" y="5829"/>
                        <a:pt x="3148" y="7654"/>
                        <a:pt x="3594" y="9451"/>
                      </a:cubicBezTo>
                      <a:cubicBezTo>
                        <a:pt x="3827" y="10364"/>
                        <a:pt x="4096" y="11340"/>
                        <a:pt x="4478" y="12225"/>
                      </a:cubicBezTo>
                      <a:cubicBezTo>
                        <a:pt x="4627" y="12578"/>
                        <a:pt x="5037" y="13314"/>
                        <a:pt x="5391" y="13519"/>
                      </a:cubicBezTo>
                      <a:cubicBezTo>
                        <a:pt x="5481" y="13586"/>
                        <a:pt x="5552" y="13611"/>
                        <a:pt x="5618" y="13611"/>
                      </a:cubicBezTo>
                      <a:cubicBezTo>
                        <a:pt x="5789" y="13611"/>
                        <a:pt x="5916" y="13437"/>
                        <a:pt x="6218" y="13371"/>
                      </a:cubicBezTo>
                      <a:cubicBezTo>
                        <a:pt x="6600" y="13314"/>
                        <a:pt x="6862" y="13052"/>
                        <a:pt x="7131" y="12783"/>
                      </a:cubicBezTo>
                      <a:cubicBezTo>
                        <a:pt x="7513" y="12373"/>
                        <a:pt x="8015" y="11814"/>
                        <a:pt x="8015" y="11192"/>
                      </a:cubicBezTo>
                      <a:cubicBezTo>
                        <a:pt x="8044" y="10718"/>
                        <a:pt x="7867" y="10102"/>
                        <a:pt x="7633" y="9692"/>
                      </a:cubicBezTo>
                      <a:cubicBezTo>
                        <a:pt x="7605" y="9572"/>
                        <a:pt x="7541" y="9480"/>
                        <a:pt x="7485" y="9366"/>
                      </a:cubicBezTo>
                      <a:cubicBezTo>
                        <a:pt x="6898" y="8334"/>
                        <a:pt x="6042" y="7421"/>
                        <a:pt x="5511" y="6360"/>
                      </a:cubicBezTo>
                      <a:cubicBezTo>
                        <a:pt x="5391" y="6119"/>
                        <a:pt x="5270" y="5858"/>
                        <a:pt x="5157" y="5624"/>
                      </a:cubicBezTo>
                      <a:cubicBezTo>
                        <a:pt x="4832" y="4881"/>
                        <a:pt x="4506" y="4174"/>
                        <a:pt x="4153" y="3466"/>
                      </a:cubicBezTo>
                      <a:cubicBezTo>
                        <a:pt x="4068" y="3290"/>
                        <a:pt x="4004" y="3113"/>
                        <a:pt x="3919" y="2936"/>
                      </a:cubicBezTo>
                      <a:cubicBezTo>
                        <a:pt x="3856" y="2851"/>
                        <a:pt x="3827" y="2759"/>
                        <a:pt x="3799" y="2674"/>
                      </a:cubicBezTo>
                      <a:cubicBezTo>
                        <a:pt x="3771" y="2618"/>
                        <a:pt x="3771" y="2554"/>
                        <a:pt x="3742" y="2497"/>
                      </a:cubicBezTo>
                      <a:cubicBezTo>
                        <a:pt x="3622" y="2200"/>
                        <a:pt x="3389" y="1910"/>
                        <a:pt x="3148" y="1733"/>
                      </a:cubicBezTo>
                      <a:cubicBezTo>
                        <a:pt x="2971" y="1585"/>
                        <a:pt x="2766" y="1464"/>
                        <a:pt x="2589" y="1344"/>
                      </a:cubicBezTo>
                      <a:cubicBezTo>
                        <a:pt x="2384" y="1167"/>
                        <a:pt x="2151" y="1054"/>
                        <a:pt x="1946" y="877"/>
                      </a:cubicBezTo>
                      <a:cubicBezTo>
                        <a:pt x="1677" y="672"/>
                        <a:pt x="1443" y="495"/>
                        <a:pt x="1203" y="283"/>
                      </a:cubicBezTo>
                      <a:cubicBezTo>
                        <a:pt x="1157" y="260"/>
                        <a:pt x="1093" y="219"/>
                        <a:pt x="1036" y="219"/>
                      </a:cubicBezTo>
                      <a:cubicBezTo>
                        <a:pt x="1023" y="219"/>
                        <a:pt x="1010" y="221"/>
                        <a:pt x="998" y="226"/>
                      </a:cubicBezTo>
                      <a:cubicBezTo>
                        <a:pt x="941" y="255"/>
                        <a:pt x="913" y="318"/>
                        <a:pt x="913" y="375"/>
                      </a:cubicBezTo>
                      <a:cubicBezTo>
                        <a:pt x="849" y="608"/>
                        <a:pt x="998" y="785"/>
                        <a:pt x="1174" y="934"/>
                      </a:cubicBezTo>
                      <a:cubicBezTo>
                        <a:pt x="1380" y="1139"/>
                        <a:pt x="1620" y="1288"/>
                        <a:pt x="1769" y="1521"/>
                      </a:cubicBezTo>
                      <a:cubicBezTo>
                        <a:pt x="1928" y="1758"/>
                        <a:pt x="1846" y="1846"/>
                        <a:pt x="1695" y="1846"/>
                      </a:cubicBezTo>
                      <a:cubicBezTo>
                        <a:pt x="1544" y="1846"/>
                        <a:pt x="1323" y="1758"/>
                        <a:pt x="1203" y="1641"/>
                      </a:cubicBezTo>
                      <a:cubicBezTo>
                        <a:pt x="1090" y="1521"/>
                        <a:pt x="1026" y="1344"/>
                        <a:pt x="969" y="1203"/>
                      </a:cubicBezTo>
                      <a:cubicBezTo>
                        <a:pt x="849" y="962"/>
                        <a:pt x="821" y="700"/>
                        <a:pt x="764" y="432"/>
                      </a:cubicBezTo>
                      <a:cubicBezTo>
                        <a:pt x="741" y="361"/>
                        <a:pt x="673" y="1"/>
                        <a:pt x="532" y="1"/>
                      </a:cubicBezTo>
                      <a:close/>
                    </a:path>
                  </a:pathLst>
                </a:custGeom>
                <a:solidFill>
                  <a:srgbClr val="E958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" name="Google Shape;613;p37"/>
                <p:cNvSpPr/>
                <p:nvPr/>
              </p:nvSpPr>
              <p:spPr>
                <a:xfrm>
                  <a:off x="2970924" y="4022187"/>
                  <a:ext cx="274334" cy="462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08" h="13676" extrusionOk="0">
                      <a:moveTo>
                        <a:pt x="567" y="57"/>
                      </a:moveTo>
                      <a:cubicBezTo>
                        <a:pt x="652" y="57"/>
                        <a:pt x="708" y="319"/>
                        <a:pt x="743" y="439"/>
                      </a:cubicBezTo>
                      <a:cubicBezTo>
                        <a:pt x="743" y="439"/>
                        <a:pt x="743" y="468"/>
                        <a:pt x="772" y="468"/>
                      </a:cubicBezTo>
                      <a:cubicBezTo>
                        <a:pt x="772" y="560"/>
                        <a:pt x="800" y="644"/>
                        <a:pt x="828" y="736"/>
                      </a:cubicBezTo>
                      <a:cubicBezTo>
                        <a:pt x="857" y="913"/>
                        <a:pt x="885" y="1090"/>
                        <a:pt x="977" y="1267"/>
                      </a:cubicBezTo>
                      <a:cubicBezTo>
                        <a:pt x="1034" y="1416"/>
                        <a:pt x="1126" y="1557"/>
                        <a:pt x="1210" y="1706"/>
                      </a:cubicBezTo>
                      <a:cubicBezTo>
                        <a:pt x="1331" y="1826"/>
                        <a:pt x="1564" y="1911"/>
                        <a:pt x="1741" y="1911"/>
                      </a:cubicBezTo>
                      <a:cubicBezTo>
                        <a:pt x="1833" y="1911"/>
                        <a:pt x="1890" y="1882"/>
                        <a:pt x="1890" y="1854"/>
                      </a:cubicBezTo>
                      <a:cubicBezTo>
                        <a:pt x="1946" y="1769"/>
                        <a:pt x="1918" y="1677"/>
                        <a:pt x="1833" y="1557"/>
                      </a:cubicBezTo>
                      <a:cubicBezTo>
                        <a:pt x="1713" y="1380"/>
                        <a:pt x="1536" y="1239"/>
                        <a:pt x="1387" y="1090"/>
                      </a:cubicBezTo>
                      <a:cubicBezTo>
                        <a:pt x="1331" y="1062"/>
                        <a:pt x="1274" y="998"/>
                        <a:pt x="1210" y="942"/>
                      </a:cubicBezTo>
                      <a:cubicBezTo>
                        <a:pt x="1034" y="765"/>
                        <a:pt x="949" y="588"/>
                        <a:pt x="977" y="411"/>
                      </a:cubicBezTo>
                      <a:cubicBezTo>
                        <a:pt x="977" y="383"/>
                        <a:pt x="1005" y="319"/>
                        <a:pt x="1034" y="291"/>
                      </a:cubicBezTo>
                      <a:cubicBezTo>
                        <a:pt x="1097" y="291"/>
                        <a:pt x="1154" y="319"/>
                        <a:pt x="1210" y="354"/>
                      </a:cubicBezTo>
                      <a:lnTo>
                        <a:pt x="1946" y="942"/>
                      </a:lnTo>
                      <a:cubicBezTo>
                        <a:pt x="2066" y="1026"/>
                        <a:pt x="2187" y="1090"/>
                        <a:pt x="2300" y="1175"/>
                      </a:cubicBezTo>
                      <a:cubicBezTo>
                        <a:pt x="2392" y="1239"/>
                        <a:pt x="2512" y="1324"/>
                        <a:pt x="2625" y="1380"/>
                      </a:cubicBezTo>
                      <a:cubicBezTo>
                        <a:pt x="2717" y="1472"/>
                        <a:pt x="2802" y="1529"/>
                        <a:pt x="2866" y="1557"/>
                      </a:cubicBezTo>
                      <a:cubicBezTo>
                        <a:pt x="2979" y="1649"/>
                        <a:pt x="3071" y="1706"/>
                        <a:pt x="3156" y="1769"/>
                      </a:cubicBezTo>
                      <a:cubicBezTo>
                        <a:pt x="3425" y="1974"/>
                        <a:pt x="3630" y="2236"/>
                        <a:pt x="3750" y="2533"/>
                      </a:cubicBezTo>
                      <a:cubicBezTo>
                        <a:pt x="3778" y="2590"/>
                        <a:pt x="3807" y="2654"/>
                        <a:pt x="3807" y="2710"/>
                      </a:cubicBezTo>
                      <a:cubicBezTo>
                        <a:pt x="3835" y="2795"/>
                        <a:pt x="3863" y="2887"/>
                        <a:pt x="3927" y="2972"/>
                      </a:cubicBezTo>
                      <a:cubicBezTo>
                        <a:pt x="4012" y="3149"/>
                        <a:pt x="4104" y="3326"/>
                        <a:pt x="4160" y="3502"/>
                      </a:cubicBezTo>
                      <a:cubicBezTo>
                        <a:pt x="4366" y="3920"/>
                        <a:pt x="4542" y="4302"/>
                        <a:pt x="4719" y="4712"/>
                      </a:cubicBezTo>
                      <a:cubicBezTo>
                        <a:pt x="4868" y="5038"/>
                        <a:pt x="5016" y="5335"/>
                        <a:pt x="5165" y="5660"/>
                      </a:cubicBezTo>
                      <a:cubicBezTo>
                        <a:pt x="5306" y="5950"/>
                        <a:pt x="5427" y="6191"/>
                        <a:pt x="5519" y="6396"/>
                      </a:cubicBezTo>
                      <a:cubicBezTo>
                        <a:pt x="5809" y="7011"/>
                        <a:pt x="6226" y="7542"/>
                        <a:pt x="6608" y="8101"/>
                      </a:cubicBezTo>
                      <a:cubicBezTo>
                        <a:pt x="6898" y="8518"/>
                        <a:pt x="7224" y="8957"/>
                        <a:pt x="7492" y="9431"/>
                      </a:cubicBezTo>
                      <a:cubicBezTo>
                        <a:pt x="7549" y="9551"/>
                        <a:pt x="7606" y="9636"/>
                        <a:pt x="7669" y="9756"/>
                      </a:cubicBezTo>
                      <a:cubicBezTo>
                        <a:pt x="7846" y="10110"/>
                        <a:pt x="8051" y="10725"/>
                        <a:pt x="8023" y="11228"/>
                      </a:cubicBezTo>
                      <a:cubicBezTo>
                        <a:pt x="8023" y="11815"/>
                        <a:pt x="7549" y="12381"/>
                        <a:pt x="7139" y="12791"/>
                      </a:cubicBezTo>
                      <a:cubicBezTo>
                        <a:pt x="6898" y="13053"/>
                        <a:pt x="6608" y="13322"/>
                        <a:pt x="6254" y="13378"/>
                      </a:cubicBezTo>
                      <a:cubicBezTo>
                        <a:pt x="6106" y="13407"/>
                        <a:pt x="5986" y="13499"/>
                        <a:pt x="5901" y="13527"/>
                      </a:cubicBezTo>
                      <a:cubicBezTo>
                        <a:pt x="5809" y="13583"/>
                        <a:pt x="5724" y="13619"/>
                        <a:pt x="5660" y="13619"/>
                      </a:cubicBezTo>
                      <a:cubicBezTo>
                        <a:pt x="5575" y="13619"/>
                        <a:pt x="5519" y="13583"/>
                        <a:pt x="5427" y="13527"/>
                      </a:cubicBezTo>
                      <a:cubicBezTo>
                        <a:pt x="5101" y="13322"/>
                        <a:pt x="4691" y="12586"/>
                        <a:pt x="4542" y="12232"/>
                      </a:cubicBezTo>
                      <a:cubicBezTo>
                        <a:pt x="4160" y="11320"/>
                        <a:pt x="3892" y="10372"/>
                        <a:pt x="3658" y="9459"/>
                      </a:cubicBezTo>
                      <a:cubicBezTo>
                        <a:pt x="3481" y="8844"/>
                        <a:pt x="3361" y="8193"/>
                        <a:pt x="3220" y="7542"/>
                      </a:cubicBezTo>
                      <a:cubicBezTo>
                        <a:pt x="2951" y="6396"/>
                        <a:pt x="2717" y="5243"/>
                        <a:pt x="2335" y="4125"/>
                      </a:cubicBezTo>
                      <a:cubicBezTo>
                        <a:pt x="2272" y="4005"/>
                        <a:pt x="2243" y="3856"/>
                        <a:pt x="2123" y="3743"/>
                      </a:cubicBezTo>
                      <a:cubicBezTo>
                        <a:pt x="1918" y="3502"/>
                        <a:pt x="1628" y="3361"/>
                        <a:pt x="1359" y="3212"/>
                      </a:cubicBezTo>
                      <a:cubicBezTo>
                        <a:pt x="1239" y="3149"/>
                        <a:pt x="1126" y="3092"/>
                        <a:pt x="1005" y="3036"/>
                      </a:cubicBezTo>
                      <a:cubicBezTo>
                        <a:pt x="623" y="2795"/>
                        <a:pt x="326" y="2208"/>
                        <a:pt x="213" y="1946"/>
                      </a:cubicBezTo>
                      <a:cubicBezTo>
                        <a:pt x="149" y="1826"/>
                        <a:pt x="93" y="1706"/>
                        <a:pt x="93" y="1592"/>
                      </a:cubicBezTo>
                      <a:cubicBezTo>
                        <a:pt x="64" y="1444"/>
                        <a:pt x="93" y="1295"/>
                        <a:pt x="178" y="1175"/>
                      </a:cubicBezTo>
                      <a:cubicBezTo>
                        <a:pt x="241" y="1090"/>
                        <a:pt x="241" y="1026"/>
                        <a:pt x="241" y="970"/>
                      </a:cubicBezTo>
                      <a:cubicBezTo>
                        <a:pt x="270" y="913"/>
                        <a:pt x="270" y="850"/>
                        <a:pt x="298" y="793"/>
                      </a:cubicBezTo>
                      <a:cubicBezTo>
                        <a:pt x="326" y="736"/>
                        <a:pt x="354" y="708"/>
                        <a:pt x="390" y="708"/>
                      </a:cubicBezTo>
                      <a:cubicBezTo>
                        <a:pt x="404" y="722"/>
                        <a:pt x="411" y="729"/>
                        <a:pt x="415" y="729"/>
                      </a:cubicBezTo>
                      <a:cubicBezTo>
                        <a:pt x="418" y="729"/>
                        <a:pt x="418" y="722"/>
                        <a:pt x="418" y="708"/>
                      </a:cubicBezTo>
                      <a:cubicBezTo>
                        <a:pt x="446" y="708"/>
                        <a:pt x="446" y="708"/>
                        <a:pt x="446" y="673"/>
                      </a:cubicBezTo>
                      <a:cubicBezTo>
                        <a:pt x="418" y="531"/>
                        <a:pt x="418" y="383"/>
                        <a:pt x="446" y="234"/>
                      </a:cubicBezTo>
                      <a:cubicBezTo>
                        <a:pt x="446" y="178"/>
                        <a:pt x="446" y="142"/>
                        <a:pt x="475" y="114"/>
                      </a:cubicBezTo>
                      <a:cubicBezTo>
                        <a:pt x="503" y="86"/>
                        <a:pt x="531" y="57"/>
                        <a:pt x="567" y="57"/>
                      </a:cubicBezTo>
                      <a:close/>
                      <a:moveTo>
                        <a:pt x="567" y="1"/>
                      </a:moveTo>
                      <a:cubicBezTo>
                        <a:pt x="531" y="1"/>
                        <a:pt x="475" y="29"/>
                        <a:pt x="446" y="57"/>
                      </a:cubicBezTo>
                      <a:cubicBezTo>
                        <a:pt x="418" y="114"/>
                        <a:pt x="390" y="178"/>
                        <a:pt x="390" y="234"/>
                      </a:cubicBezTo>
                      <a:cubicBezTo>
                        <a:pt x="354" y="383"/>
                        <a:pt x="354" y="496"/>
                        <a:pt x="390" y="644"/>
                      </a:cubicBezTo>
                      <a:cubicBezTo>
                        <a:pt x="326" y="644"/>
                        <a:pt x="270" y="708"/>
                        <a:pt x="241" y="765"/>
                      </a:cubicBezTo>
                      <a:cubicBezTo>
                        <a:pt x="213" y="821"/>
                        <a:pt x="213" y="885"/>
                        <a:pt x="178" y="942"/>
                      </a:cubicBezTo>
                      <a:cubicBezTo>
                        <a:pt x="178" y="1026"/>
                        <a:pt x="178" y="1090"/>
                        <a:pt x="121" y="1147"/>
                      </a:cubicBezTo>
                      <a:cubicBezTo>
                        <a:pt x="36" y="1267"/>
                        <a:pt x="1" y="1444"/>
                        <a:pt x="36" y="1592"/>
                      </a:cubicBezTo>
                      <a:cubicBezTo>
                        <a:pt x="36" y="1706"/>
                        <a:pt x="93" y="1854"/>
                        <a:pt x="149" y="1974"/>
                      </a:cubicBezTo>
                      <a:cubicBezTo>
                        <a:pt x="298" y="2264"/>
                        <a:pt x="595" y="2859"/>
                        <a:pt x="977" y="3064"/>
                      </a:cubicBezTo>
                      <a:cubicBezTo>
                        <a:pt x="1097" y="3149"/>
                        <a:pt x="1210" y="3212"/>
                        <a:pt x="1331" y="3269"/>
                      </a:cubicBezTo>
                      <a:cubicBezTo>
                        <a:pt x="1592" y="3418"/>
                        <a:pt x="1890" y="3566"/>
                        <a:pt x="2095" y="3771"/>
                      </a:cubicBezTo>
                      <a:cubicBezTo>
                        <a:pt x="2187" y="3892"/>
                        <a:pt x="2215" y="4005"/>
                        <a:pt x="2272" y="4125"/>
                      </a:cubicBezTo>
                      <a:cubicBezTo>
                        <a:pt x="2654" y="5243"/>
                        <a:pt x="2894" y="6424"/>
                        <a:pt x="3156" y="7542"/>
                      </a:cubicBezTo>
                      <a:cubicBezTo>
                        <a:pt x="3304" y="8193"/>
                        <a:pt x="3425" y="8844"/>
                        <a:pt x="3602" y="9487"/>
                      </a:cubicBezTo>
                      <a:cubicBezTo>
                        <a:pt x="3835" y="10400"/>
                        <a:pt x="4104" y="11348"/>
                        <a:pt x="4486" y="12261"/>
                      </a:cubicBezTo>
                      <a:cubicBezTo>
                        <a:pt x="4634" y="12586"/>
                        <a:pt x="5045" y="13350"/>
                        <a:pt x="5398" y="13583"/>
                      </a:cubicBezTo>
                      <a:cubicBezTo>
                        <a:pt x="5483" y="13647"/>
                        <a:pt x="5575" y="13675"/>
                        <a:pt x="5660" y="13675"/>
                      </a:cubicBezTo>
                      <a:cubicBezTo>
                        <a:pt x="5752" y="13675"/>
                        <a:pt x="5837" y="13647"/>
                        <a:pt x="5929" y="13583"/>
                      </a:cubicBezTo>
                      <a:cubicBezTo>
                        <a:pt x="6014" y="13527"/>
                        <a:pt x="6106" y="13470"/>
                        <a:pt x="6283" y="13442"/>
                      </a:cubicBezTo>
                      <a:cubicBezTo>
                        <a:pt x="6636" y="13378"/>
                        <a:pt x="6934" y="13117"/>
                        <a:pt x="7195" y="12819"/>
                      </a:cubicBezTo>
                      <a:cubicBezTo>
                        <a:pt x="7606" y="12409"/>
                        <a:pt x="8080" y="11850"/>
                        <a:pt x="8080" y="11228"/>
                      </a:cubicBezTo>
                      <a:cubicBezTo>
                        <a:pt x="8108" y="10697"/>
                        <a:pt x="7903" y="10082"/>
                        <a:pt x="7698" y="9728"/>
                      </a:cubicBezTo>
                      <a:cubicBezTo>
                        <a:pt x="7669" y="9608"/>
                        <a:pt x="7606" y="9516"/>
                        <a:pt x="7549" y="9402"/>
                      </a:cubicBezTo>
                      <a:cubicBezTo>
                        <a:pt x="7287" y="8928"/>
                        <a:pt x="6962" y="8490"/>
                        <a:pt x="6636" y="8044"/>
                      </a:cubicBezTo>
                      <a:cubicBezTo>
                        <a:pt x="6254" y="7514"/>
                        <a:pt x="5872" y="6983"/>
                        <a:pt x="5575" y="6396"/>
                      </a:cubicBezTo>
                      <a:cubicBezTo>
                        <a:pt x="5455" y="6155"/>
                        <a:pt x="5342" y="5922"/>
                        <a:pt x="5222" y="5625"/>
                      </a:cubicBezTo>
                      <a:cubicBezTo>
                        <a:pt x="5073" y="5335"/>
                        <a:pt x="4924" y="5009"/>
                        <a:pt x="4776" y="4684"/>
                      </a:cubicBezTo>
                      <a:cubicBezTo>
                        <a:pt x="4599" y="4302"/>
                        <a:pt x="4422" y="3892"/>
                        <a:pt x="4217" y="3474"/>
                      </a:cubicBezTo>
                      <a:cubicBezTo>
                        <a:pt x="4132" y="3297"/>
                        <a:pt x="4068" y="3120"/>
                        <a:pt x="3984" y="2944"/>
                      </a:cubicBezTo>
                      <a:cubicBezTo>
                        <a:pt x="3927" y="2887"/>
                        <a:pt x="3892" y="2795"/>
                        <a:pt x="3863" y="2710"/>
                      </a:cubicBezTo>
                      <a:cubicBezTo>
                        <a:pt x="3835" y="2654"/>
                        <a:pt x="3835" y="2562"/>
                        <a:pt x="3807" y="2505"/>
                      </a:cubicBezTo>
                      <a:cubicBezTo>
                        <a:pt x="3686" y="2208"/>
                        <a:pt x="3453" y="1946"/>
                        <a:pt x="3184" y="1734"/>
                      </a:cubicBezTo>
                      <a:cubicBezTo>
                        <a:pt x="3099" y="1649"/>
                        <a:pt x="3007" y="1592"/>
                        <a:pt x="2894" y="1529"/>
                      </a:cubicBezTo>
                      <a:cubicBezTo>
                        <a:pt x="2830" y="1472"/>
                        <a:pt x="2746" y="1416"/>
                        <a:pt x="2654" y="1352"/>
                      </a:cubicBezTo>
                      <a:cubicBezTo>
                        <a:pt x="2540" y="1267"/>
                        <a:pt x="2448" y="1203"/>
                        <a:pt x="2335" y="1118"/>
                      </a:cubicBezTo>
                      <a:cubicBezTo>
                        <a:pt x="2215" y="1062"/>
                        <a:pt x="2095" y="970"/>
                        <a:pt x="1982" y="885"/>
                      </a:cubicBezTo>
                      <a:lnTo>
                        <a:pt x="1239" y="319"/>
                      </a:lnTo>
                      <a:cubicBezTo>
                        <a:pt x="1182" y="262"/>
                        <a:pt x="1154" y="234"/>
                        <a:pt x="1062" y="234"/>
                      </a:cubicBezTo>
                      <a:lnTo>
                        <a:pt x="1034" y="234"/>
                      </a:lnTo>
                      <a:cubicBezTo>
                        <a:pt x="977" y="262"/>
                        <a:pt x="949" y="319"/>
                        <a:pt x="920" y="411"/>
                      </a:cubicBezTo>
                      <a:cubicBezTo>
                        <a:pt x="885" y="588"/>
                        <a:pt x="977" y="793"/>
                        <a:pt x="1182" y="998"/>
                      </a:cubicBezTo>
                      <a:cubicBezTo>
                        <a:pt x="1239" y="1062"/>
                        <a:pt x="1302" y="1090"/>
                        <a:pt x="1359" y="1147"/>
                      </a:cubicBezTo>
                      <a:cubicBezTo>
                        <a:pt x="1508" y="1267"/>
                        <a:pt x="1684" y="1416"/>
                        <a:pt x="1769" y="1592"/>
                      </a:cubicBezTo>
                      <a:cubicBezTo>
                        <a:pt x="1861" y="1677"/>
                        <a:pt x="1861" y="1769"/>
                        <a:pt x="1861" y="1826"/>
                      </a:cubicBezTo>
                      <a:cubicBezTo>
                        <a:pt x="1833" y="1854"/>
                        <a:pt x="1769" y="1854"/>
                        <a:pt x="1741" y="1854"/>
                      </a:cubicBezTo>
                      <a:cubicBezTo>
                        <a:pt x="1592" y="1854"/>
                        <a:pt x="1359" y="1769"/>
                        <a:pt x="1274" y="1649"/>
                      </a:cubicBezTo>
                      <a:cubicBezTo>
                        <a:pt x="1154" y="1529"/>
                        <a:pt x="1097" y="1380"/>
                        <a:pt x="1034" y="1239"/>
                      </a:cubicBezTo>
                      <a:cubicBezTo>
                        <a:pt x="949" y="1062"/>
                        <a:pt x="920" y="885"/>
                        <a:pt x="885" y="736"/>
                      </a:cubicBezTo>
                      <a:cubicBezTo>
                        <a:pt x="857" y="644"/>
                        <a:pt x="828" y="560"/>
                        <a:pt x="828" y="468"/>
                      </a:cubicBezTo>
                      <a:cubicBezTo>
                        <a:pt x="800" y="439"/>
                        <a:pt x="800" y="439"/>
                        <a:pt x="800" y="411"/>
                      </a:cubicBezTo>
                      <a:cubicBezTo>
                        <a:pt x="772" y="262"/>
                        <a:pt x="708" y="1"/>
                        <a:pt x="56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" name="Google Shape;614;p37"/>
                <p:cNvSpPr/>
                <p:nvPr/>
              </p:nvSpPr>
              <p:spPr>
                <a:xfrm>
                  <a:off x="2984086" y="4043030"/>
                  <a:ext cx="21824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" h="1444" extrusionOk="0">
                      <a:moveTo>
                        <a:pt x="29" y="0"/>
                      </a:moveTo>
                      <a:cubicBezTo>
                        <a:pt x="1" y="0"/>
                        <a:pt x="1" y="28"/>
                        <a:pt x="1" y="57"/>
                      </a:cubicBezTo>
                      <a:lnTo>
                        <a:pt x="114" y="531"/>
                      </a:lnTo>
                      <a:cubicBezTo>
                        <a:pt x="234" y="884"/>
                        <a:pt x="354" y="1210"/>
                        <a:pt x="616" y="1415"/>
                      </a:cubicBezTo>
                      <a:lnTo>
                        <a:pt x="616" y="1443"/>
                      </a:lnTo>
                      <a:lnTo>
                        <a:pt x="645" y="1415"/>
                      </a:lnTo>
                      <a:lnTo>
                        <a:pt x="645" y="1387"/>
                      </a:lnTo>
                      <a:cubicBezTo>
                        <a:pt x="383" y="1182"/>
                        <a:pt x="291" y="856"/>
                        <a:pt x="178" y="502"/>
                      </a:cubicBezTo>
                      <a:lnTo>
                        <a:pt x="57" y="28"/>
                      </a:ln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" name="Google Shape;615;p37"/>
                <p:cNvSpPr/>
                <p:nvPr/>
              </p:nvSpPr>
              <p:spPr>
                <a:xfrm>
                  <a:off x="2975966" y="4060015"/>
                  <a:ext cx="22060" cy="44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" h="1324" extrusionOk="0">
                      <a:moveTo>
                        <a:pt x="29" y="0"/>
                      </a:moveTo>
                      <a:cubicBezTo>
                        <a:pt x="0" y="0"/>
                        <a:pt x="0" y="0"/>
                        <a:pt x="0" y="29"/>
                      </a:cubicBezTo>
                      <a:cubicBezTo>
                        <a:pt x="92" y="439"/>
                        <a:pt x="269" y="856"/>
                        <a:pt x="531" y="1210"/>
                      </a:cubicBezTo>
                      <a:cubicBezTo>
                        <a:pt x="559" y="1267"/>
                        <a:pt x="594" y="1295"/>
                        <a:pt x="623" y="1323"/>
                      </a:cubicBezTo>
                      <a:cubicBezTo>
                        <a:pt x="651" y="1323"/>
                        <a:pt x="651" y="1323"/>
                        <a:pt x="651" y="1295"/>
                      </a:cubicBezTo>
                      <a:lnTo>
                        <a:pt x="651" y="1267"/>
                      </a:lnTo>
                      <a:cubicBezTo>
                        <a:pt x="623" y="1238"/>
                        <a:pt x="594" y="1210"/>
                        <a:pt x="594" y="1182"/>
                      </a:cubicBezTo>
                      <a:cubicBezTo>
                        <a:pt x="326" y="856"/>
                        <a:pt x="149" y="439"/>
                        <a:pt x="64" y="29"/>
                      </a:cubicBezTo>
                      <a:cubicBezTo>
                        <a:pt x="64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" name="Google Shape;616;p37"/>
                <p:cNvSpPr/>
                <p:nvPr/>
              </p:nvSpPr>
              <p:spPr>
                <a:xfrm>
                  <a:off x="3098756" y="4110769"/>
                  <a:ext cx="1929" cy="13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" h="390" extrusionOk="0">
                      <a:moveTo>
                        <a:pt x="57" y="0"/>
                      </a:moveTo>
                      <a:lnTo>
                        <a:pt x="0" y="389"/>
                      </a:lnTo>
                      <a:cubicBezTo>
                        <a:pt x="29" y="269"/>
                        <a:pt x="57" y="149"/>
                        <a:pt x="5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7" name="Google Shape;617;p37"/>
                <p:cNvSpPr/>
                <p:nvPr/>
              </p:nvSpPr>
              <p:spPr>
                <a:xfrm>
                  <a:off x="3097809" y="4109788"/>
                  <a:ext cx="3857" cy="15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" h="447" extrusionOk="0">
                      <a:moveTo>
                        <a:pt x="85" y="1"/>
                      </a:moveTo>
                      <a:cubicBezTo>
                        <a:pt x="57" y="1"/>
                        <a:pt x="57" y="29"/>
                        <a:pt x="57" y="29"/>
                      </a:cubicBezTo>
                      <a:cubicBezTo>
                        <a:pt x="57" y="149"/>
                        <a:pt x="28" y="298"/>
                        <a:pt x="0" y="418"/>
                      </a:cubicBezTo>
                      <a:cubicBezTo>
                        <a:pt x="0" y="418"/>
                        <a:pt x="0" y="447"/>
                        <a:pt x="28" y="447"/>
                      </a:cubicBezTo>
                      <a:cubicBezTo>
                        <a:pt x="28" y="447"/>
                        <a:pt x="57" y="447"/>
                        <a:pt x="57" y="418"/>
                      </a:cubicBezTo>
                      <a:cubicBezTo>
                        <a:pt x="85" y="298"/>
                        <a:pt x="113" y="178"/>
                        <a:pt x="113" y="29"/>
                      </a:cubicBezTo>
                      <a:lnTo>
                        <a:pt x="8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8" name="Google Shape;618;p37"/>
                <p:cNvSpPr/>
                <p:nvPr/>
              </p:nvSpPr>
              <p:spPr>
                <a:xfrm>
                  <a:off x="3508542" y="4013085"/>
                  <a:ext cx="133851" cy="1563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6" h="4620" extrusionOk="0">
                      <a:moveTo>
                        <a:pt x="298" y="1"/>
                      </a:moveTo>
                      <a:lnTo>
                        <a:pt x="298" y="1"/>
                      </a:lnTo>
                      <a:cubicBezTo>
                        <a:pt x="326" y="1005"/>
                        <a:pt x="270" y="1946"/>
                        <a:pt x="206" y="2802"/>
                      </a:cubicBezTo>
                      <a:cubicBezTo>
                        <a:pt x="178" y="3213"/>
                        <a:pt x="149" y="3510"/>
                        <a:pt x="1" y="3863"/>
                      </a:cubicBezTo>
                      <a:cubicBezTo>
                        <a:pt x="680" y="4161"/>
                        <a:pt x="1154" y="4514"/>
                        <a:pt x="1861" y="4571"/>
                      </a:cubicBezTo>
                      <a:cubicBezTo>
                        <a:pt x="2087" y="4601"/>
                        <a:pt x="2339" y="4620"/>
                        <a:pt x="2597" y="4620"/>
                      </a:cubicBezTo>
                      <a:cubicBezTo>
                        <a:pt x="3074" y="4620"/>
                        <a:pt x="3570" y="4554"/>
                        <a:pt x="3955" y="4366"/>
                      </a:cubicBezTo>
                      <a:cubicBezTo>
                        <a:pt x="3481" y="3099"/>
                        <a:pt x="3602" y="1798"/>
                        <a:pt x="3566" y="531"/>
                      </a:cubicBezTo>
                      <a:cubicBezTo>
                        <a:pt x="3566" y="355"/>
                        <a:pt x="3566" y="178"/>
                        <a:pt x="3538" y="29"/>
                      </a:cubicBezTo>
                      <a:lnTo>
                        <a:pt x="298" y="1"/>
                      </a:lnTo>
                      <a:close/>
                    </a:path>
                  </a:pathLst>
                </a:custGeom>
                <a:solidFill>
                  <a:srgbClr val="FF444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9" name="Google Shape;619;p37"/>
                <p:cNvSpPr/>
                <p:nvPr/>
              </p:nvSpPr>
              <p:spPr>
                <a:xfrm>
                  <a:off x="3314189" y="4099874"/>
                  <a:ext cx="514664" cy="610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11" h="18044" extrusionOk="0">
                      <a:moveTo>
                        <a:pt x="7102" y="0"/>
                      </a:moveTo>
                      <a:cubicBezTo>
                        <a:pt x="6984" y="0"/>
                        <a:pt x="6867" y="1"/>
                        <a:pt x="6749" y="4"/>
                      </a:cubicBezTo>
                      <a:cubicBezTo>
                        <a:pt x="5306" y="32"/>
                        <a:pt x="2059" y="824"/>
                        <a:pt x="1146" y="1978"/>
                      </a:cubicBezTo>
                      <a:cubicBezTo>
                        <a:pt x="0" y="3506"/>
                        <a:pt x="616" y="5748"/>
                        <a:pt x="1825" y="7043"/>
                      </a:cubicBezTo>
                      <a:cubicBezTo>
                        <a:pt x="1592" y="8281"/>
                        <a:pt x="1387" y="9491"/>
                        <a:pt x="1267" y="10729"/>
                      </a:cubicBezTo>
                      <a:cubicBezTo>
                        <a:pt x="1146" y="11818"/>
                        <a:pt x="1295" y="12971"/>
                        <a:pt x="913" y="14004"/>
                      </a:cubicBezTo>
                      <a:cubicBezTo>
                        <a:pt x="821" y="14181"/>
                        <a:pt x="736" y="14358"/>
                        <a:pt x="708" y="14563"/>
                      </a:cubicBezTo>
                      <a:cubicBezTo>
                        <a:pt x="679" y="14768"/>
                        <a:pt x="679" y="14945"/>
                        <a:pt x="708" y="15150"/>
                      </a:cubicBezTo>
                      <a:cubicBezTo>
                        <a:pt x="856" y="16155"/>
                        <a:pt x="1323" y="17187"/>
                        <a:pt x="2208" y="17654"/>
                      </a:cubicBezTo>
                      <a:cubicBezTo>
                        <a:pt x="2858" y="18043"/>
                        <a:pt x="3622" y="18043"/>
                        <a:pt x="4358" y="18043"/>
                      </a:cubicBezTo>
                      <a:cubicBezTo>
                        <a:pt x="7280" y="18008"/>
                        <a:pt x="10194" y="17718"/>
                        <a:pt x="13088" y="17393"/>
                      </a:cubicBezTo>
                      <a:cubicBezTo>
                        <a:pt x="13265" y="17393"/>
                        <a:pt x="13442" y="17364"/>
                        <a:pt x="13590" y="17336"/>
                      </a:cubicBezTo>
                      <a:cubicBezTo>
                        <a:pt x="13767" y="17301"/>
                        <a:pt x="13944" y="17272"/>
                        <a:pt x="14085" y="17187"/>
                      </a:cubicBezTo>
                      <a:cubicBezTo>
                        <a:pt x="14616" y="16982"/>
                        <a:pt x="15033" y="16452"/>
                        <a:pt x="15090" y="15886"/>
                      </a:cubicBezTo>
                      <a:cubicBezTo>
                        <a:pt x="15210" y="15037"/>
                        <a:pt x="14736" y="14266"/>
                        <a:pt x="14588" y="13445"/>
                      </a:cubicBezTo>
                      <a:cubicBezTo>
                        <a:pt x="14503" y="13056"/>
                        <a:pt x="14503" y="12646"/>
                        <a:pt x="14326" y="12292"/>
                      </a:cubicBezTo>
                      <a:cubicBezTo>
                        <a:pt x="14234" y="12115"/>
                        <a:pt x="14121" y="11967"/>
                        <a:pt x="14029" y="11818"/>
                      </a:cubicBezTo>
                      <a:cubicBezTo>
                        <a:pt x="13732" y="11231"/>
                        <a:pt x="13972" y="10700"/>
                        <a:pt x="13944" y="10113"/>
                      </a:cubicBezTo>
                      <a:cubicBezTo>
                        <a:pt x="13944" y="9554"/>
                        <a:pt x="13880" y="8988"/>
                        <a:pt x="13880" y="8401"/>
                      </a:cubicBezTo>
                      <a:cubicBezTo>
                        <a:pt x="13880" y="8047"/>
                        <a:pt x="13880" y="7665"/>
                        <a:pt x="13944" y="7283"/>
                      </a:cubicBezTo>
                      <a:cubicBezTo>
                        <a:pt x="14000" y="6901"/>
                        <a:pt x="14149" y="6512"/>
                        <a:pt x="14206" y="6130"/>
                      </a:cubicBezTo>
                      <a:cubicBezTo>
                        <a:pt x="14588" y="4213"/>
                        <a:pt x="13526" y="1829"/>
                        <a:pt x="11730" y="945"/>
                      </a:cubicBezTo>
                      <a:cubicBezTo>
                        <a:pt x="10333" y="233"/>
                        <a:pt x="8702" y="0"/>
                        <a:pt x="710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" name="Google Shape;620;p37"/>
                <p:cNvSpPr/>
                <p:nvPr/>
              </p:nvSpPr>
              <p:spPr>
                <a:xfrm>
                  <a:off x="3063804" y="4101904"/>
                  <a:ext cx="450750" cy="394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22" h="11645" extrusionOk="0">
                      <a:moveTo>
                        <a:pt x="13322" y="0"/>
                      </a:moveTo>
                      <a:lnTo>
                        <a:pt x="13322" y="0"/>
                      </a:lnTo>
                      <a:cubicBezTo>
                        <a:pt x="13088" y="29"/>
                        <a:pt x="12855" y="57"/>
                        <a:pt x="12614" y="85"/>
                      </a:cubicBezTo>
                      <a:cubicBezTo>
                        <a:pt x="11114" y="326"/>
                        <a:pt x="9699" y="941"/>
                        <a:pt x="8490" y="1889"/>
                      </a:cubicBezTo>
                      <a:cubicBezTo>
                        <a:pt x="7690" y="2505"/>
                        <a:pt x="6983" y="3240"/>
                        <a:pt x="6339" y="4012"/>
                      </a:cubicBezTo>
                      <a:cubicBezTo>
                        <a:pt x="5717" y="4747"/>
                        <a:pt x="5158" y="5745"/>
                        <a:pt x="4422" y="6339"/>
                      </a:cubicBezTo>
                      <a:cubicBezTo>
                        <a:pt x="4040" y="5780"/>
                        <a:pt x="3715" y="5186"/>
                        <a:pt x="3417" y="4599"/>
                      </a:cubicBezTo>
                      <a:cubicBezTo>
                        <a:pt x="3361" y="4450"/>
                        <a:pt x="3269" y="4273"/>
                        <a:pt x="3156" y="4153"/>
                      </a:cubicBezTo>
                      <a:cubicBezTo>
                        <a:pt x="3092" y="4040"/>
                        <a:pt x="2979" y="3976"/>
                        <a:pt x="2915" y="3863"/>
                      </a:cubicBezTo>
                      <a:cubicBezTo>
                        <a:pt x="2802" y="3714"/>
                        <a:pt x="2802" y="3509"/>
                        <a:pt x="2710" y="3332"/>
                      </a:cubicBezTo>
                      <a:cubicBezTo>
                        <a:pt x="2653" y="3156"/>
                        <a:pt x="2533" y="2979"/>
                        <a:pt x="2328" y="2979"/>
                      </a:cubicBezTo>
                      <a:cubicBezTo>
                        <a:pt x="1741" y="3538"/>
                        <a:pt x="765" y="3594"/>
                        <a:pt x="121" y="4096"/>
                      </a:cubicBezTo>
                      <a:cubicBezTo>
                        <a:pt x="57" y="4125"/>
                        <a:pt x="29" y="4153"/>
                        <a:pt x="29" y="4217"/>
                      </a:cubicBezTo>
                      <a:cubicBezTo>
                        <a:pt x="1" y="4245"/>
                        <a:pt x="1" y="4273"/>
                        <a:pt x="29" y="4330"/>
                      </a:cubicBezTo>
                      <a:cubicBezTo>
                        <a:pt x="149" y="4981"/>
                        <a:pt x="234" y="5660"/>
                        <a:pt x="354" y="6339"/>
                      </a:cubicBezTo>
                      <a:cubicBezTo>
                        <a:pt x="503" y="6983"/>
                        <a:pt x="531" y="7690"/>
                        <a:pt x="736" y="8313"/>
                      </a:cubicBezTo>
                      <a:cubicBezTo>
                        <a:pt x="941" y="9225"/>
                        <a:pt x="1267" y="10138"/>
                        <a:pt x="1918" y="10789"/>
                      </a:cubicBezTo>
                      <a:cubicBezTo>
                        <a:pt x="2179" y="11051"/>
                        <a:pt x="2682" y="11291"/>
                        <a:pt x="3035" y="11440"/>
                      </a:cubicBezTo>
                      <a:cubicBezTo>
                        <a:pt x="3509" y="11617"/>
                        <a:pt x="4040" y="11645"/>
                        <a:pt x="4542" y="11645"/>
                      </a:cubicBezTo>
                      <a:cubicBezTo>
                        <a:pt x="5603" y="11617"/>
                        <a:pt x="6629" y="11263"/>
                        <a:pt x="7429" y="10584"/>
                      </a:cubicBezTo>
                      <a:cubicBezTo>
                        <a:pt x="7754" y="10315"/>
                        <a:pt x="8044" y="9989"/>
                        <a:pt x="8341" y="9699"/>
                      </a:cubicBezTo>
                      <a:cubicBezTo>
                        <a:pt x="8872" y="9105"/>
                        <a:pt x="9402" y="8610"/>
                        <a:pt x="9756" y="7902"/>
                      </a:cubicBezTo>
                      <a:cubicBezTo>
                        <a:pt x="9990" y="7457"/>
                        <a:pt x="10258" y="6983"/>
                        <a:pt x="10520" y="6544"/>
                      </a:cubicBezTo>
                      <a:cubicBezTo>
                        <a:pt x="10665" y="6254"/>
                        <a:pt x="11513" y="4390"/>
                        <a:pt x="11967" y="4390"/>
                      </a:cubicBezTo>
                      <a:cubicBezTo>
                        <a:pt x="11978" y="4390"/>
                        <a:pt x="11988" y="4391"/>
                        <a:pt x="11999" y="4394"/>
                      </a:cubicBezTo>
                      <a:cubicBezTo>
                        <a:pt x="12204" y="4422"/>
                        <a:pt x="12409" y="4450"/>
                        <a:pt x="12642" y="4478"/>
                      </a:cubicBezTo>
                      <a:cubicBezTo>
                        <a:pt x="12642" y="3920"/>
                        <a:pt x="12678" y="3361"/>
                        <a:pt x="12706" y="2802"/>
                      </a:cubicBezTo>
                      <a:cubicBezTo>
                        <a:pt x="12734" y="2505"/>
                        <a:pt x="12734" y="2208"/>
                        <a:pt x="12734" y="1918"/>
                      </a:cubicBezTo>
                      <a:cubicBezTo>
                        <a:pt x="12734" y="1712"/>
                        <a:pt x="12642" y="1415"/>
                        <a:pt x="12678" y="1210"/>
                      </a:cubicBezTo>
                      <a:cubicBezTo>
                        <a:pt x="12791" y="764"/>
                        <a:pt x="13031" y="354"/>
                        <a:pt x="1332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" name="Google Shape;621;p37"/>
                <p:cNvSpPr/>
                <p:nvPr/>
              </p:nvSpPr>
              <p:spPr>
                <a:xfrm>
                  <a:off x="3615294" y="4107893"/>
                  <a:ext cx="352155" cy="3910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08" h="11557" extrusionOk="0">
                      <a:moveTo>
                        <a:pt x="1" y="0"/>
                      </a:moveTo>
                      <a:lnTo>
                        <a:pt x="1" y="4301"/>
                      </a:lnTo>
                      <a:cubicBezTo>
                        <a:pt x="206" y="4273"/>
                        <a:pt x="447" y="4245"/>
                        <a:pt x="652" y="4217"/>
                      </a:cubicBezTo>
                      <a:cubicBezTo>
                        <a:pt x="652" y="4216"/>
                        <a:pt x="652" y="4216"/>
                        <a:pt x="653" y="4216"/>
                      </a:cubicBezTo>
                      <a:cubicBezTo>
                        <a:pt x="781" y="4216"/>
                        <a:pt x="3242" y="8463"/>
                        <a:pt x="3538" y="8872"/>
                      </a:cubicBezTo>
                      <a:cubicBezTo>
                        <a:pt x="4422" y="10025"/>
                        <a:pt x="5483" y="11227"/>
                        <a:pt x="7019" y="11496"/>
                      </a:cubicBezTo>
                      <a:cubicBezTo>
                        <a:pt x="7216" y="11535"/>
                        <a:pt x="7428" y="11556"/>
                        <a:pt x="7646" y="11556"/>
                      </a:cubicBezTo>
                      <a:cubicBezTo>
                        <a:pt x="8572" y="11556"/>
                        <a:pt x="9590" y="11180"/>
                        <a:pt x="9877" y="10230"/>
                      </a:cubicBezTo>
                      <a:cubicBezTo>
                        <a:pt x="10407" y="8341"/>
                        <a:pt x="8370" y="5957"/>
                        <a:pt x="7280" y="4627"/>
                      </a:cubicBezTo>
                      <a:cubicBezTo>
                        <a:pt x="5894" y="2915"/>
                        <a:pt x="3715" y="439"/>
                        <a:pt x="1387" y="177"/>
                      </a:cubicBezTo>
                      <a:cubicBezTo>
                        <a:pt x="708" y="85"/>
                        <a:pt x="680" y="85"/>
                        <a:pt x="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2" name="Google Shape;622;p37"/>
                <p:cNvSpPr/>
                <p:nvPr/>
              </p:nvSpPr>
              <p:spPr>
                <a:xfrm>
                  <a:off x="3438908" y="3866644"/>
                  <a:ext cx="165419" cy="192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9" h="5700" extrusionOk="0">
                      <a:moveTo>
                        <a:pt x="2467" y="1"/>
                      </a:moveTo>
                      <a:cubicBezTo>
                        <a:pt x="2339" y="1"/>
                        <a:pt x="2212" y="17"/>
                        <a:pt x="2087" y="56"/>
                      </a:cubicBezTo>
                      <a:cubicBezTo>
                        <a:pt x="1910" y="84"/>
                        <a:pt x="1733" y="176"/>
                        <a:pt x="1556" y="289"/>
                      </a:cubicBezTo>
                      <a:cubicBezTo>
                        <a:pt x="1443" y="353"/>
                        <a:pt x="1295" y="410"/>
                        <a:pt x="1174" y="530"/>
                      </a:cubicBezTo>
                      <a:cubicBezTo>
                        <a:pt x="884" y="792"/>
                        <a:pt x="672" y="1237"/>
                        <a:pt x="616" y="1619"/>
                      </a:cubicBezTo>
                      <a:cubicBezTo>
                        <a:pt x="531" y="1909"/>
                        <a:pt x="467" y="2235"/>
                        <a:pt x="439" y="2560"/>
                      </a:cubicBezTo>
                      <a:cubicBezTo>
                        <a:pt x="354" y="2794"/>
                        <a:pt x="234" y="3034"/>
                        <a:pt x="57" y="3239"/>
                      </a:cubicBezTo>
                      <a:cubicBezTo>
                        <a:pt x="0" y="3324"/>
                        <a:pt x="0" y="3445"/>
                        <a:pt x="85" y="3473"/>
                      </a:cubicBezTo>
                      <a:cubicBezTo>
                        <a:pt x="177" y="3501"/>
                        <a:pt x="262" y="3536"/>
                        <a:pt x="382" y="3536"/>
                      </a:cubicBezTo>
                      <a:cubicBezTo>
                        <a:pt x="354" y="3742"/>
                        <a:pt x="354" y="3947"/>
                        <a:pt x="382" y="4152"/>
                      </a:cubicBezTo>
                      <a:cubicBezTo>
                        <a:pt x="382" y="4626"/>
                        <a:pt x="467" y="5185"/>
                        <a:pt x="884" y="5482"/>
                      </a:cubicBezTo>
                      <a:cubicBezTo>
                        <a:pt x="1104" y="5635"/>
                        <a:pt x="1402" y="5699"/>
                        <a:pt x="1727" y="5699"/>
                      </a:cubicBezTo>
                      <a:cubicBezTo>
                        <a:pt x="2452" y="5699"/>
                        <a:pt x="3313" y="5383"/>
                        <a:pt x="3742" y="5036"/>
                      </a:cubicBezTo>
                      <a:cubicBezTo>
                        <a:pt x="4273" y="4598"/>
                        <a:pt x="4627" y="3947"/>
                        <a:pt x="4775" y="3268"/>
                      </a:cubicBezTo>
                      <a:cubicBezTo>
                        <a:pt x="4888" y="2652"/>
                        <a:pt x="4860" y="1973"/>
                        <a:pt x="4598" y="1414"/>
                      </a:cubicBezTo>
                      <a:cubicBezTo>
                        <a:pt x="4301" y="820"/>
                        <a:pt x="3856" y="438"/>
                        <a:pt x="3268" y="176"/>
                      </a:cubicBezTo>
                      <a:cubicBezTo>
                        <a:pt x="3009" y="75"/>
                        <a:pt x="2737" y="1"/>
                        <a:pt x="2467" y="1"/>
                      </a:cubicBezTo>
                      <a:close/>
                    </a:path>
                  </a:pathLst>
                </a:custGeom>
                <a:solidFill>
                  <a:srgbClr val="E958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3" name="Google Shape;623;p37"/>
                <p:cNvSpPr/>
                <p:nvPr/>
              </p:nvSpPr>
              <p:spPr>
                <a:xfrm>
                  <a:off x="3437690" y="3865392"/>
                  <a:ext cx="167585" cy="194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5753" extrusionOk="0">
                      <a:moveTo>
                        <a:pt x="2512" y="65"/>
                      </a:moveTo>
                      <a:cubicBezTo>
                        <a:pt x="2746" y="65"/>
                        <a:pt x="3043" y="121"/>
                        <a:pt x="3304" y="241"/>
                      </a:cubicBezTo>
                      <a:cubicBezTo>
                        <a:pt x="3927" y="532"/>
                        <a:pt x="4337" y="921"/>
                        <a:pt x="4599" y="1451"/>
                      </a:cubicBezTo>
                      <a:cubicBezTo>
                        <a:pt x="4840" y="1982"/>
                        <a:pt x="4896" y="2626"/>
                        <a:pt x="4776" y="3276"/>
                      </a:cubicBezTo>
                      <a:cubicBezTo>
                        <a:pt x="4634" y="4012"/>
                        <a:pt x="4245" y="4635"/>
                        <a:pt x="3750" y="5073"/>
                      </a:cubicBezTo>
                      <a:cubicBezTo>
                        <a:pt x="3361" y="5370"/>
                        <a:pt x="2512" y="5696"/>
                        <a:pt x="1769" y="5696"/>
                      </a:cubicBezTo>
                      <a:cubicBezTo>
                        <a:pt x="1416" y="5696"/>
                        <a:pt x="1126" y="5632"/>
                        <a:pt x="949" y="5484"/>
                      </a:cubicBezTo>
                      <a:cubicBezTo>
                        <a:pt x="531" y="5194"/>
                        <a:pt x="446" y="4599"/>
                        <a:pt x="446" y="4189"/>
                      </a:cubicBezTo>
                      <a:cubicBezTo>
                        <a:pt x="446" y="3984"/>
                        <a:pt x="418" y="3779"/>
                        <a:pt x="446" y="3573"/>
                      </a:cubicBezTo>
                      <a:lnTo>
                        <a:pt x="418" y="3538"/>
                      </a:lnTo>
                      <a:cubicBezTo>
                        <a:pt x="326" y="3538"/>
                        <a:pt x="241" y="3510"/>
                        <a:pt x="149" y="3482"/>
                      </a:cubicBezTo>
                      <a:cubicBezTo>
                        <a:pt x="121" y="3453"/>
                        <a:pt x="93" y="3453"/>
                        <a:pt x="93" y="3397"/>
                      </a:cubicBezTo>
                      <a:cubicBezTo>
                        <a:pt x="64" y="3361"/>
                        <a:pt x="93" y="3333"/>
                        <a:pt x="121" y="3305"/>
                      </a:cubicBezTo>
                      <a:cubicBezTo>
                        <a:pt x="270" y="3128"/>
                        <a:pt x="390" y="2923"/>
                        <a:pt x="503" y="2597"/>
                      </a:cubicBezTo>
                      <a:cubicBezTo>
                        <a:pt x="531" y="2272"/>
                        <a:pt x="595" y="1982"/>
                        <a:pt x="680" y="1656"/>
                      </a:cubicBezTo>
                      <a:cubicBezTo>
                        <a:pt x="743" y="1303"/>
                        <a:pt x="949" y="857"/>
                        <a:pt x="1239" y="595"/>
                      </a:cubicBezTo>
                      <a:cubicBezTo>
                        <a:pt x="1331" y="475"/>
                        <a:pt x="1479" y="418"/>
                        <a:pt x="1628" y="326"/>
                      </a:cubicBezTo>
                      <a:cubicBezTo>
                        <a:pt x="1769" y="241"/>
                        <a:pt x="1946" y="149"/>
                        <a:pt x="2123" y="121"/>
                      </a:cubicBezTo>
                      <a:cubicBezTo>
                        <a:pt x="2243" y="65"/>
                        <a:pt x="2364" y="65"/>
                        <a:pt x="2512" y="65"/>
                      </a:cubicBezTo>
                      <a:close/>
                      <a:moveTo>
                        <a:pt x="2527" y="1"/>
                      </a:moveTo>
                      <a:cubicBezTo>
                        <a:pt x="2387" y="1"/>
                        <a:pt x="2251" y="21"/>
                        <a:pt x="2123" y="65"/>
                      </a:cubicBezTo>
                      <a:cubicBezTo>
                        <a:pt x="1918" y="93"/>
                        <a:pt x="1741" y="213"/>
                        <a:pt x="1592" y="298"/>
                      </a:cubicBezTo>
                      <a:cubicBezTo>
                        <a:pt x="1451" y="355"/>
                        <a:pt x="1302" y="447"/>
                        <a:pt x="1182" y="532"/>
                      </a:cubicBezTo>
                      <a:cubicBezTo>
                        <a:pt x="885" y="800"/>
                        <a:pt x="680" y="1303"/>
                        <a:pt x="623" y="1656"/>
                      </a:cubicBezTo>
                      <a:cubicBezTo>
                        <a:pt x="531" y="1946"/>
                        <a:pt x="475" y="2272"/>
                        <a:pt x="446" y="2569"/>
                      </a:cubicBezTo>
                      <a:cubicBezTo>
                        <a:pt x="326" y="2894"/>
                        <a:pt x="213" y="3100"/>
                        <a:pt x="64" y="3248"/>
                      </a:cubicBezTo>
                      <a:cubicBezTo>
                        <a:pt x="36" y="3305"/>
                        <a:pt x="1" y="3361"/>
                        <a:pt x="36" y="3425"/>
                      </a:cubicBezTo>
                      <a:cubicBezTo>
                        <a:pt x="36" y="3482"/>
                        <a:pt x="64" y="3510"/>
                        <a:pt x="121" y="3538"/>
                      </a:cubicBezTo>
                      <a:cubicBezTo>
                        <a:pt x="213" y="3573"/>
                        <a:pt x="298" y="3602"/>
                        <a:pt x="390" y="3602"/>
                      </a:cubicBezTo>
                      <a:cubicBezTo>
                        <a:pt x="354" y="3807"/>
                        <a:pt x="390" y="3984"/>
                        <a:pt x="390" y="4189"/>
                      </a:cubicBezTo>
                      <a:cubicBezTo>
                        <a:pt x="390" y="4599"/>
                        <a:pt x="475" y="5222"/>
                        <a:pt x="885" y="5519"/>
                      </a:cubicBezTo>
                      <a:cubicBezTo>
                        <a:pt x="1126" y="5696"/>
                        <a:pt x="1387" y="5752"/>
                        <a:pt x="1769" y="5752"/>
                      </a:cubicBezTo>
                      <a:cubicBezTo>
                        <a:pt x="2512" y="5752"/>
                        <a:pt x="3396" y="5427"/>
                        <a:pt x="3778" y="5102"/>
                      </a:cubicBezTo>
                      <a:cubicBezTo>
                        <a:pt x="4309" y="4691"/>
                        <a:pt x="4691" y="4040"/>
                        <a:pt x="4840" y="3305"/>
                      </a:cubicBezTo>
                      <a:cubicBezTo>
                        <a:pt x="4953" y="2626"/>
                        <a:pt x="4896" y="1982"/>
                        <a:pt x="4663" y="1451"/>
                      </a:cubicBezTo>
                      <a:cubicBezTo>
                        <a:pt x="4394" y="885"/>
                        <a:pt x="3955" y="475"/>
                        <a:pt x="3304" y="178"/>
                      </a:cubicBezTo>
                      <a:cubicBezTo>
                        <a:pt x="3042" y="65"/>
                        <a:pt x="2777" y="1"/>
                        <a:pt x="252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4" name="Google Shape;624;p37"/>
                <p:cNvSpPr/>
                <p:nvPr/>
              </p:nvSpPr>
              <p:spPr>
                <a:xfrm>
                  <a:off x="3451833" y="3999212"/>
                  <a:ext cx="8865" cy="1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" h="48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33" y="34"/>
                        <a:pt x="88" y="47"/>
                        <a:pt x="145" y="47"/>
                      </a:cubicBezTo>
                      <a:cubicBezTo>
                        <a:pt x="185" y="47"/>
                        <a:pt x="227" y="41"/>
                        <a:pt x="262" y="29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5" name="Google Shape;625;p37"/>
                <p:cNvSpPr/>
                <p:nvPr/>
              </p:nvSpPr>
              <p:spPr>
                <a:xfrm>
                  <a:off x="3449667" y="3998265"/>
                  <a:ext cx="13196" cy="3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" h="114" extrusionOk="0">
                      <a:moveTo>
                        <a:pt x="36" y="0"/>
                      </a:moveTo>
                      <a:cubicBezTo>
                        <a:pt x="0" y="29"/>
                        <a:pt x="36" y="29"/>
                        <a:pt x="36" y="57"/>
                      </a:cubicBezTo>
                      <a:cubicBezTo>
                        <a:pt x="92" y="85"/>
                        <a:pt x="177" y="113"/>
                        <a:pt x="269" y="113"/>
                      </a:cubicBezTo>
                      <a:cubicBezTo>
                        <a:pt x="298" y="113"/>
                        <a:pt x="326" y="113"/>
                        <a:pt x="354" y="85"/>
                      </a:cubicBezTo>
                      <a:cubicBezTo>
                        <a:pt x="354" y="85"/>
                        <a:pt x="389" y="85"/>
                        <a:pt x="354" y="57"/>
                      </a:cubicBezTo>
                      <a:cubicBezTo>
                        <a:pt x="354" y="57"/>
                        <a:pt x="354" y="44"/>
                        <a:pt x="346" y="44"/>
                      </a:cubicBezTo>
                      <a:cubicBezTo>
                        <a:pt x="342" y="44"/>
                        <a:pt x="335" y="47"/>
                        <a:pt x="326" y="57"/>
                      </a:cubicBezTo>
                      <a:cubicBezTo>
                        <a:pt x="241" y="57"/>
                        <a:pt x="149" y="57"/>
                        <a:pt x="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37"/>
                <p:cNvSpPr/>
                <p:nvPr/>
              </p:nvSpPr>
              <p:spPr>
                <a:xfrm>
                  <a:off x="3451833" y="3852196"/>
                  <a:ext cx="279105" cy="301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49" h="8921" extrusionOk="0">
                      <a:moveTo>
                        <a:pt x="3292" y="1"/>
                      </a:moveTo>
                      <a:cubicBezTo>
                        <a:pt x="2650" y="1"/>
                        <a:pt x="1995" y="68"/>
                        <a:pt x="1415" y="334"/>
                      </a:cubicBezTo>
                      <a:cubicBezTo>
                        <a:pt x="736" y="603"/>
                        <a:pt x="177" y="1190"/>
                        <a:pt x="0" y="1869"/>
                      </a:cubicBezTo>
                      <a:cubicBezTo>
                        <a:pt x="0" y="1926"/>
                        <a:pt x="28" y="1983"/>
                        <a:pt x="85" y="1983"/>
                      </a:cubicBezTo>
                      <a:cubicBezTo>
                        <a:pt x="205" y="2018"/>
                        <a:pt x="382" y="2103"/>
                        <a:pt x="410" y="2103"/>
                      </a:cubicBezTo>
                      <a:cubicBezTo>
                        <a:pt x="587" y="2280"/>
                        <a:pt x="502" y="2372"/>
                        <a:pt x="559" y="2549"/>
                      </a:cubicBezTo>
                      <a:cubicBezTo>
                        <a:pt x="559" y="2605"/>
                        <a:pt x="587" y="2662"/>
                        <a:pt x="616" y="2725"/>
                      </a:cubicBezTo>
                      <a:cubicBezTo>
                        <a:pt x="764" y="2987"/>
                        <a:pt x="941" y="3164"/>
                        <a:pt x="969" y="3461"/>
                      </a:cubicBezTo>
                      <a:cubicBezTo>
                        <a:pt x="998" y="3815"/>
                        <a:pt x="821" y="4048"/>
                        <a:pt x="644" y="4346"/>
                      </a:cubicBezTo>
                      <a:cubicBezTo>
                        <a:pt x="439" y="4756"/>
                        <a:pt x="439" y="5230"/>
                        <a:pt x="736" y="5612"/>
                      </a:cubicBezTo>
                      <a:cubicBezTo>
                        <a:pt x="884" y="5845"/>
                        <a:pt x="1090" y="6022"/>
                        <a:pt x="1295" y="6227"/>
                      </a:cubicBezTo>
                      <a:cubicBezTo>
                        <a:pt x="1472" y="6440"/>
                        <a:pt x="1620" y="6673"/>
                        <a:pt x="1620" y="6970"/>
                      </a:cubicBezTo>
                      <a:cubicBezTo>
                        <a:pt x="1648" y="7112"/>
                        <a:pt x="1592" y="7288"/>
                        <a:pt x="1592" y="7465"/>
                      </a:cubicBezTo>
                      <a:cubicBezTo>
                        <a:pt x="1592" y="7883"/>
                        <a:pt x="1946" y="8236"/>
                        <a:pt x="2328" y="8442"/>
                      </a:cubicBezTo>
                      <a:cubicBezTo>
                        <a:pt x="2829" y="8745"/>
                        <a:pt x="3408" y="8920"/>
                        <a:pt x="3986" y="8920"/>
                      </a:cubicBezTo>
                      <a:cubicBezTo>
                        <a:pt x="4192" y="8920"/>
                        <a:pt x="4397" y="8898"/>
                        <a:pt x="4598" y="8852"/>
                      </a:cubicBezTo>
                      <a:cubicBezTo>
                        <a:pt x="5334" y="8675"/>
                        <a:pt x="5950" y="8173"/>
                        <a:pt x="6657" y="7854"/>
                      </a:cubicBezTo>
                      <a:cubicBezTo>
                        <a:pt x="7103" y="7642"/>
                        <a:pt x="7633" y="7437"/>
                        <a:pt x="7930" y="7027"/>
                      </a:cubicBezTo>
                      <a:cubicBezTo>
                        <a:pt x="8192" y="6645"/>
                        <a:pt x="8249" y="6050"/>
                        <a:pt x="8192" y="5584"/>
                      </a:cubicBezTo>
                      <a:cubicBezTo>
                        <a:pt x="8072" y="4933"/>
                        <a:pt x="7754" y="4346"/>
                        <a:pt x="7336" y="3843"/>
                      </a:cubicBezTo>
                      <a:cubicBezTo>
                        <a:pt x="6926" y="3313"/>
                        <a:pt x="6395" y="2839"/>
                        <a:pt x="6162" y="2223"/>
                      </a:cubicBezTo>
                      <a:cubicBezTo>
                        <a:pt x="5893" y="1629"/>
                        <a:pt x="5836" y="922"/>
                        <a:pt x="5362" y="483"/>
                      </a:cubicBezTo>
                      <a:cubicBezTo>
                        <a:pt x="4952" y="73"/>
                        <a:pt x="4301" y="9"/>
                        <a:pt x="3714" y="9"/>
                      </a:cubicBezTo>
                      <a:cubicBezTo>
                        <a:pt x="3575" y="4"/>
                        <a:pt x="3434" y="1"/>
                        <a:pt x="329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" name="Google Shape;627;p37"/>
                <p:cNvSpPr/>
                <p:nvPr/>
              </p:nvSpPr>
              <p:spPr>
                <a:xfrm>
                  <a:off x="3558585" y="3808142"/>
                  <a:ext cx="77990" cy="56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" h="1672" extrusionOk="0">
                      <a:moveTo>
                        <a:pt x="1029" y="1"/>
                      </a:moveTo>
                      <a:cubicBezTo>
                        <a:pt x="874" y="1"/>
                        <a:pt x="724" y="26"/>
                        <a:pt x="587" y="101"/>
                      </a:cubicBezTo>
                      <a:cubicBezTo>
                        <a:pt x="29" y="490"/>
                        <a:pt x="0" y="1516"/>
                        <a:pt x="736" y="1665"/>
                      </a:cubicBezTo>
                      <a:cubicBezTo>
                        <a:pt x="769" y="1669"/>
                        <a:pt x="803" y="1672"/>
                        <a:pt x="838" y="1672"/>
                      </a:cubicBezTo>
                      <a:cubicBezTo>
                        <a:pt x="1474" y="1672"/>
                        <a:pt x="2305" y="897"/>
                        <a:pt x="1882" y="313"/>
                      </a:cubicBezTo>
                      <a:cubicBezTo>
                        <a:pt x="1733" y="101"/>
                        <a:pt x="1500" y="45"/>
                        <a:pt x="1267" y="16"/>
                      </a:cubicBezTo>
                      <a:cubicBezTo>
                        <a:pt x="1186" y="7"/>
                        <a:pt x="1107" y="1"/>
                        <a:pt x="10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8" name="Google Shape;628;p37"/>
                <p:cNvSpPr/>
                <p:nvPr/>
              </p:nvSpPr>
              <p:spPr>
                <a:xfrm>
                  <a:off x="3363014" y="4317336"/>
                  <a:ext cx="32820" cy="967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0" h="2859" extrusionOk="0">
                      <a:moveTo>
                        <a:pt x="941" y="0"/>
                      </a:moveTo>
                      <a:cubicBezTo>
                        <a:pt x="941" y="0"/>
                        <a:pt x="913" y="0"/>
                        <a:pt x="913" y="29"/>
                      </a:cubicBezTo>
                      <a:cubicBezTo>
                        <a:pt x="885" y="121"/>
                        <a:pt x="828" y="177"/>
                        <a:pt x="793" y="262"/>
                      </a:cubicBezTo>
                      <a:cubicBezTo>
                        <a:pt x="651" y="559"/>
                        <a:pt x="531" y="828"/>
                        <a:pt x="439" y="1182"/>
                      </a:cubicBezTo>
                      <a:cubicBezTo>
                        <a:pt x="382" y="1564"/>
                        <a:pt x="298" y="1769"/>
                        <a:pt x="234" y="1974"/>
                      </a:cubicBezTo>
                      <a:cubicBezTo>
                        <a:pt x="149" y="2208"/>
                        <a:pt x="85" y="2420"/>
                        <a:pt x="0" y="2830"/>
                      </a:cubicBezTo>
                      <a:cubicBezTo>
                        <a:pt x="0" y="2830"/>
                        <a:pt x="0" y="2858"/>
                        <a:pt x="29" y="2858"/>
                      </a:cubicBezTo>
                      <a:lnTo>
                        <a:pt x="57" y="2830"/>
                      </a:lnTo>
                      <a:cubicBezTo>
                        <a:pt x="149" y="2448"/>
                        <a:pt x="206" y="2208"/>
                        <a:pt x="298" y="2002"/>
                      </a:cubicBezTo>
                      <a:cubicBezTo>
                        <a:pt x="354" y="1797"/>
                        <a:pt x="439" y="1564"/>
                        <a:pt x="503" y="1182"/>
                      </a:cubicBezTo>
                      <a:cubicBezTo>
                        <a:pt x="588" y="856"/>
                        <a:pt x="708" y="588"/>
                        <a:pt x="856" y="297"/>
                      </a:cubicBezTo>
                      <a:cubicBezTo>
                        <a:pt x="885" y="205"/>
                        <a:pt x="913" y="121"/>
                        <a:pt x="970" y="57"/>
                      </a:cubicBezTo>
                      <a:cubicBezTo>
                        <a:pt x="970" y="29"/>
                        <a:pt x="970" y="29"/>
                        <a:pt x="94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" name="Google Shape;629;p37"/>
                <p:cNvSpPr/>
                <p:nvPr/>
              </p:nvSpPr>
              <p:spPr>
                <a:xfrm>
                  <a:off x="3758927" y="4344134"/>
                  <a:ext cx="27068" cy="119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" h="3538" extrusionOk="0">
                      <a:moveTo>
                        <a:pt x="29" y="1"/>
                      </a:moveTo>
                      <a:cubicBezTo>
                        <a:pt x="0" y="36"/>
                        <a:pt x="0" y="36"/>
                        <a:pt x="0" y="64"/>
                      </a:cubicBezTo>
                      <a:cubicBezTo>
                        <a:pt x="57" y="326"/>
                        <a:pt x="149" y="595"/>
                        <a:pt x="206" y="857"/>
                      </a:cubicBezTo>
                      <a:cubicBezTo>
                        <a:pt x="446" y="1741"/>
                        <a:pt x="680" y="2654"/>
                        <a:pt x="736" y="3510"/>
                      </a:cubicBezTo>
                      <a:cubicBezTo>
                        <a:pt x="736" y="3538"/>
                        <a:pt x="736" y="3538"/>
                        <a:pt x="764" y="3538"/>
                      </a:cubicBezTo>
                      <a:lnTo>
                        <a:pt x="800" y="3510"/>
                      </a:lnTo>
                      <a:cubicBezTo>
                        <a:pt x="736" y="2625"/>
                        <a:pt x="503" y="1713"/>
                        <a:pt x="269" y="857"/>
                      </a:cubicBezTo>
                      <a:cubicBezTo>
                        <a:pt x="206" y="567"/>
                        <a:pt x="121" y="298"/>
                        <a:pt x="57" y="36"/>
                      </a:cubicBezTo>
                      <a:cubicBezTo>
                        <a:pt x="57" y="36"/>
                        <a:pt x="57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37"/>
                <p:cNvSpPr/>
                <p:nvPr/>
              </p:nvSpPr>
              <p:spPr>
                <a:xfrm>
                  <a:off x="3582507" y="4119295"/>
                  <a:ext cx="118524" cy="78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3" h="2316" extrusionOk="0">
                      <a:moveTo>
                        <a:pt x="2713" y="1"/>
                      </a:moveTo>
                      <a:cubicBezTo>
                        <a:pt x="2630" y="1"/>
                        <a:pt x="2549" y="15"/>
                        <a:pt x="2477" y="45"/>
                      </a:cubicBezTo>
                      <a:cubicBezTo>
                        <a:pt x="2088" y="222"/>
                        <a:pt x="1946" y="724"/>
                        <a:pt x="1621" y="986"/>
                      </a:cubicBezTo>
                      <a:cubicBezTo>
                        <a:pt x="1444" y="1106"/>
                        <a:pt x="1239" y="1163"/>
                        <a:pt x="998" y="1227"/>
                      </a:cubicBezTo>
                      <a:cubicBezTo>
                        <a:pt x="736" y="1283"/>
                        <a:pt x="354" y="1340"/>
                        <a:pt x="142" y="1552"/>
                      </a:cubicBezTo>
                      <a:cubicBezTo>
                        <a:pt x="1" y="1694"/>
                        <a:pt x="1" y="2019"/>
                        <a:pt x="178" y="2196"/>
                      </a:cubicBezTo>
                      <a:cubicBezTo>
                        <a:pt x="272" y="2277"/>
                        <a:pt x="412" y="2316"/>
                        <a:pt x="556" y="2316"/>
                      </a:cubicBezTo>
                      <a:cubicBezTo>
                        <a:pt x="626" y="2316"/>
                        <a:pt x="697" y="2306"/>
                        <a:pt x="765" y="2288"/>
                      </a:cubicBezTo>
                      <a:cubicBezTo>
                        <a:pt x="970" y="2260"/>
                        <a:pt x="1175" y="2196"/>
                        <a:pt x="1416" y="2196"/>
                      </a:cubicBezTo>
                      <a:cubicBezTo>
                        <a:pt x="1500" y="2196"/>
                        <a:pt x="1649" y="2224"/>
                        <a:pt x="1769" y="2224"/>
                      </a:cubicBezTo>
                      <a:cubicBezTo>
                        <a:pt x="1911" y="2224"/>
                        <a:pt x="2088" y="2224"/>
                        <a:pt x="2208" y="2139"/>
                      </a:cubicBezTo>
                      <a:cubicBezTo>
                        <a:pt x="2328" y="2047"/>
                        <a:pt x="2385" y="1934"/>
                        <a:pt x="2441" y="1814"/>
                      </a:cubicBezTo>
                      <a:cubicBezTo>
                        <a:pt x="2618" y="1580"/>
                        <a:pt x="2859" y="1432"/>
                        <a:pt x="3092" y="1255"/>
                      </a:cubicBezTo>
                      <a:cubicBezTo>
                        <a:pt x="3297" y="1078"/>
                        <a:pt x="3502" y="809"/>
                        <a:pt x="3446" y="519"/>
                      </a:cubicBezTo>
                      <a:cubicBezTo>
                        <a:pt x="3401" y="215"/>
                        <a:pt x="3038" y="1"/>
                        <a:pt x="271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" name="Google Shape;631;p37"/>
                <p:cNvSpPr/>
                <p:nvPr/>
              </p:nvSpPr>
              <p:spPr>
                <a:xfrm>
                  <a:off x="3463777" y="4049425"/>
                  <a:ext cx="230315" cy="142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07" h="4197" extrusionOk="0">
                      <a:moveTo>
                        <a:pt x="3225" y="1"/>
                      </a:moveTo>
                      <a:cubicBezTo>
                        <a:pt x="2550" y="1"/>
                        <a:pt x="1875" y="64"/>
                        <a:pt x="1210" y="193"/>
                      </a:cubicBezTo>
                      <a:cubicBezTo>
                        <a:pt x="970" y="221"/>
                        <a:pt x="737" y="285"/>
                        <a:pt x="531" y="434"/>
                      </a:cubicBezTo>
                      <a:cubicBezTo>
                        <a:pt x="178" y="639"/>
                        <a:pt x="1" y="1077"/>
                        <a:pt x="29" y="1495"/>
                      </a:cubicBezTo>
                      <a:cubicBezTo>
                        <a:pt x="29" y="1905"/>
                        <a:pt x="206" y="2287"/>
                        <a:pt x="439" y="2641"/>
                      </a:cubicBezTo>
                      <a:cubicBezTo>
                        <a:pt x="1171" y="3667"/>
                        <a:pt x="2335" y="4196"/>
                        <a:pt x="3548" y="4196"/>
                      </a:cubicBezTo>
                      <a:cubicBezTo>
                        <a:pt x="3907" y="4196"/>
                        <a:pt x="4270" y="4150"/>
                        <a:pt x="4627" y="4056"/>
                      </a:cubicBezTo>
                      <a:cubicBezTo>
                        <a:pt x="5809" y="3730"/>
                        <a:pt x="6806" y="2287"/>
                        <a:pt x="6750" y="1077"/>
                      </a:cubicBezTo>
                      <a:cubicBezTo>
                        <a:pt x="6750" y="901"/>
                        <a:pt x="6721" y="695"/>
                        <a:pt x="6573" y="575"/>
                      </a:cubicBezTo>
                      <a:cubicBezTo>
                        <a:pt x="6481" y="519"/>
                        <a:pt x="6368" y="462"/>
                        <a:pt x="6276" y="434"/>
                      </a:cubicBezTo>
                      <a:cubicBezTo>
                        <a:pt x="5281" y="148"/>
                        <a:pt x="4253" y="1"/>
                        <a:pt x="322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" name="Google Shape;632;p37"/>
                <p:cNvSpPr/>
                <p:nvPr/>
              </p:nvSpPr>
              <p:spPr>
                <a:xfrm>
                  <a:off x="3473589" y="4131815"/>
                  <a:ext cx="91964" cy="627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8" h="1855" extrusionOk="0">
                      <a:moveTo>
                        <a:pt x="36" y="1"/>
                      </a:moveTo>
                      <a:cubicBezTo>
                        <a:pt x="36" y="1"/>
                        <a:pt x="1" y="1"/>
                        <a:pt x="36" y="29"/>
                      </a:cubicBezTo>
                      <a:cubicBezTo>
                        <a:pt x="355" y="1267"/>
                        <a:pt x="1656" y="1798"/>
                        <a:pt x="2654" y="1854"/>
                      </a:cubicBezTo>
                      <a:lnTo>
                        <a:pt x="2689" y="1854"/>
                      </a:lnTo>
                      <a:cubicBezTo>
                        <a:pt x="2689" y="1854"/>
                        <a:pt x="2689" y="1826"/>
                        <a:pt x="2717" y="1826"/>
                      </a:cubicBezTo>
                      <a:cubicBezTo>
                        <a:pt x="2717" y="1798"/>
                        <a:pt x="2689" y="1798"/>
                        <a:pt x="2689" y="1798"/>
                      </a:cubicBezTo>
                      <a:cubicBezTo>
                        <a:pt x="1685" y="1741"/>
                        <a:pt x="390" y="1239"/>
                        <a:pt x="9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" name="Google Shape;633;p37"/>
                <p:cNvSpPr/>
                <p:nvPr/>
              </p:nvSpPr>
              <p:spPr>
                <a:xfrm>
                  <a:off x="3189470" y="4315408"/>
                  <a:ext cx="24936" cy="847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" h="2506" extrusionOk="0">
                      <a:moveTo>
                        <a:pt x="708" y="1"/>
                      </a:moveTo>
                      <a:cubicBezTo>
                        <a:pt x="680" y="1"/>
                        <a:pt x="680" y="29"/>
                        <a:pt x="680" y="29"/>
                      </a:cubicBezTo>
                      <a:cubicBezTo>
                        <a:pt x="616" y="178"/>
                        <a:pt x="616" y="319"/>
                        <a:pt x="616" y="468"/>
                      </a:cubicBezTo>
                      <a:lnTo>
                        <a:pt x="616" y="560"/>
                      </a:lnTo>
                      <a:cubicBezTo>
                        <a:pt x="616" y="645"/>
                        <a:pt x="616" y="736"/>
                        <a:pt x="588" y="821"/>
                      </a:cubicBezTo>
                      <a:cubicBezTo>
                        <a:pt x="559" y="970"/>
                        <a:pt x="475" y="1119"/>
                        <a:pt x="383" y="1239"/>
                      </a:cubicBezTo>
                      <a:cubicBezTo>
                        <a:pt x="354" y="1295"/>
                        <a:pt x="326" y="1324"/>
                        <a:pt x="326" y="1352"/>
                      </a:cubicBezTo>
                      <a:cubicBezTo>
                        <a:pt x="121" y="1706"/>
                        <a:pt x="1" y="2088"/>
                        <a:pt x="1" y="2477"/>
                      </a:cubicBezTo>
                      <a:lnTo>
                        <a:pt x="29" y="2505"/>
                      </a:lnTo>
                      <a:cubicBezTo>
                        <a:pt x="57" y="2505"/>
                        <a:pt x="57" y="2477"/>
                        <a:pt x="57" y="2477"/>
                      </a:cubicBezTo>
                      <a:cubicBezTo>
                        <a:pt x="57" y="2088"/>
                        <a:pt x="177" y="1706"/>
                        <a:pt x="354" y="1380"/>
                      </a:cubicBezTo>
                      <a:cubicBezTo>
                        <a:pt x="383" y="1352"/>
                        <a:pt x="411" y="1324"/>
                        <a:pt x="439" y="1267"/>
                      </a:cubicBezTo>
                      <a:cubicBezTo>
                        <a:pt x="531" y="1147"/>
                        <a:pt x="616" y="998"/>
                        <a:pt x="651" y="821"/>
                      </a:cubicBezTo>
                      <a:cubicBezTo>
                        <a:pt x="680" y="736"/>
                        <a:pt x="680" y="645"/>
                        <a:pt x="680" y="560"/>
                      </a:cubicBezTo>
                      <a:lnTo>
                        <a:pt x="680" y="468"/>
                      </a:lnTo>
                      <a:cubicBezTo>
                        <a:pt x="680" y="319"/>
                        <a:pt x="680" y="178"/>
                        <a:pt x="736" y="57"/>
                      </a:cubicBezTo>
                      <a:cubicBezTo>
                        <a:pt x="736" y="29"/>
                        <a:pt x="708" y="29"/>
                        <a:pt x="70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" name="Google Shape;634;p37"/>
                <p:cNvSpPr/>
                <p:nvPr/>
              </p:nvSpPr>
              <p:spPr>
                <a:xfrm>
                  <a:off x="3070740" y="4229499"/>
                  <a:ext cx="92911" cy="46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6" h="1387" extrusionOk="0">
                      <a:moveTo>
                        <a:pt x="2746" y="0"/>
                      </a:moveTo>
                      <a:cubicBezTo>
                        <a:pt x="2710" y="0"/>
                        <a:pt x="2710" y="0"/>
                        <a:pt x="2682" y="28"/>
                      </a:cubicBezTo>
                      <a:cubicBezTo>
                        <a:pt x="2569" y="269"/>
                        <a:pt x="2272" y="382"/>
                        <a:pt x="1974" y="502"/>
                      </a:cubicBezTo>
                      <a:cubicBezTo>
                        <a:pt x="1649" y="623"/>
                        <a:pt x="1331" y="771"/>
                        <a:pt x="1005" y="913"/>
                      </a:cubicBezTo>
                      <a:cubicBezTo>
                        <a:pt x="680" y="1061"/>
                        <a:pt x="326" y="1210"/>
                        <a:pt x="1" y="1330"/>
                      </a:cubicBezTo>
                      <a:lnTo>
                        <a:pt x="1" y="1387"/>
                      </a:lnTo>
                      <a:lnTo>
                        <a:pt x="29" y="1387"/>
                      </a:lnTo>
                      <a:cubicBezTo>
                        <a:pt x="354" y="1266"/>
                        <a:pt x="680" y="1125"/>
                        <a:pt x="1005" y="976"/>
                      </a:cubicBezTo>
                      <a:cubicBezTo>
                        <a:pt x="1331" y="828"/>
                        <a:pt x="1684" y="679"/>
                        <a:pt x="2003" y="559"/>
                      </a:cubicBezTo>
                      <a:cubicBezTo>
                        <a:pt x="2300" y="446"/>
                        <a:pt x="2597" y="297"/>
                        <a:pt x="2746" y="64"/>
                      </a:cubicBezTo>
                      <a:lnTo>
                        <a:pt x="274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37"/>
                <p:cNvSpPr/>
                <p:nvPr/>
              </p:nvSpPr>
              <p:spPr>
                <a:xfrm>
                  <a:off x="3193530" y="4372150"/>
                  <a:ext cx="9846" cy="34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" h="1005" extrusionOk="0">
                      <a:moveTo>
                        <a:pt x="29" y="0"/>
                      </a:moveTo>
                      <a:cubicBezTo>
                        <a:pt x="1" y="0"/>
                        <a:pt x="1" y="29"/>
                        <a:pt x="1" y="29"/>
                      </a:cubicBezTo>
                      <a:cubicBezTo>
                        <a:pt x="86" y="354"/>
                        <a:pt x="206" y="651"/>
                        <a:pt x="234" y="977"/>
                      </a:cubicBezTo>
                      <a:cubicBezTo>
                        <a:pt x="234" y="977"/>
                        <a:pt x="234" y="1005"/>
                        <a:pt x="263" y="1005"/>
                      </a:cubicBezTo>
                      <a:cubicBezTo>
                        <a:pt x="291" y="1005"/>
                        <a:pt x="291" y="977"/>
                        <a:pt x="291" y="977"/>
                      </a:cubicBezTo>
                      <a:cubicBezTo>
                        <a:pt x="263" y="651"/>
                        <a:pt x="142" y="326"/>
                        <a:pt x="57" y="29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6" name="Google Shape;636;p37"/>
                <p:cNvSpPr/>
                <p:nvPr/>
              </p:nvSpPr>
              <p:spPr>
                <a:xfrm>
                  <a:off x="3168424" y="4472913"/>
                  <a:ext cx="17019" cy="7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3" h="235" extrusionOk="0">
                      <a:moveTo>
                        <a:pt x="64" y="1"/>
                      </a:moveTo>
                      <a:cubicBezTo>
                        <a:pt x="35" y="1"/>
                        <a:pt x="35" y="1"/>
                        <a:pt x="0" y="29"/>
                      </a:cubicBezTo>
                      <a:lnTo>
                        <a:pt x="35" y="57"/>
                      </a:lnTo>
                      <a:lnTo>
                        <a:pt x="474" y="234"/>
                      </a:lnTo>
                      <a:lnTo>
                        <a:pt x="502" y="206"/>
                      </a:lnTo>
                      <a:cubicBezTo>
                        <a:pt x="502" y="178"/>
                        <a:pt x="502" y="178"/>
                        <a:pt x="474" y="178"/>
                      </a:cubicBezTo>
                      <a:lnTo>
                        <a:pt x="6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7" name="Google Shape;637;p37"/>
                <p:cNvSpPr/>
                <p:nvPr/>
              </p:nvSpPr>
              <p:spPr>
                <a:xfrm>
                  <a:off x="3070740" y="4236435"/>
                  <a:ext cx="9135" cy="37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" h="1097" extrusionOk="0">
                      <a:moveTo>
                        <a:pt x="29" y="0"/>
                      </a:moveTo>
                      <a:cubicBezTo>
                        <a:pt x="1" y="0"/>
                        <a:pt x="1" y="36"/>
                        <a:pt x="1" y="36"/>
                      </a:cubicBezTo>
                      <a:cubicBezTo>
                        <a:pt x="93" y="389"/>
                        <a:pt x="178" y="708"/>
                        <a:pt x="206" y="1061"/>
                      </a:cubicBezTo>
                      <a:lnTo>
                        <a:pt x="234" y="1097"/>
                      </a:lnTo>
                      <a:cubicBezTo>
                        <a:pt x="270" y="1097"/>
                        <a:pt x="270" y="1061"/>
                        <a:pt x="270" y="1061"/>
                      </a:cubicBezTo>
                      <a:cubicBezTo>
                        <a:pt x="234" y="708"/>
                        <a:pt x="149" y="354"/>
                        <a:pt x="57" y="36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8" name="Google Shape;638;p37"/>
                <p:cNvSpPr/>
                <p:nvPr/>
              </p:nvSpPr>
              <p:spPr>
                <a:xfrm>
                  <a:off x="3079842" y="4231630"/>
                  <a:ext cx="10793" cy="378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1119" extrusionOk="0">
                      <a:moveTo>
                        <a:pt x="29" y="1"/>
                      </a:moveTo>
                      <a:cubicBezTo>
                        <a:pt x="1" y="1"/>
                        <a:pt x="1" y="1"/>
                        <a:pt x="1" y="29"/>
                      </a:cubicBezTo>
                      <a:cubicBezTo>
                        <a:pt x="114" y="383"/>
                        <a:pt x="206" y="736"/>
                        <a:pt x="262" y="1090"/>
                      </a:cubicBezTo>
                      <a:cubicBezTo>
                        <a:pt x="262" y="1118"/>
                        <a:pt x="262" y="1118"/>
                        <a:pt x="291" y="1118"/>
                      </a:cubicBezTo>
                      <a:cubicBezTo>
                        <a:pt x="291" y="1118"/>
                        <a:pt x="319" y="1118"/>
                        <a:pt x="319" y="1090"/>
                      </a:cubicBezTo>
                      <a:cubicBezTo>
                        <a:pt x="262" y="736"/>
                        <a:pt x="177" y="354"/>
                        <a:pt x="5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" name="Google Shape;639;p37"/>
                <p:cNvSpPr/>
                <p:nvPr/>
              </p:nvSpPr>
              <p:spPr>
                <a:xfrm>
                  <a:off x="3088707" y="4227130"/>
                  <a:ext cx="11978" cy="38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" h="1132" extrusionOk="0">
                      <a:moveTo>
                        <a:pt x="36" y="1"/>
                      </a:moveTo>
                      <a:cubicBezTo>
                        <a:pt x="32" y="1"/>
                        <a:pt x="29" y="4"/>
                        <a:pt x="29" y="13"/>
                      </a:cubicBezTo>
                      <a:cubicBezTo>
                        <a:pt x="0" y="13"/>
                        <a:pt x="0" y="13"/>
                        <a:pt x="0" y="42"/>
                      </a:cubicBezTo>
                      <a:cubicBezTo>
                        <a:pt x="29" y="134"/>
                        <a:pt x="57" y="247"/>
                        <a:pt x="92" y="339"/>
                      </a:cubicBezTo>
                      <a:cubicBezTo>
                        <a:pt x="121" y="395"/>
                        <a:pt x="121" y="452"/>
                        <a:pt x="149" y="516"/>
                      </a:cubicBezTo>
                      <a:cubicBezTo>
                        <a:pt x="149" y="572"/>
                        <a:pt x="177" y="664"/>
                        <a:pt x="177" y="721"/>
                      </a:cubicBezTo>
                      <a:cubicBezTo>
                        <a:pt x="205" y="841"/>
                        <a:pt x="269" y="983"/>
                        <a:pt x="297" y="1103"/>
                      </a:cubicBezTo>
                      <a:lnTo>
                        <a:pt x="326" y="1131"/>
                      </a:lnTo>
                      <a:cubicBezTo>
                        <a:pt x="354" y="1103"/>
                        <a:pt x="354" y="1103"/>
                        <a:pt x="354" y="1075"/>
                      </a:cubicBezTo>
                      <a:cubicBezTo>
                        <a:pt x="326" y="954"/>
                        <a:pt x="269" y="841"/>
                        <a:pt x="234" y="693"/>
                      </a:cubicBezTo>
                      <a:cubicBezTo>
                        <a:pt x="234" y="629"/>
                        <a:pt x="205" y="572"/>
                        <a:pt x="205" y="516"/>
                      </a:cubicBezTo>
                      <a:cubicBezTo>
                        <a:pt x="177" y="452"/>
                        <a:pt x="177" y="395"/>
                        <a:pt x="149" y="339"/>
                      </a:cubicBezTo>
                      <a:cubicBezTo>
                        <a:pt x="121" y="219"/>
                        <a:pt x="92" y="134"/>
                        <a:pt x="57" y="13"/>
                      </a:cubicBezTo>
                      <a:cubicBezTo>
                        <a:pt x="57" y="13"/>
                        <a:pt x="44" y="1"/>
                        <a:pt x="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0" name="Google Shape;640;p37"/>
                <p:cNvSpPr/>
                <p:nvPr/>
              </p:nvSpPr>
              <p:spPr>
                <a:xfrm>
                  <a:off x="3095643" y="4223510"/>
                  <a:ext cx="14143" cy="38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" h="1126" extrusionOk="0">
                      <a:moveTo>
                        <a:pt x="29" y="0"/>
                      </a:moveTo>
                      <a:cubicBezTo>
                        <a:pt x="29" y="0"/>
                        <a:pt x="0" y="0"/>
                        <a:pt x="0" y="28"/>
                      </a:cubicBezTo>
                      <a:cubicBezTo>
                        <a:pt x="0" y="64"/>
                        <a:pt x="29" y="120"/>
                        <a:pt x="29" y="149"/>
                      </a:cubicBezTo>
                      <a:cubicBezTo>
                        <a:pt x="121" y="326"/>
                        <a:pt x="177" y="502"/>
                        <a:pt x="241" y="679"/>
                      </a:cubicBezTo>
                      <a:cubicBezTo>
                        <a:pt x="269" y="828"/>
                        <a:pt x="298" y="976"/>
                        <a:pt x="354" y="1090"/>
                      </a:cubicBezTo>
                      <a:cubicBezTo>
                        <a:pt x="354" y="1125"/>
                        <a:pt x="382" y="1125"/>
                        <a:pt x="382" y="1125"/>
                      </a:cubicBezTo>
                      <a:lnTo>
                        <a:pt x="418" y="1125"/>
                      </a:lnTo>
                      <a:lnTo>
                        <a:pt x="418" y="1061"/>
                      </a:lnTo>
                      <a:cubicBezTo>
                        <a:pt x="354" y="948"/>
                        <a:pt x="326" y="800"/>
                        <a:pt x="298" y="679"/>
                      </a:cubicBezTo>
                      <a:cubicBezTo>
                        <a:pt x="241" y="474"/>
                        <a:pt x="177" y="297"/>
                        <a:pt x="92" y="120"/>
                      </a:cubicBezTo>
                      <a:cubicBezTo>
                        <a:pt x="64" y="92"/>
                        <a:pt x="64" y="64"/>
                        <a:pt x="64" y="28"/>
                      </a:cubicBezTo>
                      <a:cubicBezTo>
                        <a:pt x="64" y="28"/>
                        <a:pt x="64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1" name="Google Shape;641;p37"/>
                <p:cNvSpPr/>
                <p:nvPr/>
              </p:nvSpPr>
              <p:spPr>
                <a:xfrm>
                  <a:off x="3110734" y="4218062"/>
                  <a:ext cx="13906" cy="36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" h="1074" extrusionOk="0">
                      <a:moveTo>
                        <a:pt x="27" y="0"/>
                      </a:moveTo>
                      <a:cubicBezTo>
                        <a:pt x="19" y="0"/>
                        <a:pt x="10" y="3"/>
                        <a:pt x="0" y="13"/>
                      </a:cubicBezTo>
                      <a:lnTo>
                        <a:pt x="0" y="48"/>
                      </a:lnTo>
                      <a:lnTo>
                        <a:pt x="354" y="1045"/>
                      </a:lnTo>
                      <a:lnTo>
                        <a:pt x="354" y="1074"/>
                      </a:lnTo>
                      <a:lnTo>
                        <a:pt x="382" y="1074"/>
                      </a:lnTo>
                      <a:cubicBezTo>
                        <a:pt x="382" y="1074"/>
                        <a:pt x="410" y="1045"/>
                        <a:pt x="382" y="1045"/>
                      </a:cubicBezTo>
                      <a:lnTo>
                        <a:pt x="57" y="13"/>
                      </a:lnTo>
                      <a:cubicBezTo>
                        <a:pt x="57" y="13"/>
                        <a:pt x="44" y="0"/>
                        <a:pt x="2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2" name="Google Shape;642;p37"/>
                <p:cNvSpPr/>
                <p:nvPr/>
              </p:nvSpPr>
              <p:spPr>
                <a:xfrm>
                  <a:off x="3116689" y="4215592"/>
                  <a:ext cx="17053" cy="3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" h="1062" extrusionOk="0">
                      <a:moveTo>
                        <a:pt x="1" y="1"/>
                      </a:moveTo>
                      <a:lnTo>
                        <a:pt x="1" y="29"/>
                      </a:lnTo>
                      <a:cubicBezTo>
                        <a:pt x="114" y="206"/>
                        <a:pt x="206" y="354"/>
                        <a:pt x="263" y="531"/>
                      </a:cubicBezTo>
                      <a:cubicBezTo>
                        <a:pt x="291" y="588"/>
                        <a:pt x="291" y="652"/>
                        <a:pt x="326" y="708"/>
                      </a:cubicBezTo>
                      <a:cubicBezTo>
                        <a:pt x="355" y="828"/>
                        <a:pt x="383" y="942"/>
                        <a:pt x="440" y="1034"/>
                      </a:cubicBezTo>
                      <a:cubicBezTo>
                        <a:pt x="440" y="1062"/>
                        <a:pt x="468" y="1062"/>
                        <a:pt x="468" y="1062"/>
                      </a:cubicBezTo>
                      <a:cubicBezTo>
                        <a:pt x="503" y="1062"/>
                        <a:pt x="503" y="1034"/>
                        <a:pt x="503" y="1005"/>
                      </a:cubicBezTo>
                      <a:cubicBezTo>
                        <a:pt x="440" y="913"/>
                        <a:pt x="411" y="793"/>
                        <a:pt x="383" y="708"/>
                      </a:cubicBezTo>
                      <a:cubicBezTo>
                        <a:pt x="355" y="652"/>
                        <a:pt x="355" y="588"/>
                        <a:pt x="326" y="531"/>
                      </a:cubicBezTo>
                      <a:cubicBezTo>
                        <a:pt x="263" y="326"/>
                        <a:pt x="178" y="178"/>
                        <a:pt x="5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3" name="Google Shape;643;p37"/>
                <p:cNvSpPr/>
                <p:nvPr/>
              </p:nvSpPr>
              <p:spPr>
                <a:xfrm>
                  <a:off x="3127720" y="4209603"/>
                  <a:ext cx="21824" cy="34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" h="1006" extrusionOk="0">
                      <a:moveTo>
                        <a:pt x="29" y="1"/>
                      </a:moveTo>
                      <a:cubicBezTo>
                        <a:pt x="29" y="1"/>
                        <a:pt x="0" y="29"/>
                        <a:pt x="29" y="29"/>
                      </a:cubicBezTo>
                      <a:cubicBezTo>
                        <a:pt x="57" y="121"/>
                        <a:pt x="114" y="178"/>
                        <a:pt x="177" y="234"/>
                      </a:cubicBezTo>
                      <a:cubicBezTo>
                        <a:pt x="234" y="298"/>
                        <a:pt x="262" y="355"/>
                        <a:pt x="290" y="411"/>
                      </a:cubicBezTo>
                      <a:cubicBezTo>
                        <a:pt x="319" y="475"/>
                        <a:pt x="354" y="503"/>
                        <a:pt x="354" y="531"/>
                      </a:cubicBezTo>
                      <a:cubicBezTo>
                        <a:pt x="382" y="560"/>
                        <a:pt x="382" y="588"/>
                        <a:pt x="411" y="616"/>
                      </a:cubicBezTo>
                      <a:cubicBezTo>
                        <a:pt x="411" y="652"/>
                        <a:pt x="439" y="680"/>
                        <a:pt x="467" y="708"/>
                      </a:cubicBezTo>
                      <a:cubicBezTo>
                        <a:pt x="496" y="793"/>
                        <a:pt x="531" y="857"/>
                        <a:pt x="559" y="913"/>
                      </a:cubicBezTo>
                      <a:cubicBezTo>
                        <a:pt x="559" y="942"/>
                        <a:pt x="559" y="1005"/>
                        <a:pt x="616" y="1005"/>
                      </a:cubicBezTo>
                      <a:cubicBezTo>
                        <a:pt x="616" y="1005"/>
                        <a:pt x="644" y="1005"/>
                        <a:pt x="644" y="970"/>
                      </a:cubicBezTo>
                      <a:cubicBezTo>
                        <a:pt x="644" y="970"/>
                        <a:pt x="644" y="942"/>
                        <a:pt x="616" y="942"/>
                      </a:cubicBezTo>
                      <a:lnTo>
                        <a:pt x="616" y="913"/>
                      </a:lnTo>
                      <a:cubicBezTo>
                        <a:pt x="588" y="829"/>
                        <a:pt x="559" y="765"/>
                        <a:pt x="496" y="680"/>
                      </a:cubicBezTo>
                      <a:cubicBezTo>
                        <a:pt x="496" y="652"/>
                        <a:pt x="467" y="616"/>
                        <a:pt x="467" y="588"/>
                      </a:cubicBezTo>
                      <a:cubicBezTo>
                        <a:pt x="439" y="560"/>
                        <a:pt x="439" y="531"/>
                        <a:pt x="411" y="503"/>
                      </a:cubicBezTo>
                      <a:cubicBezTo>
                        <a:pt x="411" y="475"/>
                        <a:pt x="382" y="439"/>
                        <a:pt x="354" y="383"/>
                      </a:cubicBezTo>
                      <a:cubicBezTo>
                        <a:pt x="319" y="326"/>
                        <a:pt x="262" y="263"/>
                        <a:pt x="206" y="206"/>
                      </a:cubicBezTo>
                      <a:cubicBezTo>
                        <a:pt x="142" y="149"/>
                        <a:pt x="114" y="86"/>
                        <a:pt x="5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4" name="Google Shape;644;p37"/>
                <p:cNvSpPr/>
                <p:nvPr/>
              </p:nvSpPr>
              <p:spPr>
                <a:xfrm>
                  <a:off x="3135603" y="4204596"/>
                  <a:ext cx="20876" cy="34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7" h="1034" extrusionOk="0">
                      <a:moveTo>
                        <a:pt x="29" y="0"/>
                      </a:moveTo>
                      <a:cubicBezTo>
                        <a:pt x="1" y="29"/>
                        <a:pt x="29" y="57"/>
                        <a:pt x="29" y="57"/>
                      </a:cubicBezTo>
                      <a:cubicBezTo>
                        <a:pt x="86" y="149"/>
                        <a:pt x="149" y="234"/>
                        <a:pt x="206" y="326"/>
                      </a:cubicBezTo>
                      <a:cubicBezTo>
                        <a:pt x="355" y="531"/>
                        <a:pt x="503" y="736"/>
                        <a:pt x="560" y="1005"/>
                      </a:cubicBezTo>
                      <a:lnTo>
                        <a:pt x="588" y="1033"/>
                      </a:lnTo>
                      <a:cubicBezTo>
                        <a:pt x="616" y="1005"/>
                        <a:pt x="616" y="1005"/>
                        <a:pt x="616" y="977"/>
                      </a:cubicBezTo>
                      <a:cubicBezTo>
                        <a:pt x="560" y="736"/>
                        <a:pt x="411" y="503"/>
                        <a:pt x="263" y="269"/>
                      </a:cubicBezTo>
                      <a:cubicBezTo>
                        <a:pt x="206" y="205"/>
                        <a:pt x="149" y="121"/>
                        <a:pt x="86" y="29"/>
                      </a:cubicBezTo>
                      <a:cubicBezTo>
                        <a:pt x="86" y="29"/>
                        <a:pt x="86" y="0"/>
                        <a:pt x="5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37"/>
                <p:cNvSpPr/>
                <p:nvPr/>
              </p:nvSpPr>
              <p:spPr>
                <a:xfrm>
                  <a:off x="3887706" y="4455928"/>
                  <a:ext cx="25884" cy="13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" h="411" extrusionOk="0">
                      <a:moveTo>
                        <a:pt x="736" y="0"/>
                      </a:moveTo>
                      <a:cubicBezTo>
                        <a:pt x="736" y="0"/>
                        <a:pt x="708" y="0"/>
                        <a:pt x="708" y="29"/>
                      </a:cubicBezTo>
                      <a:cubicBezTo>
                        <a:pt x="581" y="204"/>
                        <a:pt x="366" y="338"/>
                        <a:pt x="161" y="338"/>
                      </a:cubicBezTo>
                      <a:cubicBezTo>
                        <a:pt x="126" y="338"/>
                        <a:pt x="91" y="334"/>
                        <a:pt x="57" y="326"/>
                      </a:cubicBezTo>
                      <a:cubicBezTo>
                        <a:pt x="29" y="326"/>
                        <a:pt x="0" y="354"/>
                        <a:pt x="0" y="354"/>
                      </a:cubicBezTo>
                      <a:cubicBezTo>
                        <a:pt x="0" y="382"/>
                        <a:pt x="29" y="382"/>
                        <a:pt x="29" y="382"/>
                      </a:cubicBezTo>
                      <a:cubicBezTo>
                        <a:pt x="57" y="382"/>
                        <a:pt x="85" y="411"/>
                        <a:pt x="142" y="411"/>
                      </a:cubicBezTo>
                      <a:cubicBezTo>
                        <a:pt x="382" y="411"/>
                        <a:pt x="616" y="269"/>
                        <a:pt x="764" y="57"/>
                      </a:cubicBezTo>
                      <a:cubicBezTo>
                        <a:pt x="764" y="29"/>
                        <a:pt x="764" y="29"/>
                        <a:pt x="7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37"/>
                <p:cNvSpPr/>
                <p:nvPr/>
              </p:nvSpPr>
              <p:spPr>
                <a:xfrm>
                  <a:off x="3562408" y="3847459"/>
                  <a:ext cx="53899" cy="11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3" h="326" extrusionOk="0">
                      <a:moveTo>
                        <a:pt x="92" y="0"/>
                      </a:moveTo>
                      <a:cubicBezTo>
                        <a:pt x="64" y="0"/>
                        <a:pt x="29" y="36"/>
                        <a:pt x="29" y="64"/>
                      </a:cubicBezTo>
                      <a:cubicBezTo>
                        <a:pt x="0" y="92"/>
                        <a:pt x="29" y="121"/>
                        <a:pt x="64" y="121"/>
                      </a:cubicBezTo>
                      <a:cubicBezTo>
                        <a:pt x="382" y="213"/>
                        <a:pt x="736" y="326"/>
                        <a:pt x="1125" y="326"/>
                      </a:cubicBezTo>
                      <a:cubicBezTo>
                        <a:pt x="1267" y="326"/>
                        <a:pt x="1415" y="297"/>
                        <a:pt x="1564" y="269"/>
                      </a:cubicBezTo>
                      <a:cubicBezTo>
                        <a:pt x="1592" y="269"/>
                        <a:pt x="1592" y="213"/>
                        <a:pt x="1592" y="177"/>
                      </a:cubicBezTo>
                      <a:cubicBezTo>
                        <a:pt x="1592" y="149"/>
                        <a:pt x="1564" y="149"/>
                        <a:pt x="1507" y="149"/>
                      </a:cubicBezTo>
                      <a:cubicBezTo>
                        <a:pt x="1383" y="180"/>
                        <a:pt x="1256" y="193"/>
                        <a:pt x="1127" y="193"/>
                      </a:cubicBezTo>
                      <a:cubicBezTo>
                        <a:pt x="764" y="193"/>
                        <a:pt x="395" y="89"/>
                        <a:pt x="9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37"/>
                <p:cNvSpPr/>
                <p:nvPr/>
              </p:nvSpPr>
              <p:spPr>
                <a:xfrm>
                  <a:off x="3306034" y="4282858"/>
                  <a:ext cx="553676" cy="5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64" h="17077" extrusionOk="0">
                      <a:moveTo>
                        <a:pt x="8076" y="0"/>
                      </a:moveTo>
                      <a:cubicBezTo>
                        <a:pt x="6531" y="0"/>
                        <a:pt x="5025" y="643"/>
                        <a:pt x="4012" y="1904"/>
                      </a:cubicBezTo>
                      <a:cubicBezTo>
                        <a:pt x="2335" y="3906"/>
                        <a:pt x="3220" y="6941"/>
                        <a:pt x="1239" y="9006"/>
                      </a:cubicBezTo>
                      <a:cubicBezTo>
                        <a:pt x="977" y="9240"/>
                        <a:pt x="708" y="9480"/>
                        <a:pt x="531" y="9770"/>
                      </a:cubicBezTo>
                      <a:cubicBezTo>
                        <a:pt x="213" y="10244"/>
                        <a:pt x="93" y="10832"/>
                        <a:pt x="64" y="11426"/>
                      </a:cubicBezTo>
                      <a:cubicBezTo>
                        <a:pt x="1" y="12487"/>
                        <a:pt x="64" y="13548"/>
                        <a:pt x="298" y="14581"/>
                      </a:cubicBezTo>
                      <a:cubicBezTo>
                        <a:pt x="680" y="16434"/>
                        <a:pt x="2335" y="16463"/>
                        <a:pt x="4012" y="16732"/>
                      </a:cubicBezTo>
                      <a:cubicBezTo>
                        <a:pt x="5249" y="16904"/>
                        <a:pt x="6492" y="17077"/>
                        <a:pt x="7731" y="17077"/>
                      </a:cubicBezTo>
                      <a:cubicBezTo>
                        <a:pt x="7965" y="17077"/>
                        <a:pt x="8199" y="17070"/>
                        <a:pt x="8433" y="17057"/>
                      </a:cubicBezTo>
                      <a:cubicBezTo>
                        <a:pt x="10230" y="16937"/>
                        <a:pt x="11971" y="16378"/>
                        <a:pt x="13683" y="15819"/>
                      </a:cubicBezTo>
                      <a:cubicBezTo>
                        <a:pt x="13767" y="15784"/>
                        <a:pt x="13888" y="15755"/>
                        <a:pt x="13973" y="15727"/>
                      </a:cubicBezTo>
                      <a:cubicBezTo>
                        <a:pt x="14390" y="15578"/>
                        <a:pt x="14772" y="15430"/>
                        <a:pt x="15097" y="15168"/>
                      </a:cubicBezTo>
                      <a:cubicBezTo>
                        <a:pt x="16364" y="14192"/>
                        <a:pt x="16364" y="11688"/>
                        <a:pt x="15685" y="10365"/>
                      </a:cubicBezTo>
                      <a:cubicBezTo>
                        <a:pt x="15479" y="9947"/>
                        <a:pt x="15126" y="9593"/>
                        <a:pt x="14829" y="9211"/>
                      </a:cubicBezTo>
                      <a:cubicBezTo>
                        <a:pt x="13654" y="7648"/>
                        <a:pt x="13711" y="5879"/>
                        <a:pt x="13442" y="4083"/>
                      </a:cubicBezTo>
                      <a:cubicBezTo>
                        <a:pt x="13209" y="2491"/>
                        <a:pt x="11942" y="1253"/>
                        <a:pt x="10556" y="574"/>
                      </a:cubicBezTo>
                      <a:cubicBezTo>
                        <a:pt x="9766" y="190"/>
                        <a:pt x="8915" y="0"/>
                        <a:pt x="807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648;p37"/>
                <p:cNvSpPr/>
                <p:nvPr/>
              </p:nvSpPr>
              <p:spPr>
                <a:xfrm>
                  <a:off x="3583450" y="4300352"/>
                  <a:ext cx="20878" cy="548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7" h="19370" extrusionOk="0">
                      <a:moveTo>
                        <a:pt x="29" y="0"/>
                      </a:moveTo>
                      <a:cubicBezTo>
                        <a:pt x="1" y="0"/>
                        <a:pt x="1" y="28"/>
                        <a:pt x="1" y="28"/>
                      </a:cubicBezTo>
                      <a:lnTo>
                        <a:pt x="560" y="19334"/>
                      </a:lnTo>
                      <a:lnTo>
                        <a:pt x="588" y="19370"/>
                      </a:lnTo>
                      <a:cubicBezTo>
                        <a:pt x="616" y="19334"/>
                        <a:pt x="616" y="19334"/>
                        <a:pt x="616" y="19306"/>
                      </a:cubicBezTo>
                      <a:lnTo>
                        <a:pt x="58" y="28"/>
                      </a:lnTo>
                      <a:cubicBezTo>
                        <a:pt x="58" y="28"/>
                        <a:pt x="58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37"/>
                <p:cNvSpPr/>
                <p:nvPr/>
              </p:nvSpPr>
              <p:spPr>
                <a:xfrm>
                  <a:off x="3328061" y="4302246"/>
                  <a:ext cx="509623" cy="548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62" h="16216" extrusionOk="0">
                      <a:moveTo>
                        <a:pt x="7429" y="64"/>
                      </a:moveTo>
                      <a:cubicBezTo>
                        <a:pt x="8193" y="64"/>
                        <a:pt x="8992" y="241"/>
                        <a:pt x="9671" y="595"/>
                      </a:cubicBezTo>
                      <a:cubicBezTo>
                        <a:pt x="11143" y="1331"/>
                        <a:pt x="12147" y="2569"/>
                        <a:pt x="12324" y="3892"/>
                      </a:cubicBezTo>
                      <a:cubicBezTo>
                        <a:pt x="12381" y="4245"/>
                        <a:pt x="12409" y="4599"/>
                        <a:pt x="12437" y="4953"/>
                      </a:cubicBezTo>
                      <a:cubicBezTo>
                        <a:pt x="12586" y="6311"/>
                        <a:pt x="12734" y="7577"/>
                        <a:pt x="13590" y="8759"/>
                      </a:cubicBezTo>
                      <a:cubicBezTo>
                        <a:pt x="13675" y="8879"/>
                        <a:pt x="13767" y="8992"/>
                        <a:pt x="13852" y="9112"/>
                      </a:cubicBezTo>
                      <a:cubicBezTo>
                        <a:pt x="14029" y="9346"/>
                        <a:pt x="14241" y="9586"/>
                        <a:pt x="14383" y="9848"/>
                      </a:cubicBezTo>
                      <a:cubicBezTo>
                        <a:pt x="14977" y="11030"/>
                        <a:pt x="15005" y="13414"/>
                        <a:pt x="13852" y="14362"/>
                      </a:cubicBezTo>
                      <a:cubicBezTo>
                        <a:pt x="13534" y="14595"/>
                        <a:pt x="13180" y="14744"/>
                        <a:pt x="12826" y="14857"/>
                      </a:cubicBezTo>
                      <a:cubicBezTo>
                        <a:pt x="12734" y="14892"/>
                        <a:pt x="12650" y="14921"/>
                        <a:pt x="12558" y="14949"/>
                      </a:cubicBezTo>
                      <a:cubicBezTo>
                        <a:pt x="11022" y="15479"/>
                        <a:pt x="9402" y="16010"/>
                        <a:pt x="7754" y="16130"/>
                      </a:cubicBezTo>
                      <a:cubicBezTo>
                        <a:pt x="7549" y="16159"/>
                        <a:pt x="7308" y="16159"/>
                        <a:pt x="7075" y="16159"/>
                      </a:cubicBezTo>
                      <a:cubicBezTo>
                        <a:pt x="5957" y="16159"/>
                        <a:pt x="4804" y="15982"/>
                        <a:pt x="3715" y="15805"/>
                      </a:cubicBezTo>
                      <a:cubicBezTo>
                        <a:pt x="3566" y="15805"/>
                        <a:pt x="3418" y="15777"/>
                        <a:pt x="3276" y="15741"/>
                      </a:cubicBezTo>
                      <a:cubicBezTo>
                        <a:pt x="1861" y="15564"/>
                        <a:pt x="651" y="15387"/>
                        <a:pt x="326" y="13796"/>
                      </a:cubicBezTo>
                      <a:cubicBezTo>
                        <a:pt x="121" y="12826"/>
                        <a:pt x="57" y="11822"/>
                        <a:pt x="121" y="10853"/>
                      </a:cubicBezTo>
                      <a:cubicBezTo>
                        <a:pt x="149" y="10322"/>
                        <a:pt x="234" y="9763"/>
                        <a:pt x="531" y="9289"/>
                      </a:cubicBezTo>
                      <a:cubicBezTo>
                        <a:pt x="651" y="9084"/>
                        <a:pt x="828" y="8936"/>
                        <a:pt x="977" y="8759"/>
                      </a:cubicBezTo>
                      <a:cubicBezTo>
                        <a:pt x="1033" y="8702"/>
                        <a:pt x="1118" y="8638"/>
                        <a:pt x="1182" y="8554"/>
                      </a:cubicBezTo>
                      <a:cubicBezTo>
                        <a:pt x="2123" y="7521"/>
                        <a:pt x="2356" y="6226"/>
                        <a:pt x="2597" y="4988"/>
                      </a:cubicBezTo>
                      <a:cubicBezTo>
                        <a:pt x="2802" y="3835"/>
                        <a:pt x="3007" y="2746"/>
                        <a:pt x="3715" y="1833"/>
                      </a:cubicBezTo>
                      <a:cubicBezTo>
                        <a:pt x="4599" y="708"/>
                        <a:pt x="5957" y="64"/>
                        <a:pt x="7429" y="64"/>
                      </a:cubicBezTo>
                      <a:close/>
                      <a:moveTo>
                        <a:pt x="7429" y="1"/>
                      </a:moveTo>
                      <a:cubicBezTo>
                        <a:pt x="5957" y="1"/>
                        <a:pt x="4571" y="651"/>
                        <a:pt x="3658" y="1805"/>
                      </a:cubicBezTo>
                      <a:cubicBezTo>
                        <a:pt x="2951" y="2717"/>
                        <a:pt x="2745" y="3863"/>
                        <a:pt x="2533" y="4953"/>
                      </a:cubicBezTo>
                      <a:cubicBezTo>
                        <a:pt x="2300" y="6226"/>
                        <a:pt x="2066" y="7492"/>
                        <a:pt x="1118" y="8525"/>
                      </a:cubicBezTo>
                      <a:cubicBezTo>
                        <a:pt x="1062" y="8582"/>
                        <a:pt x="1005" y="8667"/>
                        <a:pt x="942" y="8730"/>
                      </a:cubicBezTo>
                      <a:cubicBezTo>
                        <a:pt x="765" y="8879"/>
                        <a:pt x="623" y="9056"/>
                        <a:pt x="475" y="9261"/>
                      </a:cubicBezTo>
                      <a:cubicBezTo>
                        <a:pt x="177" y="9728"/>
                        <a:pt x="93" y="10322"/>
                        <a:pt x="57" y="10824"/>
                      </a:cubicBezTo>
                      <a:cubicBezTo>
                        <a:pt x="1" y="11822"/>
                        <a:pt x="57" y="12855"/>
                        <a:pt x="269" y="13831"/>
                      </a:cubicBezTo>
                      <a:cubicBezTo>
                        <a:pt x="588" y="15451"/>
                        <a:pt x="1889" y="15628"/>
                        <a:pt x="3276" y="15805"/>
                      </a:cubicBezTo>
                      <a:cubicBezTo>
                        <a:pt x="3418" y="15833"/>
                        <a:pt x="3538" y="15861"/>
                        <a:pt x="3686" y="15861"/>
                      </a:cubicBezTo>
                      <a:cubicBezTo>
                        <a:pt x="4804" y="16038"/>
                        <a:pt x="5929" y="16215"/>
                        <a:pt x="7075" y="16215"/>
                      </a:cubicBezTo>
                      <a:cubicBezTo>
                        <a:pt x="7308" y="16215"/>
                        <a:pt x="7549" y="16215"/>
                        <a:pt x="7754" y="16187"/>
                      </a:cubicBezTo>
                      <a:cubicBezTo>
                        <a:pt x="9431" y="16067"/>
                        <a:pt x="11022" y="15536"/>
                        <a:pt x="12586" y="15005"/>
                      </a:cubicBezTo>
                      <a:cubicBezTo>
                        <a:pt x="12678" y="14977"/>
                        <a:pt x="12763" y="14949"/>
                        <a:pt x="12855" y="14921"/>
                      </a:cubicBezTo>
                      <a:cubicBezTo>
                        <a:pt x="13208" y="14800"/>
                        <a:pt x="13562" y="14652"/>
                        <a:pt x="13888" y="14390"/>
                      </a:cubicBezTo>
                      <a:cubicBezTo>
                        <a:pt x="15062" y="13442"/>
                        <a:pt x="15034" y="11001"/>
                        <a:pt x="14446" y="9820"/>
                      </a:cubicBezTo>
                      <a:cubicBezTo>
                        <a:pt x="14298" y="9551"/>
                        <a:pt x="14093" y="9289"/>
                        <a:pt x="13916" y="9056"/>
                      </a:cubicBezTo>
                      <a:cubicBezTo>
                        <a:pt x="13824" y="8964"/>
                        <a:pt x="13711" y="8844"/>
                        <a:pt x="13647" y="8730"/>
                      </a:cubicBezTo>
                      <a:cubicBezTo>
                        <a:pt x="12763" y="7577"/>
                        <a:pt x="12650" y="6283"/>
                        <a:pt x="12501" y="4953"/>
                      </a:cubicBezTo>
                      <a:cubicBezTo>
                        <a:pt x="12473" y="4599"/>
                        <a:pt x="12437" y="4245"/>
                        <a:pt x="12381" y="3892"/>
                      </a:cubicBezTo>
                      <a:cubicBezTo>
                        <a:pt x="12204" y="2540"/>
                        <a:pt x="11199" y="1302"/>
                        <a:pt x="9700" y="567"/>
                      </a:cubicBezTo>
                      <a:cubicBezTo>
                        <a:pt x="8992" y="213"/>
                        <a:pt x="8228" y="1"/>
                        <a:pt x="742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37"/>
                <p:cNvSpPr/>
                <p:nvPr/>
              </p:nvSpPr>
              <p:spPr>
                <a:xfrm>
                  <a:off x="3734024" y="4439890"/>
                  <a:ext cx="7951" cy="38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" h="1126" extrusionOk="0">
                      <a:moveTo>
                        <a:pt x="29" y="0"/>
                      </a:moveTo>
                      <a:cubicBezTo>
                        <a:pt x="1" y="0"/>
                        <a:pt x="1" y="36"/>
                        <a:pt x="1" y="36"/>
                      </a:cubicBezTo>
                      <a:cubicBezTo>
                        <a:pt x="121" y="390"/>
                        <a:pt x="178" y="743"/>
                        <a:pt x="149" y="1097"/>
                      </a:cubicBezTo>
                      <a:lnTo>
                        <a:pt x="178" y="1125"/>
                      </a:lnTo>
                      <a:cubicBezTo>
                        <a:pt x="206" y="1125"/>
                        <a:pt x="206" y="1097"/>
                        <a:pt x="206" y="1097"/>
                      </a:cubicBezTo>
                      <a:cubicBezTo>
                        <a:pt x="234" y="708"/>
                        <a:pt x="178" y="354"/>
                        <a:pt x="57" y="36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1" name="Google Shape;651;p37"/>
                <p:cNvSpPr/>
                <p:nvPr/>
              </p:nvSpPr>
              <p:spPr>
                <a:xfrm>
                  <a:off x="3740960" y="4494940"/>
                  <a:ext cx="31873" cy="91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2" h="2711" extrusionOk="0">
                      <a:moveTo>
                        <a:pt x="57" y="1"/>
                      </a:moveTo>
                      <a:lnTo>
                        <a:pt x="29" y="29"/>
                      </a:lnTo>
                      <a:cubicBezTo>
                        <a:pt x="1" y="970"/>
                        <a:pt x="298" y="1946"/>
                        <a:pt x="913" y="2682"/>
                      </a:cubicBezTo>
                      <a:lnTo>
                        <a:pt x="913" y="2710"/>
                      </a:lnTo>
                      <a:lnTo>
                        <a:pt x="942" y="2710"/>
                      </a:lnTo>
                      <a:lnTo>
                        <a:pt x="942" y="2653"/>
                      </a:lnTo>
                      <a:cubicBezTo>
                        <a:pt x="355" y="1911"/>
                        <a:pt x="57" y="970"/>
                        <a:pt x="93" y="29"/>
                      </a:cubicBezTo>
                      <a:cubicBezTo>
                        <a:pt x="93" y="29"/>
                        <a:pt x="93" y="1"/>
                        <a:pt x="5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2" name="Google Shape;652;p37"/>
                <p:cNvSpPr/>
                <p:nvPr/>
              </p:nvSpPr>
              <p:spPr>
                <a:xfrm>
                  <a:off x="3433866" y="4522720"/>
                  <a:ext cx="9846" cy="38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" h="1125" extrusionOk="0">
                      <a:moveTo>
                        <a:pt x="262" y="0"/>
                      </a:moveTo>
                      <a:cubicBezTo>
                        <a:pt x="234" y="0"/>
                        <a:pt x="234" y="0"/>
                        <a:pt x="234" y="28"/>
                      </a:cubicBezTo>
                      <a:cubicBezTo>
                        <a:pt x="206" y="382"/>
                        <a:pt x="149" y="736"/>
                        <a:pt x="0" y="1061"/>
                      </a:cubicBezTo>
                      <a:lnTo>
                        <a:pt x="0" y="1125"/>
                      </a:lnTo>
                      <a:lnTo>
                        <a:pt x="29" y="1125"/>
                      </a:lnTo>
                      <a:cubicBezTo>
                        <a:pt x="29" y="1125"/>
                        <a:pt x="29" y="1090"/>
                        <a:pt x="57" y="1090"/>
                      </a:cubicBezTo>
                      <a:cubicBezTo>
                        <a:pt x="206" y="771"/>
                        <a:pt x="262" y="382"/>
                        <a:pt x="291" y="28"/>
                      </a:cubicBezTo>
                      <a:cubicBezTo>
                        <a:pt x="291" y="0"/>
                        <a:pt x="291" y="0"/>
                        <a:pt x="26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37"/>
                <p:cNvSpPr/>
                <p:nvPr/>
              </p:nvSpPr>
              <p:spPr>
                <a:xfrm>
                  <a:off x="3446791" y="4559567"/>
                  <a:ext cx="5075" cy="21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624" extrusionOk="0">
                      <a:moveTo>
                        <a:pt x="121" y="1"/>
                      </a:moveTo>
                      <a:cubicBezTo>
                        <a:pt x="121" y="1"/>
                        <a:pt x="85" y="1"/>
                        <a:pt x="85" y="36"/>
                      </a:cubicBezTo>
                      <a:lnTo>
                        <a:pt x="1" y="595"/>
                      </a:lnTo>
                      <a:cubicBezTo>
                        <a:pt x="1" y="623"/>
                        <a:pt x="29" y="623"/>
                        <a:pt x="29" y="623"/>
                      </a:cubicBezTo>
                      <a:lnTo>
                        <a:pt x="57" y="623"/>
                      </a:lnTo>
                      <a:lnTo>
                        <a:pt x="149" y="36"/>
                      </a:lnTo>
                      <a:cubicBezTo>
                        <a:pt x="149" y="36"/>
                        <a:pt x="149" y="1"/>
                        <a:pt x="12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54" name="Google Shape;654;p37"/>
            <p:cNvGrpSpPr/>
            <p:nvPr/>
          </p:nvGrpSpPr>
          <p:grpSpPr>
            <a:xfrm>
              <a:off x="8567590" y="4153050"/>
              <a:ext cx="360758" cy="258297"/>
              <a:chOff x="4992850" y="4345375"/>
              <a:chExt cx="607336" cy="638400"/>
            </a:xfrm>
          </p:grpSpPr>
          <p:sp>
            <p:nvSpPr>
              <p:cNvPr id="655" name="Google Shape;655;p37"/>
              <p:cNvSpPr/>
              <p:nvPr/>
            </p:nvSpPr>
            <p:spPr>
              <a:xfrm>
                <a:off x="4992850" y="4345375"/>
                <a:ext cx="225900" cy="638400"/>
              </a:xfrm>
              <a:prstGeom prst="leftBrace">
                <a:avLst>
                  <a:gd name="adj1" fmla="val 2174"/>
                  <a:gd name="adj2" fmla="val 50000"/>
                </a:avLst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37"/>
              <p:cNvSpPr/>
              <p:nvPr/>
            </p:nvSpPr>
            <p:spPr>
              <a:xfrm rot="10800000">
                <a:off x="5374286" y="4345375"/>
                <a:ext cx="225900" cy="638400"/>
              </a:xfrm>
              <a:prstGeom prst="leftBrace">
                <a:avLst>
                  <a:gd name="adj1" fmla="val 2174"/>
                  <a:gd name="adj2" fmla="val 50000"/>
                </a:avLst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657" name="Google Shape;657;p37"/>
          <p:cNvCxnSpPr/>
          <p:nvPr/>
        </p:nvCxnSpPr>
        <p:spPr>
          <a:xfrm>
            <a:off x="780725" y="2912006"/>
            <a:ext cx="38697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1">
          <a:extLst>
            <a:ext uri="{FF2B5EF4-FFF2-40B4-BE49-F238E27FC236}">
              <a16:creationId xmlns:a16="http://schemas.microsoft.com/office/drawing/2014/main" id="{F86CBFB2-F846-68D9-66BC-0BD701E11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44">
            <a:extLst>
              <a:ext uri="{FF2B5EF4-FFF2-40B4-BE49-F238E27FC236}">
                <a16:creationId xmlns:a16="http://schemas.microsoft.com/office/drawing/2014/main" id="{EDC18303-94E1-C7A7-C2A4-0C38AABD082E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017536" y="2306000"/>
            <a:ext cx="7108928" cy="10482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>
                <a:latin typeface="微軟正黑體"/>
                <a:ea typeface="微軟正黑體"/>
              </a:rPr>
              <a:t>台灣約有</a:t>
            </a:r>
            <a:r>
              <a:rPr lang="en-US" altLang="zh-TW">
                <a:latin typeface="微軟正黑體"/>
                <a:ea typeface="微軟正黑體"/>
              </a:rPr>
              <a:t>76%</a:t>
            </a:r>
            <a:r>
              <a:rPr lang="zh-TW" altLang="en-US">
                <a:latin typeface="微軟正黑體"/>
                <a:ea typeface="微軟正黑體"/>
              </a:rPr>
              <a:t>的學生對程式設計感到學習困難</a:t>
            </a: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97009C93-D0B2-CD1F-9ED0-2DCF48D02CD9}"/>
              </a:ext>
            </a:extLst>
          </p:cNvPr>
          <p:cNvSpPr txBox="1">
            <a:spLocks/>
          </p:cNvSpPr>
          <p:nvPr/>
        </p:nvSpPr>
        <p:spPr>
          <a:xfrm>
            <a:off x="2665015" y="1584626"/>
            <a:ext cx="3813970" cy="86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zh-TW" altLang="en-US" sz="3600">
                <a:latin typeface="微軟正黑體" panose="020B0604030504040204" pitchFamily="34" charset="-120"/>
                <a:ea typeface="微軟正黑體" panose="020B0604030504040204" pitchFamily="34" charset="-120"/>
              </a:rPr>
              <a:t>根據教育部統計</a:t>
            </a:r>
          </a:p>
        </p:txBody>
      </p:sp>
      <p:graphicFrame>
        <p:nvGraphicFramePr>
          <p:cNvPr id="2" name="圖表 1">
            <a:extLst>
              <a:ext uri="{FF2B5EF4-FFF2-40B4-BE49-F238E27FC236}">
                <a16:creationId xmlns:a16="http://schemas.microsoft.com/office/drawing/2014/main" id="{8EEDE912-4CBA-3401-AF04-95F16DA8DF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4486101"/>
              </p:ext>
            </p:extLst>
          </p:nvPr>
        </p:nvGraphicFramePr>
        <p:xfrm>
          <a:off x="9350203" y="1685991"/>
          <a:ext cx="3716615" cy="22882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82564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1">
          <a:extLst>
            <a:ext uri="{FF2B5EF4-FFF2-40B4-BE49-F238E27FC236}">
              <a16:creationId xmlns:a16="http://schemas.microsoft.com/office/drawing/2014/main" id="{88BC9E74-12F4-AC4A-8B4B-C83723AD9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44">
            <a:extLst>
              <a:ext uri="{FF2B5EF4-FFF2-40B4-BE49-F238E27FC236}">
                <a16:creationId xmlns:a16="http://schemas.microsoft.com/office/drawing/2014/main" id="{D721D34F-663B-C9AF-215B-44F18D472773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655549" y="1677137"/>
            <a:ext cx="5479364" cy="17892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《</a:t>
            </a:r>
            <a:r>
              <a:rPr lang="zh-TW" altLang="en-US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世界經濟論壇</a:t>
            </a:r>
            <a:r>
              <a:rPr lang="en-US" altLang="zh-TW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》</a:t>
            </a:r>
            <a:r>
              <a:rPr lang="zh-TW" altLang="en-US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曾指出，</a:t>
            </a:r>
            <a:endParaRPr lang="en-US" altLang="zh-TW">
              <a:solidFill>
                <a:srgbClr val="3737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未來工作所需的技能中，程式設計技能占有非常重要的地位。</a:t>
            </a: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5" name="Google Shape;2206;p57">
            <a:extLst>
              <a:ext uri="{FF2B5EF4-FFF2-40B4-BE49-F238E27FC236}">
                <a16:creationId xmlns:a16="http://schemas.microsoft.com/office/drawing/2014/main" id="{CF30AD32-0877-CA45-BB1D-BD4268D43E75}"/>
              </a:ext>
            </a:extLst>
          </p:cNvPr>
          <p:cNvGrpSpPr/>
          <p:nvPr/>
        </p:nvGrpSpPr>
        <p:grpSpPr>
          <a:xfrm>
            <a:off x="6314866" y="971396"/>
            <a:ext cx="2415074" cy="2845108"/>
            <a:chOff x="5056682" y="631271"/>
            <a:chExt cx="3374103" cy="3974904"/>
          </a:xfrm>
        </p:grpSpPr>
        <p:sp>
          <p:nvSpPr>
            <p:cNvPr id="6" name="Google Shape;2207;p57">
              <a:extLst>
                <a:ext uri="{FF2B5EF4-FFF2-40B4-BE49-F238E27FC236}">
                  <a16:creationId xmlns:a16="http://schemas.microsoft.com/office/drawing/2014/main" id="{ADBEEF3B-5290-4D40-1EEF-00BED3EDA944}"/>
                </a:ext>
              </a:extLst>
            </p:cNvPr>
            <p:cNvSpPr/>
            <p:nvPr/>
          </p:nvSpPr>
          <p:spPr>
            <a:xfrm>
              <a:off x="5658674" y="1289524"/>
              <a:ext cx="2571172" cy="2492023"/>
            </a:xfrm>
            <a:custGeom>
              <a:avLst/>
              <a:gdLst/>
              <a:ahLst/>
              <a:cxnLst/>
              <a:rect l="l" t="t" r="r" b="b"/>
              <a:pathLst>
                <a:path w="34694" h="33626" extrusionOk="0">
                  <a:moveTo>
                    <a:pt x="26961" y="0"/>
                  </a:moveTo>
                  <a:cubicBezTo>
                    <a:pt x="26141" y="0"/>
                    <a:pt x="25322" y="151"/>
                    <a:pt x="24556" y="464"/>
                  </a:cubicBezTo>
                  <a:cubicBezTo>
                    <a:pt x="21698" y="1610"/>
                    <a:pt x="20134" y="4617"/>
                    <a:pt x="17835" y="6683"/>
                  </a:cubicBezTo>
                  <a:cubicBezTo>
                    <a:pt x="14743" y="9484"/>
                    <a:pt x="10676" y="9541"/>
                    <a:pt x="7223" y="11514"/>
                  </a:cubicBezTo>
                  <a:cubicBezTo>
                    <a:pt x="4217" y="13226"/>
                    <a:pt x="1712" y="16000"/>
                    <a:pt x="680" y="19332"/>
                  </a:cubicBezTo>
                  <a:cubicBezTo>
                    <a:pt x="121" y="21065"/>
                    <a:pt x="0" y="23223"/>
                    <a:pt x="382" y="25281"/>
                  </a:cubicBezTo>
                  <a:cubicBezTo>
                    <a:pt x="800" y="27432"/>
                    <a:pt x="1769" y="29441"/>
                    <a:pt x="3361" y="30679"/>
                  </a:cubicBezTo>
                  <a:cubicBezTo>
                    <a:pt x="6075" y="32748"/>
                    <a:pt x="9754" y="33625"/>
                    <a:pt x="13212" y="33625"/>
                  </a:cubicBezTo>
                  <a:cubicBezTo>
                    <a:pt x="14035" y="33625"/>
                    <a:pt x="14846" y="33576"/>
                    <a:pt x="15628" y="33480"/>
                  </a:cubicBezTo>
                  <a:cubicBezTo>
                    <a:pt x="16066" y="33417"/>
                    <a:pt x="16512" y="33360"/>
                    <a:pt x="16922" y="33268"/>
                  </a:cubicBezTo>
                  <a:cubicBezTo>
                    <a:pt x="19455" y="32801"/>
                    <a:pt x="21931" y="31768"/>
                    <a:pt x="23763" y="29971"/>
                  </a:cubicBezTo>
                  <a:cubicBezTo>
                    <a:pt x="25765" y="27998"/>
                    <a:pt x="26798" y="25840"/>
                    <a:pt x="27767" y="23251"/>
                  </a:cubicBezTo>
                  <a:cubicBezTo>
                    <a:pt x="28892" y="20273"/>
                    <a:pt x="30774" y="17676"/>
                    <a:pt x="32217" y="14846"/>
                  </a:cubicBezTo>
                  <a:cubicBezTo>
                    <a:pt x="33667" y="12045"/>
                    <a:pt x="34693" y="8805"/>
                    <a:pt x="33929" y="5742"/>
                  </a:cubicBezTo>
                  <a:cubicBezTo>
                    <a:pt x="33427" y="3768"/>
                    <a:pt x="32160" y="1964"/>
                    <a:pt x="30420" y="938"/>
                  </a:cubicBezTo>
                  <a:cubicBezTo>
                    <a:pt x="29369" y="324"/>
                    <a:pt x="28163" y="0"/>
                    <a:pt x="26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208;p57">
              <a:extLst>
                <a:ext uri="{FF2B5EF4-FFF2-40B4-BE49-F238E27FC236}">
                  <a16:creationId xmlns:a16="http://schemas.microsoft.com/office/drawing/2014/main" id="{CD4F36B0-FD04-F9D4-8EF1-BE5B1099445C}"/>
                </a:ext>
              </a:extLst>
            </p:cNvPr>
            <p:cNvSpPr/>
            <p:nvPr/>
          </p:nvSpPr>
          <p:spPr>
            <a:xfrm>
              <a:off x="5965964" y="631271"/>
              <a:ext cx="815928" cy="1020576"/>
            </a:xfrm>
            <a:custGeom>
              <a:avLst/>
              <a:gdLst/>
              <a:ahLst/>
              <a:cxnLst/>
              <a:rect l="l" t="t" r="r" b="b"/>
              <a:pathLst>
                <a:path w="7690" h="9619" extrusionOk="0">
                  <a:moveTo>
                    <a:pt x="1814" y="0"/>
                  </a:moveTo>
                  <a:cubicBezTo>
                    <a:pt x="1314" y="0"/>
                    <a:pt x="835" y="161"/>
                    <a:pt x="503" y="527"/>
                  </a:cubicBezTo>
                  <a:cubicBezTo>
                    <a:pt x="114" y="938"/>
                    <a:pt x="1" y="1532"/>
                    <a:pt x="29" y="2063"/>
                  </a:cubicBezTo>
                  <a:cubicBezTo>
                    <a:pt x="57" y="2621"/>
                    <a:pt x="234" y="3152"/>
                    <a:pt x="383" y="3683"/>
                  </a:cubicBezTo>
                  <a:cubicBezTo>
                    <a:pt x="913" y="5777"/>
                    <a:pt x="149" y="9017"/>
                    <a:pt x="3064" y="9547"/>
                  </a:cubicBezTo>
                  <a:cubicBezTo>
                    <a:pt x="3307" y="9596"/>
                    <a:pt x="3542" y="9619"/>
                    <a:pt x="3768" y="9619"/>
                  </a:cubicBezTo>
                  <a:cubicBezTo>
                    <a:pt x="6281" y="9619"/>
                    <a:pt x="7690" y="6774"/>
                    <a:pt x="7365" y="4418"/>
                  </a:cubicBezTo>
                  <a:cubicBezTo>
                    <a:pt x="7252" y="3739"/>
                    <a:pt x="6983" y="3060"/>
                    <a:pt x="6573" y="2501"/>
                  </a:cubicBezTo>
                  <a:cubicBezTo>
                    <a:pt x="6276" y="2119"/>
                    <a:pt x="5922" y="1822"/>
                    <a:pt x="5512" y="1589"/>
                  </a:cubicBezTo>
                  <a:cubicBezTo>
                    <a:pt x="5129" y="1383"/>
                    <a:pt x="4684" y="1263"/>
                    <a:pt x="4274" y="1058"/>
                  </a:cubicBezTo>
                  <a:cubicBezTo>
                    <a:pt x="3863" y="825"/>
                    <a:pt x="3474" y="527"/>
                    <a:pt x="3064" y="322"/>
                  </a:cubicBezTo>
                  <a:cubicBezTo>
                    <a:pt x="2683" y="117"/>
                    <a:pt x="2240" y="0"/>
                    <a:pt x="18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2209;p57">
              <a:extLst>
                <a:ext uri="{FF2B5EF4-FFF2-40B4-BE49-F238E27FC236}">
                  <a16:creationId xmlns:a16="http://schemas.microsoft.com/office/drawing/2014/main" id="{B2E2242C-492F-F133-9ABF-C501C57046E0}"/>
                </a:ext>
              </a:extLst>
            </p:cNvPr>
            <p:cNvGrpSpPr/>
            <p:nvPr/>
          </p:nvGrpSpPr>
          <p:grpSpPr>
            <a:xfrm>
              <a:off x="5299623" y="889583"/>
              <a:ext cx="2350000" cy="1348751"/>
              <a:chOff x="6516473" y="1820321"/>
              <a:chExt cx="2350000" cy="1348751"/>
            </a:xfrm>
          </p:grpSpPr>
          <p:grpSp>
            <p:nvGrpSpPr>
              <p:cNvPr id="1290" name="Google Shape;2210;p57">
                <a:extLst>
                  <a:ext uri="{FF2B5EF4-FFF2-40B4-BE49-F238E27FC236}">
                    <a16:creationId xmlns:a16="http://schemas.microsoft.com/office/drawing/2014/main" id="{322EB546-9529-1348-AACF-284EA6985161}"/>
                  </a:ext>
                </a:extLst>
              </p:cNvPr>
              <p:cNvGrpSpPr/>
              <p:nvPr/>
            </p:nvGrpSpPr>
            <p:grpSpPr>
              <a:xfrm>
                <a:off x="6516473" y="1820321"/>
                <a:ext cx="1504917" cy="1021126"/>
                <a:chOff x="5128378" y="1759883"/>
                <a:chExt cx="525423" cy="356526"/>
              </a:xfrm>
            </p:grpSpPr>
            <p:sp>
              <p:nvSpPr>
                <p:cNvPr id="1326" name="Google Shape;2211;p57">
                  <a:extLst>
                    <a:ext uri="{FF2B5EF4-FFF2-40B4-BE49-F238E27FC236}">
                      <a16:creationId xmlns:a16="http://schemas.microsoft.com/office/drawing/2014/main" id="{87172285-A78B-8C2C-F33D-DF34A165D271}"/>
                    </a:ext>
                  </a:extLst>
                </p:cNvPr>
                <p:cNvSpPr/>
                <p:nvPr/>
              </p:nvSpPr>
              <p:spPr>
                <a:xfrm>
                  <a:off x="5128378" y="1759883"/>
                  <a:ext cx="525423" cy="356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9" h="10259" extrusionOk="0">
                      <a:moveTo>
                        <a:pt x="114" y="1"/>
                      </a:moveTo>
                      <a:cubicBezTo>
                        <a:pt x="58" y="1"/>
                        <a:pt x="1" y="58"/>
                        <a:pt x="1" y="150"/>
                      </a:cubicBezTo>
                      <a:lnTo>
                        <a:pt x="1" y="10139"/>
                      </a:lnTo>
                      <a:cubicBezTo>
                        <a:pt x="1" y="10195"/>
                        <a:pt x="58" y="10259"/>
                        <a:pt x="114" y="10259"/>
                      </a:cubicBezTo>
                      <a:lnTo>
                        <a:pt x="15006" y="10259"/>
                      </a:lnTo>
                      <a:cubicBezTo>
                        <a:pt x="15062" y="10259"/>
                        <a:pt x="15119" y="10195"/>
                        <a:pt x="15119" y="10139"/>
                      </a:cubicBezTo>
                      <a:lnTo>
                        <a:pt x="15119" y="150"/>
                      </a:lnTo>
                      <a:cubicBezTo>
                        <a:pt x="15119" y="58"/>
                        <a:pt x="15062" y="1"/>
                        <a:pt x="15006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7" name="Google Shape;2212;p57">
                  <a:extLst>
                    <a:ext uri="{FF2B5EF4-FFF2-40B4-BE49-F238E27FC236}">
                      <a16:creationId xmlns:a16="http://schemas.microsoft.com/office/drawing/2014/main" id="{36E06495-46B4-59CC-73A9-267AD824619F}"/>
                    </a:ext>
                  </a:extLst>
                </p:cNvPr>
                <p:cNvSpPr/>
                <p:nvPr/>
              </p:nvSpPr>
              <p:spPr>
                <a:xfrm>
                  <a:off x="5472603" y="1829458"/>
                  <a:ext cx="117776" cy="6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9" h="178" extrusionOk="0">
                      <a:moveTo>
                        <a:pt x="0" y="1"/>
                      </a:moveTo>
                      <a:lnTo>
                        <a:pt x="0" y="178"/>
                      </a:lnTo>
                      <a:lnTo>
                        <a:pt x="3389" y="178"/>
                      </a:lnTo>
                      <a:lnTo>
                        <a:pt x="338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8" name="Google Shape;2213;p57">
                  <a:extLst>
                    <a:ext uri="{FF2B5EF4-FFF2-40B4-BE49-F238E27FC236}">
                      <a16:creationId xmlns:a16="http://schemas.microsoft.com/office/drawing/2014/main" id="{8025472D-DB3E-DE8C-7FDF-BF2E8615404B}"/>
                    </a:ext>
                  </a:extLst>
                </p:cNvPr>
                <p:cNvSpPr/>
                <p:nvPr/>
              </p:nvSpPr>
              <p:spPr>
                <a:xfrm>
                  <a:off x="5405948" y="1829458"/>
                  <a:ext cx="47263" cy="6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" h="178" extrusionOk="0">
                      <a:moveTo>
                        <a:pt x="1" y="1"/>
                      </a:moveTo>
                      <a:lnTo>
                        <a:pt x="1" y="178"/>
                      </a:lnTo>
                      <a:lnTo>
                        <a:pt x="1359" y="178"/>
                      </a:lnTo>
                      <a:lnTo>
                        <a:pt x="135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9" name="Google Shape;2214;p57">
                  <a:extLst>
                    <a:ext uri="{FF2B5EF4-FFF2-40B4-BE49-F238E27FC236}">
                      <a16:creationId xmlns:a16="http://schemas.microsoft.com/office/drawing/2014/main" id="{91BB6119-594D-3D93-A38E-D35A1186B70E}"/>
                    </a:ext>
                  </a:extLst>
                </p:cNvPr>
                <p:cNvSpPr/>
                <p:nvPr/>
              </p:nvSpPr>
              <p:spPr>
                <a:xfrm>
                  <a:off x="5362924" y="1829458"/>
                  <a:ext cx="30791" cy="6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6" h="178" extrusionOk="0">
                      <a:moveTo>
                        <a:pt x="1" y="1"/>
                      </a:moveTo>
                      <a:lnTo>
                        <a:pt x="1" y="178"/>
                      </a:lnTo>
                      <a:lnTo>
                        <a:pt x="885" y="178"/>
                      </a:lnTo>
                      <a:lnTo>
                        <a:pt x="88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0" name="Google Shape;2215;p57">
                  <a:extLst>
                    <a:ext uri="{FF2B5EF4-FFF2-40B4-BE49-F238E27FC236}">
                      <a16:creationId xmlns:a16="http://schemas.microsoft.com/office/drawing/2014/main" id="{51E5CFF2-14B6-2779-D85E-CD1A3AFB2994}"/>
                    </a:ext>
                  </a:extLst>
                </p:cNvPr>
                <p:cNvSpPr/>
                <p:nvPr/>
              </p:nvSpPr>
              <p:spPr>
                <a:xfrm>
                  <a:off x="5341308" y="1829458"/>
                  <a:ext cx="12337" cy="6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" h="178" extrusionOk="0">
                      <a:moveTo>
                        <a:pt x="0" y="1"/>
                      </a:moveTo>
                      <a:lnTo>
                        <a:pt x="0" y="178"/>
                      </a:lnTo>
                      <a:lnTo>
                        <a:pt x="354" y="178"/>
                      </a:lnTo>
                      <a:lnTo>
                        <a:pt x="3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1" name="Google Shape;2216;p57">
                  <a:extLst>
                    <a:ext uri="{FF2B5EF4-FFF2-40B4-BE49-F238E27FC236}">
                      <a16:creationId xmlns:a16="http://schemas.microsoft.com/office/drawing/2014/main" id="{3C9DB133-C931-AAE0-86EB-061E1B44A093}"/>
                    </a:ext>
                  </a:extLst>
                </p:cNvPr>
                <p:cNvSpPr/>
                <p:nvPr/>
              </p:nvSpPr>
              <p:spPr>
                <a:xfrm>
                  <a:off x="5198960" y="1829458"/>
                  <a:ext cx="126152" cy="6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0" h="178" extrusionOk="0">
                      <a:moveTo>
                        <a:pt x="0" y="1"/>
                      </a:moveTo>
                      <a:lnTo>
                        <a:pt x="0" y="178"/>
                      </a:lnTo>
                      <a:lnTo>
                        <a:pt x="3629" y="178"/>
                      </a:lnTo>
                      <a:lnTo>
                        <a:pt x="362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2" name="Google Shape;2217;p57">
                  <a:extLst>
                    <a:ext uri="{FF2B5EF4-FFF2-40B4-BE49-F238E27FC236}">
                      <a16:creationId xmlns:a16="http://schemas.microsoft.com/office/drawing/2014/main" id="{E4796B4B-A7B8-9E27-3E9A-A27CB74959E3}"/>
                    </a:ext>
                  </a:extLst>
                </p:cNvPr>
                <p:cNvSpPr/>
                <p:nvPr/>
              </p:nvSpPr>
              <p:spPr>
                <a:xfrm>
                  <a:off x="5513403" y="1858233"/>
                  <a:ext cx="102555" cy="71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1" h="206" extrusionOk="0">
                      <a:moveTo>
                        <a:pt x="0" y="1"/>
                      </a:moveTo>
                      <a:lnTo>
                        <a:pt x="0" y="206"/>
                      </a:lnTo>
                      <a:lnTo>
                        <a:pt x="2950" y="206"/>
                      </a:lnTo>
                      <a:lnTo>
                        <a:pt x="295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3" name="Google Shape;2218;p57">
                  <a:extLst>
                    <a:ext uri="{FF2B5EF4-FFF2-40B4-BE49-F238E27FC236}">
                      <a16:creationId xmlns:a16="http://schemas.microsoft.com/office/drawing/2014/main" id="{0859B4C3-C749-2495-7901-01E6623ABC76}"/>
                    </a:ext>
                  </a:extLst>
                </p:cNvPr>
                <p:cNvSpPr/>
                <p:nvPr/>
              </p:nvSpPr>
              <p:spPr>
                <a:xfrm>
                  <a:off x="5355799" y="1858233"/>
                  <a:ext cx="133033" cy="71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8" h="206" extrusionOk="0">
                      <a:moveTo>
                        <a:pt x="1" y="1"/>
                      </a:moveTo>
                      <a:lnTo>
                        <a:pt x="1" y="206"/>
                      </a:lnTo>
                      <a:lnTo>
                        <a:pt x="3828" y="206"/>
                      </a:lnTo>
                      <a:lnTo>
                        <a:pt x="382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4" name="Google Shape;2219;p57">
                  <a:extLst>
                    <a:ext uri="{FF2B5EF4-FFF2-40B4-BE49-F238E27FC236}">
                      <a16:creationId xmlns:a16="http://schemas.microsoft.com/office/drawing/2014/main" id="{393C62CE-5019-1E2C-5206-796E6A05FC4B}"/>
                    </a:ext>
                  </a:extLst>
                </p:cNvPr>
                <p:cNvSpPr/>
                <p:nvPr/>
              </p:nvSpPr>
              <p:spPr>
                <a:xfrm>
                  <a:off x="5318927" y="1858233"/>
                  <a:ext cx="14283" cy="71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" h="206" extrusionOk="0">
                      <a:moveTo>
                        <a:pt x="1" y="1"/>
                      </a:moveTo>
                      <a:lnTo>
                        <a:pt x="1" y="206"/>
                      </a:lnTo>
                      <a:lnTo>
                        <a:pt x="411" y="206"/>
                      </a:lnTo>
                      <a:lnTo>
                        <a:pt x="41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5" name="Google Shape;2220;p57">
                  <a:extLst>
                    <a:ext uri="{FF2B5EF4-FFF2-40B4-BE49-F238E27FC236}">
                      <a16:creationId xmlns:a16="http://schemas.microsoft.com/office/drawing/2014/main" id="{AF038521-8E9A-4E62-1154-D27A751AB123}"/>
                    </a:ext>
                  </a:extLst>
                </p:cNvPr>
                <p:cNvSpPr/>
                <p:nvPr/>
              </p:nvSpPr>
              <p:spPr>
                <a:xfrm>
                  <a:off x="5223531" y="1858233"/>
                  <a:ext cx="67663" cy="71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7" h="206" extrusionOk="0">
                      <a:moveTo>
                        <a:pt x="1" y="1"/>
                      </a:moveTo>
                      <a:lnTo>
                        <a:pt x="1" y="206"/>
                      </a:lnTo>
                      <a:lnTo>
                        <a:pt x="1946" y="206"/>
                      </a:lnTo>
                      <a:lnTo>
                        <a:pt x="194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6" name="Google Shape;2221;p57">
                  <a:extLst>
                    <a:ext uri="{FF2B5EF4-FFF2-40B4-BE49-F238E27FC236}">
                      <a16:creationId xmlns:a16="http://schemas.microsoft.com/office/drawing/2014/main" id="{8D4734EF-A90A-9F64-525E-0082ABEE6BCE}"/>
                    </a:ext>
                  </a:extLst>
                </p:cNvPr>
                <p:cNvSpPr/>
                <p:nvPr/>
              </p:nvSpPr>
              <p:spPr>
                <a:xfrm>
                  <a:off x="5163061" y="1858233"/>
                  <a:ext cx="40104" cy="71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4" h="206" extrusionOk="0">
                      <a:moveTo>
                        <a:pt x="0" y="1"/>
                      </a:moveTo>
                      <a:lnTo>
                        <a:pt x="0" y="206"/>
                      </a:lnTo>
                      <a:lnTo>
                        <a:pt x="1154" y="206"/>
                      </a:lnTo>
                      <a:lnTo>
                        <a:pt x="11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7" name="Google Shape;2222;p57">
                  <a:extLst>
                    <a:ext uri="{FF2B5EF4-FFF2-40B4-BE49-F238E27FC236}">
                      <a16:creationId xmlns:a16="http://schemas.microsoft.com/office/drawing/2014/main" id="{97E7FA48-8A95-75F8-C925-CB86CB45C1FB}"/>
                    </a:ext>
                  </a:extLst>
                </p:cNvPr>
                <p:cNvSpPr/>
                <p:nvPr/>
              </p:nvSpPr>
              <p:spPr>
                <a:xfrm>
                  <a:off x="5472603" y="1941083"/>
                  <a:ext cx="117776" cy="6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9" h="178" extrusionOk="0">
                      <a:moveTo>
                        <a:pt x="0" y="1"/>
                      </a:moveTo>
                      <a:lnTo>
                        <a:pt x="0" y="178"/>
                      </a:lnTo>
                      <a:lnTo>
                        <a:pt x="3389" y="178"/>
                      </a:lnTo>
                      <a:lnTo>
                        <a:pt x="338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8" name="Google Shape;2223;p57">
                  <a:extLst>
                    <a:ext uri="{FF2B5EF4-FFF2-40B4-BE49-F238E27FC236}">
                      <a16:creationId xmlns:a16="http://schemas.microsoft.com/office/drawing/2014/main" id="{A6073F76-606D-408F-9C70-FC7AA2E4831C}"/>
                    </a:ext>
                  </a:extLst>
                </p:cNvPr>
                <p:cNvSpPr/>
                <p:nvPr/>
              </p:nvSpPr>
              <p:spPr>
                <a:xfrm>
                  <a:off x="5405948" y="1941083"/>
                  <a:ext cx="47263" cy="6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" h="178" extrusionOk="0">
                      <a:moveTo>
                        <a:pt x="1" y="1"/>
                      </a:moveTo>
                      <a:lnTo>
                        <a:pt x="1" y="178"/>
                      </a:lnTo>
                      <a:lnTo>
                        <a:pt x="1359" y="178"/>
                      </a:lnTo>
                      <a:lnTo>
                        <a:pt x="135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9" name="Google Shape;2224;p57">
                  <a:extLst>
                    <a:ext uri="{FF2B5EF4-FFF2-40B4-BE49-F238E27FC236}">
                      <a16:creationId xmlns:a16="http://schemas.microsoft.com/office/drawing/2014/main" id="{C38E0DDB-8B50-909A-F15E-3DA3563D68AB}"/>
                    </a:ext>
                  </a:extLst>
                </p:cNvPr>
                <p:cNvSpPr/>
                <p:nvPr/>
              </p:nvSpPr>
              <p:spPr>
                <a:xfrm>
                  <a:off x="5362924" y="1941083"/>
                  <a:ext cx="30791" cy="6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6" h="178" extrusionOk="0">
                      <a:moveTo>
                        <a:pt x="1" y="1"/>
                      </a:moveTo>
                      <a:lnTo>
                        <a:pt x="1" y="178"/>
                      </a:lnTo>
                      <a:lnTo>
                        <a:pt x="885" y="178"/>
                      </a:lnTo>
                      <a:lnTo>
                        <a:pt x="88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0" name="Google Shape;2225;p57">
                  <a:extLst>
                    <a:ext uri="{FF2B5EF4-FFF2-40B4-BE49-F238E27FC236}">
                      <a16:creationId xmlns:a16="http://schemas.microsoft.com/office/drawing/2014/main" id="{BA77BC0B-7F75-6C40-A567-8BF3AE7CB82C}"/>
                    </a:ext>
                  </a:extLst>
                </p:cNvPr>
                <p:cNvSpPr/>
                <p:nvPr/>
              </p:nvSpPr>
              <p:spPr>
                <a:xfrm>
                  <a:off x="5341308" y="1941083"/>
                  <a:ext cx="12337" cy="6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" h="178" extrusionOk="0">
                      <a:moveTo>
                        <a:pt x="0" y="1"/>
                      </a:moveTo>
                      <a:lnTo>
                        <a:pt x="0" y="178"/>
                      </a:lnTo>
                      <a:lnTo>
                        <a:pt x="354" y="178"/>
                      </a:lnTo>
                      <a:lnTo>
                        <a:pt x="3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1" name="Google Shape;2226;p57">
                  <a:extLst>
                    <a:ext uri="{FF2B5EF4-FFF2-40B4-BE49-F238E27FC236}">
                      <a16:creationId xmlns:a16="http://schemas.microsoft.com/office/drawing/2014/main" id="{38042DE6-B994-21ED-C8E3-7E47299C5A3A}"/>
                    </a:ext>
                  </a:extLst>
                </p:cNvPr>
                <p:cNvSpPr/>
                <p:nvPr/>
              </p:nvSpPr>
              <p:spPr>
                <a:xfrm>
                  <a:off x="5198960" y="1941083"/>
                  <a:ext cx="126152" cy="6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0" h="178" extrusionOk="0">
                      <a:moveTo>
                        <a:pt x="0" y="1"/>
                      </a:moveTo>
                      <a:lnTo>
                        <a:pt x="0" y="178"/>
                      </a:lnTo>
                      <a:lnTo>
                        <a:pt x="3629" y="178"/>
                      </a:lnTo>
                      <a:lnTo>
                        <a:pt x="362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2" name="Google Shape;2227;p57">
                  <a:extLst>
                    <a:ext uri="{FF2B5EF4-FFF2-40B4-BE49-F238E27FC236}">
                      <a16:creationId xmlns:a16="http://schemas.microsoft.com/office/drawing/2014/main" id="{79DF210F-6F36-B4C1-18F7-6BCADF68FB93}"/>
                    </a:ext>
                  </a:extLst>
                </p:cNvPr>
                <p:cNvSpPr/>
                <p:nvPr/>
              </p:nvSpPr>
              <p:spPr>
                <a:xfrm>
                  <a:off x="5513403" y="1970832"/>
                  <a:ext cx="76977" cy="6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5" h="178" extrusionOk="0">
                      <a:moveTo>
                        <a:pt x="0" y="1"/>
                      </a:moveTo>
                      <a:lnTo>
                        <a:pt x="0" y="178"/>
                      </a:lnTo>
                      <a:lnTo>
                        <a:pt x="2215" y="178"/>
                      </a:lnTo>
                      <a:lnTo>
                        <a:pt x="22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3" name="Google Shape;2228;p57">
                  <a:extLst>
                    <a:ext uri="{FF2B5EF4-FFF2-40B4-BE49-F238E27FC236}">
                      <a16:creationId xmlns:a16="http://schemas.microsoft.com/office/drawing/2014/main" id="{E329C716-6E72-8287-F6D9-21DA05B004BF}"/>
                    </a:ext>
                  </a:extLst>
                </p:cNvPr>
                <p:cNvSpPr/>
                <p:nvPr/>
              </p:nvSpPr>
              <p:spPr>
                <a:xfrm>
                  <a:off x="5379396" y="1970832"/>
                  <a:ext cx="109436" cy="6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9" h="178" extrusionOk="0">
                      <a:moveTo>
                        <a:pt x="1" y="1"/>
                      </a:moveTo>
                      <a:lnTo>
                        <a:pt x="1" y="178"/>
                      </a:lnTo>
                      <a:lnTo>
                        <a:pt x="3149" y="178"/>
                      </a:lnTo>
                      <a:lnTo>
                        <a:pt x="314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4" name="Google Shape;2229;p57">
                  <a:extLst>
                    <a:ext uri="{FF2B5EF4-FFF2-40B4-BE49-F238E27FC236}">
                      <a16:creationId xmlns:a16="http://schemas.microsoft.com/office/drawing/2014/main" id="{5159357D-CF1C-4127-1FC9-63E21A0AFB59}"/>
                    </a:ext>
                  </a:extLst>
                </p:cNvPr>
                <p:cNvSpPr/>
                <p:nvPr/>
              </p:nvSpPr>
              <p:spPr>
                <a:xfrm>
                  <a:off x="5337380" y="1970832"/>
                  <a:ext cx="12302" cy="6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" h="178" extrusionOk="0">
                      <a:moveTo>
                        <a:pt x="0" y="1"/>
                      </a:moveTo>
                      <a:lnTo>
                        <a:pt x="0" y="178"/>
                      </a:lnTo>
                      <a:lnTo>
                        <a:pt x="354" y="178"/>
                      </a:lnTo>
                      <a:lnTo>
                        <a:pt x="3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5" name="Google Shape;2230;p57">
                  <a:extLst>
                    <a:ext uri="{FF2B5EF4-FFF2-40B4-BE49-F238E27FC236}">
                      <a16:creationId xmlns:a16="http://schemas.microsoft.com/office/drawing/2014/main" id="{0F45800B-E75C-69F3-C2B4-4AA873C025D4}"/>
                    </a:ext>
                  </a:extLst>
                </p:cNvPr>
                <p:cNvSpPr/>
                <p:nvPr/>
              </p:nvSpPr>
              <p:spPr>
                <a:xfrm>
                  <a:off x="5223531" y="1970832"/>
                  <a:ext cx="93206" cy="6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2" h="178" extrusionOk="0">
                      <a:moveTo>
                        <a:pt x="1" y="1"/>
                      </a:moveTo>
                      <a:lnTo>
                        <a:pt x="1" y="178"/>
                      </a:lnTo>
                      <a:lnTo>
                        <a:pt x="2682" y="178"/>
                      </a:lnTo>
                      <a:lnTo>
                        <a:pt x="268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6" name="Google Shape;2231;p57">
                  <a:extLst>
                    <a:ext uri="{FF2B5EF4-FFF2-40B4-BE49-F238E27FC236}">
                      <a16:creationId xmlns:a16="http://schemas.microsoft.com/office/drawing/2014/main" id="{29B68D47-30A1-2EC7-F5A2-770E0AF2CF51}"/>
                    </a:ext>
                  </a:extLst>
                </p:cNvPr>
                <p:cNvSpPr/>
                <p:nvPr/>
              </p:nvSpPr>
              <p:spPr>
                <a:xfrm>
                  <a:off x="5183704" y="1970832"/>
                  <a:ext cx="26586" cy="6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" h="178" extrusionOk="0">
                      <a:moveTo>
                        <a:pt x="29" y="1"/>
                      </a:moveTo>
                      <a:lnTo>
                        <a:pt x="1" y="178"/>
                      </a:lnTo>
                      <a:lnTo>
                        <a:pt x="765" y="178"/>
                      </a:lnTo>
                      <a:lnTo>
                        <a:pt x="76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7" name="Google Shape;2232;p57">
                  <a:extLst>
                    <a:ext uri="{FF2B5EF4-FFF2-40B4-BE49-F238E27FC236}">
                      <a16:creationId xmlns:a16="http://schemas.microsoft.com/office/drawing/2014/main" id="{CAFBA5B4-CF03-2483-2CEB-9EB393EA3429}"/>
                    </a:ext>
                  </a:extLst>
                </p:cNvPr>
                <p:cNvSpPr/>
                <p:nvPr/>
              </p:nvSpPr>
              <p:spPr>
                <a:xfrm>
                  <a:off x="5551492" y="2002561"/>
                  <a:ext cx="38888" cy="71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06" extrusionOk="0">
                      <a:moveTo>
                        <a:pt x="1" y="0"/>
                      </a:moveTo>
                      <a:lnTo>
                        <a:pt x="1" y="206"/>
                      </a:lnTo>
                      <a:lnTo>
                        <a:pt x="1119" y="206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8" name="Google Shape;2233;p57">
                  <a:extLst>
                    <a:ext uri="{FF2B5EF4-FFF2-40B4-BE49-F238E27FC236}">
                      <a16:creationId xmlns:a16="http://schemas.microsoft.com/office/drawing/2014/main" id="{87B54706-7F1B-6FB5-9D06-F253830A295E}"/>
                    </a:ext>
                  </a:extLst>
                </p:cNvPr>
                <p:cNvSpPr/>
                <p:nvPr/>
              </p:nvSpPr>
              <p:spPr>
                <a:xfrm>
                  <a:off x="5405948" y="2002561"/>
                  <a:ext cx="125908" cy="71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3" h="206" extrusionOk="0">
                      <a:moveTo>
                        <a:pt x="1" y="0"/>
                      </a:moveTo>
                      <a:lnTo>
                        <a:pt x="1" y="206"/>
                      </a:lnTo>
                      <a:lnTo>
                        <a:pt x="3623" y="206"/>
                      </a:lnTo>
                      <a:lnTo>
                        <a:pt x="362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9" name="Google Shape;2234;p57">
                  <a:extLst>
                    <a:ext uri="{FF2B5EF4-FFF2-40B4-BE49-F238E27FC236}">
                      <a16:creationId xmlns:a16="http://schemas.microsoft.com/office/drawing/2014/main" id="{CAC37501-ABB2-16E8-62E7-6C947FBBFC6A}"/>
                    </a:ext>
                  </a:extLst>
                </p:cNvPr>
                <p:cNvSpPr/>
                <p:nvPr/>
              </p:nvSpPr>
              <p:spPr>
                <a:xfrm>
                  <a:off x="5347459" y="2002561"/>
                  <a:ext cx="35934" cy="71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4" h="206" extrusionOk="0">
                      <a:moveTo>
                        <a:pt x="0" y="0"/>
                      </a:moveTo>
                      <a:lnTo>
                        <a:pt x="0" y="206"/>
                      </a:lnTo>
                      <a:lnTo>
                        <a:pt x="1033" y="206"/>
                      </a:lnTo>
                      <a:lnTo>
                        <a:pt x="103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0" name="Google Shape;2235;p57">
                  <a:extLst>
                    <a:ext uri="{FF2B5EF4-FFF2-40B4-BE49-F238E27FC236}">
                      <a16:creationId xmlns:a16="http://schemas.microsoft.com/office/drawing/2014/main" id="{7AB366FD-89D8-3388-06FB-5BF3A332C365}"/>
                    </a:ext>
                  </a:extLst>
                </p:cNvPr>
                <p:cNvSpPr/>
                <p:nvPr/>
              </p:nvSpPr>
              <p:spPr>
                <a:xfrm>
                  <a:off x="5198960" y="2002561"/>
                  <a:ext cx="129106" cy="71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5" h="206" extrusionOk="0">
                      <a:moveTo>
                        <a:pt x="0" y="0"/>
                      </a:moveTo>
                      <a:lnTo>
                        <a:pt x="0" y="206"/>
                      </a:lnTo>
                      <a:lnTo>
                        <a:pt x="3714" y="206"/>
                      </a:lnTo>
                      <a:lnTo>
                        <a:pt x="371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1" name="Google Shape;2236;p57">
                  <a:extLst>
                    <a:ext uri="{FF2B5EF4-FFF2-40B4-BE49-F238E27FC236}">
                      <a16:creationId xmlns:a16="http://schemas.microsoft.com/office/drawing/2014/main" id="{42F4826F-7892-9DBB-0FE1-5CDE7D4FEE2B}"/>
                    </a:ext>
                  </a:extLst>
                </p:cNvPr>
                <p:cNvSpPr/>
                <p:nvPr/>
              </p:nvSpPr>
              <p:spPr>
                <a:xfrm>
                  <a:off x="5513403" y="2032309"/>
                  <a:ext cx="76977" cy="6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5" h="178" extrusionOk="0">
                      <a:moveTo>
                        <a:pt x="0" y="0"/>
                      </a:moveTo>
                      <a:lnTo>
                        <a:pt x="0" y="177"/>
                      </a:lnTo>
                      <a:lnTo>
                        <a:pt x="2215" y="177"/>
                      </a:lnTo>
                      <a:lnTo>
                        <a:pt x="221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2" name="Google Shape;2237;p57">
                  <a:extLst>
                    <a:ext uri="{FF2B5EF4-FFF2-40B4-BE49-F238E27FC236}">
                      <a16:creationId xmlns:a16="http://schemas.microsoft.com/office/drawing/2014/main" id="{BE13F183-61F4-37F6-474D-4C2A8F6C8A18}"/>
                    </a:ext>
                  </a:extLst>
                </p:cNvPr>
                <p:cNvSpPr/>
                <p:nvPr/>
              </p:nvSpPr>
              <p:spPr>
                <a:xfrm>
                  <a:off x="5379396" y="2032309"/>
                  <a:ext cx="109436" cy="6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9" h="178" extrusionOk="0">
                      <a:moveTo>
                        <a:pt x="1" y="0"/>
                      </a:moveTo>
                      <a:lnTo>
                        <a:pt x="1" y="177"/>
                      </a:lnTo>
                      <a:lnTo>
                        <a:pt x="3149" y="177"/>
                      </a:lnTo>
                      <a:lnTo>
                        <a:pt x="314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3" name="Google Shape;2238;p57">
                  <a:extLst>
                    <a:ext uri="{FF2B5EF4-FFF2-40B4-BE49-F238E27FC236}">
                      <a16:creationId xmlns:a16="http://schemas.microsoft.com/office/drawing/2014/main" id="{920C8D92-E187-DEB3-55EC-ED1E5425E016}"/>
                    </a:ext>
                  </a:extLst>
                </p:cNvPr>
                <p:cNvSpPr/>
                <p:nvPr/>
              </p:nvSpPr>
              <p:spPr>
                <a:xfrm>
                  <a:off x="5337380" y="2032309"/>
                  <a:ext cx="12302" cy="6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" h="178" extrusionOk="0">
                      <a:moveTo>
                        <a:pt x="0" y="0"/>
                      </a:moveTo>
                      <a:lnTo>
                        <a:pt x="0" y="177"/>
                      </a:lnTo>
                      <a:lnTo>
                        <a:pt x="354" y="177"/>
                      </a:lnTo>
                      <a:lnTo>
                        <a:pt x="3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4" name="Google Shape;2239;p57">
                  <a:extLst>
                    <a:ext uri="{FF2B5EF4-FFF2-40B4-BE49-F238E27FC236}">
                      <a16:creationId xmlns:a16="http://schemas.microsoft.com/office/drawing/2014/main" id="{39EBBD4C-9993-9AEC-0D57-9081826B79A1}"/>
                    </a:ext>
                  </a:extLst>
                </p:cNvPr>
                <p:cNvSpPr/>
                <p:nvPr/>
              </p:nvSpPr>
              <p:spPr>
                <a:xfrm>
                  <a:off x="5223531" y="2031336"/>
                  <a:ext cx="93206" cy="71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2" h="206" extrusionOk="0">
                      <a:moveTo>
                        <a:pt x="1" y="0"/>
                      </a:moveTo>
                      <a:lnTo>
                        <a:pt x="1" y="205"/>
                      </a:lnTo>
                      <a:lnTo>
                        <a:pt x="2682" y="205"/>
                      </a:lnTo>
                      <a:lnTo>
                        <a:pt x="2682" y="28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5" name="Google Shape;2240;p57">
                  <a:extLst>
                    <a:ext uri="{FF2B5EF4-FFF2-40B4-BE49-F238E27FC236}">
                      <a16:creationId xmlns:a16="http://schemas.microsoft.com/office/drawing/2014/main" id="{6C9AE1A3-95FB-63C1-FF6C-8EF0E70036D8}"/>
                    </a:ext>
                  </a:extLst>
                </p:cNvPr>
                <p:cNvSpPr/>
                <p:nvPr/>
              </p:nvSpPr>
              <p:spPr>
                <a:xfrm>
                  <a:off x="5183704" y="2031336"/>
                  <a:ext cx="26586" cy="71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" h="206" extrusionOk="0">
                      <a:moveTo>
                        <a:pt x="29" y="0"/>
                      </a:moveTo>
                      <a:lnTo>
                        <a:pt x="1" y="205"/>
                      </a:lnTo>
                      <a:lnTo>
                        <a:pt x="765" y="205"/>
                      </a:lnTo>
                      <a:lnTo>
                        <a:pt x="76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6" name="Google Shape;2241;p57">
                  <a:extLst>
                    <a:ext uri="{FF2B5EF4-FFF2-40B4-BE49-F238E27FC236}">
                      <a16:creationId xmlns:a16="http://schemas.microsoft.com/office/drawing/2014/main" id="{3A6F7B86-7D1A-6B2F-5114-949CE4A043EF}"/>
                    </a:ext>
                  </a:extLst>
                </p:cNvPr>
                <p:cNvSpPr/>
                <p:nvPr/>
              </p:nvSpPr>
              <p:spPr>
                <a:xfrm>
                  <a:off x="5599451" y="1995437"/>
                  <a:ext cx="20678" cy="255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" h="736" extrusionOk="0">
                      <a:moveTo>
                        <a:pt x="121" y="0"/>
                      </a:moveTo>
                      <a:lnTo>
                        <a:pt x="36" y="177"/>
                      </a:lnTo>
                      <a:lnTo>
                        <a:pt x="298" y="354"/>
                      </a:lnTo>
                      <a:lnTo>
                        <a:pt x="0" y="587"/>
                      </a:lnTo>
                      <a:lnTo>
                        <a:pt x="92" y="736"/>
                      </a:lnTo>
                      <a:lnTo>
                        <a:pt x="595" y="354"/>
                      </a:lnTo>
                      <a:lnTo>
                        <a:pt x="12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7" name="Google Shape;2242;p57">
                  <a:extLst>
                    <a:ext uri="{FF2B5EF4-FFF2-40B4-BE49-F238E27FC236}">
                      <a16:creationId xmlns:a16="http://schemas.microsoft.com/office/drawing/2014/main" id="{24FA55AD-6DC9-77E1-B76D-85F5271778E1}"/>
                    </a:ext>
                  </a:extLst>
                </p:cNvPr>
                <p:cNvSpPr/>
                <p:nvPr/>
              </p:nvSpPr>
              <p:spPr>
                <a:xfrm>
                  <a:off x="5595524" y="1822333"/>
                  <a:ext cx="21408" cy="25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" h="737" extrusionOk="0">
                      <a:moveTo>
                        <a:pt x="503" y="1"/>
                      </a:moveTo>
                      <a:lnTo>
                        <a:pt x="0" y="355"/>
                      </a:lnTo>
                      <a:lnTo>
                        <a:pt x="531" y="737"/>
                      </a:lnTo>
                      <a:lnTo>
                        <a:pt x="616" y="560"/>
                      </a:lnTo>
                      <a:lnTo>
                        <a:pt x="326" y="355"/>
                      </a:lnTo>
                      <a:lnTo>
                        <a:pt x="587" y="149"/>
                      </a:lnTo>
                      <a:lnTo>
                        <a:pt x="50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8" name="Google Shape;2243;p57">
                  <a:extLst>
                    <a:ext uri="{FF2B5EF4-FFF2-40B4-BE49-F238E27FC236}">
                      <a16:creationId xmlns:a16="http://schemas.microsoft.com/office/drawing/2014/main" id="{C6D1D6D8-1134-52B9-4FB2-7A588371D606}"/>
                    </a:ext>
                  </a:extLst>
                </p:cNvPr>
                <p:cNvSpPr/>
                <p:nvPr/>
              </p:nvSpPr>
              <p:spPr>
                <a:xfrm>
                  <a:off x="5166258" y="1820387"/>
                  <a:ext cx="21408" cy="255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" h="736" extrusionOk="0">
                      <a:moveTo>
                        <a:pt x="121" y="0"/>
                      </a:moveTo>
                      <a:lnTo>
                        <a:pt x="29" y="142"/>
                      </a:lnTo>
                      <a:lnTo>
                        <a:pt x="298" y="354"/>
                      </a:lnTo>
                      <a:lnTo>
                        <a:pt x="0" y="559"/>
                      </a:lnTo>
                      <a:lnTo>
                        <a:pt x="85" y="736"/>
                      </a:lnTo>
                      <a:lnTo>
                        <a:pt x="616" y="354"/>
                      </a:lnTo>
                      <a:lnTo>
                        <a:pt x="12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9" name="Google Shape;2244;p57">
                  <a:extLst>
                    <a:ext uri="{FF2B5EF4-FFF2-40B4-BE49-F238E27FC236}">
                      <a16:creationId xmlns:a16="http://schemas.microsoft.com/office/drawing/2014/main" id="{03263A37-16D5-40BF-9B41-6E5BC14E1E46}"/>
                    </a:ext>
                  </a:extLst>
                </p:cNvPr>
                <p:cNvSpPr/>
                <p:nvPr/>
              </p:nvSpPr>
              <p:spPr>
                <a:xfrm>
                  <a:off x="5138456" y="1786434"/>
                  <a:ext cx="2259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1713" extrusionOk="0">
                      <a:moveTo>
                        <a:pt x="36" y="1"/>
                      </a:moveTo>
                      <a:cubicBezTo>
                        <a:pt x="1" y="1"/>
                        <a:pt x="1" y="1"/>
                        <a:pt x="1" y="29"/>
                      </a:cubicBezTo>
                      <a:lnTo>
                        <a:pt x="1" y="1685"/>
                      </a:lnTo>
                      <a:cubicBezTo>
                        <a:pt x="1" y="1713"/>
                        <a:pt x="1" y="1713"/>
                        <a:pt x="36" y="1713"/>
                      </a:cubicBezTo>
                      <a:cubicBezTo>
                        <a:pt x="65" y="1713"/>
                        <a:pt x="65" y="1713"/>
                        <a:pt x="65" y="1685"/>
                      </a:cubicBezTo>
                      <a:lnTo>
                        <a:pt x="65" y="29"/>
                      </a:lnTo>
                      <a:cubicBezTo>
                        <a:pt x="65" y="1"/>
                        <a:pt x="65" y="1"/>
                        <a:pt x="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0" name="Google Shape;2245;p57">
                  <a:extLst>
                    <a:ext uri="{FF2B5EF4-FFF2-40B4-BE49-F238E27FC236}">
                      <a16:creationId xmlns:a16="http://schemas.microsoft.com/office/drawing/2014/main" id="{59773780-0C36-BC38-4E5F-BB0ACE696555}"/>
                    </a:ext>
                  </a:extLst>
                </p:cNvPr>
                <p:cNvSpPr/>
                <p:nvPr/>
              </p:nvSpPr>
              <p:spPr>
                <a:xfrm>
                  <a:off x="5138456" y="1858233"/>
                  <a:ext cx="2259" cy="19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560" extrusionOk="0">
                      <a:moveTo>
                        <a:pt x="36" y="1"/>
                      </a:moveTo>
                      <a:cubicBezTo>
                        <a:pt x="1" y="1"/>
                        <a:pt x="1" y="29"/>
                        <a:pt x="1" y="29"/>
                      </a:cubicBezTo>
                      <a:lnTo>
                        <a:pt x="1" y="531"/>
                      </a:lnTo>
                      <a:cubicBezTo>
                        <a:pt x="1" y="560"/>
                        <a:pt x="1" y="560"/>
                        <a:pt x="36" y="560"/>
                      </a:cubicBezTo>
                      <a:cubicBezTo>
                        <a:pt x="65" y="560"/>
                        <a:pt x="65" y="560"/>
                        <a:pt x="65" y="531"/>
                      </a:cubicBezTo>
                      <a:lnTo>
                        <a:pt x="65" y="29"/>
                      </a:lnTo>
                      <a:cubicBezTo>
                        <a:pt x="65" y="29"/>
                        <a:pt x="65" y="1"/>
                        <a:pt x="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1" name="Google Shape;2246;p57">
                  <a:extLst>
                    <a:ext uri="{FF2B5EF4-FFF2-40B4-BE49-F238E27FC236}">
                      <a16:creationId xmlns:a16="http://schemas.microsoft.com/office/drawing/2014/main" id="{6583D6BF-EC09-AF24-A825-02D6342EA44D}"/>
                    </a:ext>
                  </a:extLst>
                </p:cNvPr>
                <p:cNvSpPr/>
                <p:nvPr/>
              </p:nvSpPr>
              <p:spPr>
                <a:xfrm>
                  <a:off x="5140680" y="1775139"/>
                  <a:ext cx="38888" cy="22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65" extrusionOk="0">
                      <a:moveTo>
                        <a:pt x="29" y="1"/>
                      </a:moveTo>
                      <a:cubicBezTo>
                        <a:pt x="1" y="1"/>
                        <a:pt x="1" y="1"/>
                        <a:pt x="1" y="29"/>
                      </a:cubicBezTo>
                      <a:cubicBezTo>
                        <a:pt x="1" y="29"/>
                        <a:pt x="1" y="64"/>
                        <a:pt x="29" y="64"/>
                      </a:cubicBezTo>
                      <a:lnTo>
                        <a:pt x="1090" y="64"/>
                      </a:lnTo>
                      <a:lnTo>
                        <a:pt x="1118" y="29"/>
                      </a:lnTo>
                      <a:cubicBezTo>
                        <a:pt x="1118" y="1"/>
                        <a:pt x="1090" y="1"/>
                        <a:pt x="10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91" name="Google Shape;2247;p57">
                <a:extLst>
                  <a:ext uri="{FF2B5EF4-FFF2-40B4-BE49-F238E27FC236}">
                    <a16:creationId xmlns:a16="http://schemas.microsoft.com/office/drawing/2014/main" id="{3A5A716B-75DD-EB0F-011C-27D91056807C}"/>
                  </a:ext>
                </a:extLst>
              </p:cNvPr>
              <p:cNvGrpSpPr/>
              <p:nvPr/>
            </p:nvGrpSpPr>
            <p:grpSpPr>
              <a:xfrm>
                <a:off x="7367131" y="2189551"/>
                <a:ext cx="1499343" cy="979520"/>
                <a:chOff x="5425374" y="2441175"/>
                <a:chExt cx="523477" cy="341999"/>
              </a:xfrm>
            </p:grpSpPr>
            <p:sp>
              <p:nvSpPr>
                <p:cNvPr id="1292" name="Google Shape;2248;p57">
                  <a:extLst>
                    <a:ext uri="{FF2B5EF4-FFF2-40B4-BE49-F238E27FC236}">
                      <a16:creationId xmlns:a16="http://schemas.microsoft.com/office/drawing/2014/main" id="{BC159378-CA18-4B95-0208-37196D21F15B}"/>
                    </a:ext>
                  </a:extLst>
                </p:cNvPr>
                <p:cNvSpPr/>
                <p:nvPr/>
              </p:nvSpPr>
              <p:spPr>
                <a:xfrm>
                  <a:off x="5425374" y="2441175"/>
                  <a:ext cx="523477" cy="3419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63" h="9841" extrusionOk="0">
                      <a:moveTo>
                        <a:pt x="121" y="0"/>
                      </a:moveTo>
                      <a:cubicBezTo>
                        <a:pt x="57" y="0"/>
                        <a:pt x="1" y="57"/>
                        <a:pt x="1" y="113"/>
                      </a:cubicBezTo>
                      <a:lnTo>
                        <a:pt x="1" y="9727"/>
                      </a:lnTo>
                      <a:cubicBezTo>
                        <a:pt x="1" y="9784"/>
                        <a:pt x="57" y="9840"/>
                        <a:pt x="121" y="9840"/>
                      </a:cubicBezTo>
                      <a:lnTo>
                        <a:pt x="14949" y="9840"/>
                      </a:lnTo>
                      <a:cubicBezTo>
                        <a:pt x="15005" y="9840"/>
                        <a:pt x="15062" y="9784"/>
                        <a:pt x="15062" y="9727"/>
                      </a:cubicBezTo>
                      <a:lnTo>
                        <a:pt x="15062" y="113"/>
                      </a:lnTo>
                      <a:cubicBezTo>
                        <a:pt x="15062" y="57"/>
                        <a:pt x="15005" y="0"/>
                        <a:pt x="14949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3" name="Google Shape;2249;p57">
                  <a:extLst>
                    <a:ext uri="{FF2B5EF4-FFF2-40B4-BE49-F238E27FC236}">
                      <a16:creationId xmlns:a16="http://schemas.microsoft.com/office/drawing/2014/main" id="{92C5A2D3-C904-2103-EA33-154A71B83F23}"/>
                    </a:ext>
                  </a:extLst>
                </p:cNvPr>
                <p:cNvSpPr/>
                <p:nvPr/>
              </p:nvSpPr>
              <p:spPr>
                <a:xfrm>
                  <a:off x="5485879" y="2485172"/>
                  <a:ext cx="118749" cy="9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7" h="263" extrusionOk="0">
                      <a:moveTo>
                        <a:pt x="0" y="0"/>
                      </a:moveTo>
                      <a:lnTo>
                        <a:pt x="0" y="262"/>
                      </a:lnTo>
                      <a:lnTo>
                        <a:pt x="3417" y="262"/>
                      </a:lnTo>
                      <a:lnTo>
                        <a:pt x="3417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4" name="Google Shape;2250;p57">
                  <a:extLst>
                    <a:ext uri="{FF2B5EF4-FFF2-40B4-BE49-F238E27FC236}">
                      <a16:creationId xmlns:a16="http://schemas.microsoft.com/office/drawing/2014/main" id="{2A661C94-5C58-96D5-C05C-69F99675C934}"/>
                    </a:ext>
                  </a:extLst>
                </p:cNvPr>
                <p:cNvSpPr/>
                <p:nvPr/>
              </p:nvSpPr>
              <p:spPr>
                <a:xfrm>
                  <a:off x="5625272" y="2485172"/>
                  <a:ext cx="46985" cy="9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2" h="263" extrusionOk="0">
                      <a:moveTo>
                        <a:pt x="0" y="0"/>
                      </a:moveTo>
                      <a:lnTo>
                        <a:pt x="0" y="262"/>
                      </a:lnTo>
                      <a:lnTo>
                        <a:pt x="1351" y="262"/>
                      </a:lnTo>
                      <a:lnTo>
                        <a:pt x="13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5" name="Google Shape;2251;p57">
                  <a:extLst>
                    <a:ext uri="{FF2B5EF4-FFF2-40B4-BE49-F238E27FC236}">
                      <a16:creationId xmlns:a16="http://schemas.microsoft.com/office/drawing/2014/main" id="{7C265ECF-47E2-3BDE-FCBD-E89380D57059}"/>
                    </a:ext>
                  </a:extLst>
                </p:cNvPr>
                <p:cNvSpPr/>
                <p:nvPr/>
              </p:nvSpPr>
              <p:spPr>
                <a:xfrm>
                  <a:off x="5685498" y="2485172"/>
                  <a:ext cx="30756" cy="9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" h="263" extrusionOk="0">
                      <a:moveTo>
                        <a:pt x="0" y="0"/>
                      </a:moveTo>
                      <a:lnTo>
                        <a:pt x="0" y="262"/>
                      </a:lnTo>
                      <a:lnTo>
                        <a:pt x="885" y="262"/>
                      </a:lnTo>
                      <a:lnTo>
                        <a:pt x="88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6" name="Google Shape;2252;p57">
                  <a:extLst>
                    <a:ext uri="{FF2B5EF4-FFF2-40B4-BE49-F238E27FC236}">
                      <a16:creationId xmlns:a16="http://schemas.microsoft.com/office/drawing/2014/main" id="{EE36A5D8-113D-A418-FA11-182832A2D294}"/>
                    </a:ext>
                  </a:extLst>
                </p:cNvPr>
                <p:cNvSpPr/>
                <p:nvPr/>
              </p:nvSpPr>
              <p:spPr>
                <a:xfrm>
                  <a:off x="5725568" y="2485172"/>
                  <a:ext cx="12337" cy="9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" h="263" extrusionOk="0">
                      <a:moveTo>
                        <a:pt x="1" y="0"/>
                      </a:moveTo>
                      <a:lnTo>
                        <a:pt x="1" y="262"/>
                      </a:lnTo>
                      <a:lnTo>
                        <a:pt x="354" y="262"/>
                      </a:lnTo>
                      <a:lnTo>
                        <a:pt x="35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7" name="Google Shape;2253;p57">
                  <a:extLst>
                    <a:ext uri="{FF2B5EF4-FFF2-40B4-BE49-F238E27FC236}">
                      <a16:creationId xmlns:a16="http://schemas.microsoft.com/office/drawing/2014/main" id="{4CEC377D-F6F6-B852-893B-A3007307927B}"/>
                    </a:ext>
                  </a:extLst>
                </p:cNvPr>
                <p:cNvSpPr/>
                <p:nvPr/>
              </p:nvSpPr>
              <p:spPr>
                <a:xfrm>
                  <a:off x="5754343" y="2485172"/>
                  <a:ext cx="127854" cy="9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9" h="263" extrusionOk="0">
                      <a:moveTo>
                        <a:pt x="0" y="0"/>
                      </a:moveTo>
                      <a:lnTo>
                        <a:pt x="0" y="262"/>
                      </a:lnTo>
                      <a:lnTo>
                        <a:pt x="3679" y="262"/>
                      </a:lnTo>
                      <a:lnTo>
                        <a:pt x="367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8" name="Google Shape;2254;p57">
                  <a:extLst>
                    <a:ext uri="{FF2B5EF4-FFF2-40B4-BE49-F238E27FC236}">
                      <a16:creationId xmlns:a16="http://schemas.microsoft.com/office/drawing/2014/main" id="{86EBFBE7-7890-23D2-8002-39D731382D85}"/>
                    </a:ext>
                  </a:extLst>
                </p:cNvPr>
                <p:cNvSpPr/>
                <p:nvPr/>
              </p:nvSpPr>
              <p:spPr>
                <a:xfrm>
                  <a:off x="5460301" y="2511723"/>
                  <a:ext cx="103528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9" h="270" extrusionOk="0">
                      <a:moveTo>
                        <a:pt x="0" y="0"/>
                      </a:moveTo>
                      <a:lnTo>
                        <a:pt x="0" y="269"/>
                      </a:lnTo>
                      <a:lnTo>
                        <a:pt x="2979" y="269"/>
                      </a:lnTo>
                      <a:lnTo>
                        <a:pt x="297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9" name="Google Shape;2255;p57">
                  <a:extLst>
                    <a:ext uri="{FF2B5EF4-FFF2-40B4-BE49-F238E27FC236}">
                      <a16:creationId xmlns:a16="http://schemas.microsoft.com/office/drawing/2014/main" id="{7A914D75-7BB2-15D4-B9D6-E3C4081D1877}"/>
                    </a:ext>
                  </a:extLst>
                </p:cNvPr>
                <p:cNvSpPr/>
                <p:nvPr/>
              </p:nvSpPr>
              <p:spPr>
                <a:xfrm>
                  <a:off x="5588399" y="2511723"/>
                  <a:ext cx="135222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1" h="270" extrusionOk="0">
                      <a:moveTo>
                        <a:pt x="0" y="0"/>
                      </a:moveTo>
                      <a:lnTo>
                        <a:pt x="0" y="269"/>
                      </a:lnTo>
                      <a:lnTo>
                        <a:pt x="3891" y="269"/>
                      </a:lnTo>
                      <a:lnTo>
                        <a:pt x="389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0" name="Google Shape;2256;p57">
                  <a:extLst>
                    <a:ext uri="{FF2B5EF4-FFF2-40B4-BE49-F238E27FC236}">
                      <a16:creationId xmlns:a16="http://schemas.microsoft.com/office/drawing/2014/main" id="{6256526E-DC8E-A3E4-D198-A9B4ACEBAE74}"/>
                    </a:ext>
                  </a:extLst>
                </p:cNvPr>
                <p:cNvSpPr/>
                <p:nvPr/>
              </p:nvSpPr>
              <p:spPr>
                <a:xfrm>
                  <a:off x="5745968" y="2511723"/>
                  <a:ext cx="15534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" h="270" extrusionOk="0">
                      <a:moveTo>
                        <a:pt x="1" y="0"/>
                      </a:moveTo>
                      <a:lnTo>
                        <a:pt x="1" y="269"/>
                      </a:lnTo>
                      <a:lnTo>
                        <a:pt x="446" y="269"/>
                      </a:lnTo>
                      <a:lnTo>
                        <a:pt x="44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1" name="Google Shape;2257;p57">
                  <a:extLst>
                    <a:ext uri="{FF2B5EF4-FFF2-40B4-BE49-F238E27FC236}">
                      <a16:creationId xmlns:a16="http://schemas.microsoft.com/office/drawing/2014/main" id="{BC1F37A6-DD98-E058-6B08-04A065A4DB99}"/>
                    </a:ext>
                  </a:extLst>
                </p:cNvPr>
                <p:cNvSpPr/>
                <p:nvPr/>
              </p:nvSpPr>
              <p:spPr>
                <a:xfrm>
                  <a:off x="5788992" y="2511723"/>
                  <a:ext cx="68636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5" h="270" extrusionOk="0">
                      <a:moveTo>
                        <a:pt x="1" y="0"/>
                      </a:moveTo>
                      <a:lnTo>
                        <a:pt x="1" y="269"/>
                      </a:lnTo>
                      <a:lnTo>
                        <a:pt x="1974" y="269"/>
                      </a:lnTo>
                      <a:lnTo>
                        <a:pt x="197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2" name="Google Shape;2258;p57">
                  <a:extLst>
                    <a:ext uri="{FF2B5EF4-FFF2-40B4-BE49-F238E27FC236}">
                      <a16:creationId xmlns:a16="http://schemas.microsoft.com/office/drawing/2014/main" id="{B9AA2291-0B6F-4E5D-8958-F022BC96B239}"/>
                    </a:ext>
                  </a:extLst>
                </p:cNvPr>
                <p:cNvSpPr/>
                <p:nvPr/>
              </p:nvSpPr>
              <p:spPr>
                <a:xfrm>
                  <a:off x="5878237" y="2511723"/>
                  <a:ext cx="39861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7" h="270" extrusionOk="0">
                      <a:moveTo>
                        <a:pt x="1" y="0"/>
                      </a:moveTo>
                      <a:lnTo>
                        <a:pt x="1" y="269"/>
                      </a:lnTo>
                      <a:lnTo>
                        <a:pt x="1147" y="269"/>
                      </a:lnTo>
                      <a:lnTo>
                        <a:pt x="1147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3" name="Google Shape;2259;p57">
                  <a:extLst>
                    <a:ext uri="{FF2B5EF4-FFF2-40B4-BE49-F238E27FC236}">
                      <a16:creationId xmlns:a16="http://schemas.microsoft.com/office/drawing/2014/main" id="{42E79694-3D18-D14A-4A5A-C49B91FB0589}"/>
                    </a:ext>
                  </a:extLst>
                </p:cNvPr>
                <p:cNvSpPr/>
                <p:nvPr/>
              </p:nvSpPr>
              <p:spPr>
                <a:xfrm>
                  <a:off x="5485879" y="2542444"/>
                  <a:ext cx="118749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7" h="270" extrusionOk="0">
                      <a:moveTo>
                        <a:pt x="0" y="1"/>
                      </a:moveTo>
                      <a:lnTo>
                        <a:pt x="0" y="269"/>
                      </a:lnTo>
                      <a:lnTo>
                        <a:pt x="3417" y="269"/>
                      </a:lnTo>
                      <a:lnTo>
                        <a:pt x="3417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4" name="Google Shape;2260;p57">
                  <a:extLst>
                    <a:ext uri="{FF2B5EF4-FFF2-40B4-BE49-F238E27FC236}">
                      <a16:creationId xmlns:a16="http://schemas.microsoft.com/office/drawing/2014/main" id="{F6AEFE7C-1A9E-F58C-1997-28728B448462}"/>
                    </a:ext>
                  </a:extLst>
                </p:cNvPr>
                <p:cNvSpPr/>
                <p:nvPr/>
              </p:nvSpPr>
              <p:spPr>
                <a:xfrm>
                  <a:off x="5625272" y="2542444"/>
                  <a:ext cx="46985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2" h="270" extrusionOk="0">
                      <a:moveTo>
                        <a:pt x="0" y="1"/>
                      </a:moveTo>
                      <a:lnTo>
                        <a:pt x="0" y="269"/>
                      </a:lnTo>
                      <a:lnTo>
                        <a:pt x="1351" y="269"/>
                      </a:lnTo>
                      <a:lnTo>
                        <a:pt x="135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5" name="Google Shape;2261;p57">
                  <a:extLst>
                    <a:ext uri="{FF2B5EF4-FFF2-40B4-BE49-F238E27FC236}">
                      <a16:creationId xmlns:a16="http://schemas.microsoft.com/office/drawing/2014/main" id="{B242C670-7573-E2BB-A112-893BCBD185B9}"/>
                    </a:ext>
                  </a:extLst>
                </p:cNvPr>
                <p:cNvSpPr/>
                <p:nvPr/>
              </p:nvSpPr>
              <p:spPr>
                <a:xfrm>
                  <a:off x="5685498" y="2542444"/>
                  <a:ext cx="30756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" h="270" extrusionOk="0">
                      <a:moveTo>
                        <a:pt x="0" y="1"/>
                      </a:moveTo>
                      <a:lnTo>
                        <a:pt x="0" y="269"/>
                      </a:lnTo>
                      <a:lnTo>
                        <a:pt x="885" y="269"/>
                      </a:lnTo>
                      <a:lnTo>
                        <a:pt x="88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7" name="Google Shape;2262;p57">
                  <a:extLst>
                    <a:ext uri="{FF2B5EF4-FFF2-40B4-BE49-F238E27FC236}">
                      <a16:creationId xmlns:a16="http://schemas.microsoft.com/office/drawing/2014/main" id="{AC6AE291-AF7A-4391-AC59-9C4FB238D420}"/>
                    </a:ext>
                  </a:extLst>
                </p:cNvPr>
                <p:cNvSpPr/>
                <p:nvPr/>
              </p:nvSpPr>
              <p:spPr>
                <a:xfrm>
                  <a:off x="5725568" y="2542444"/>
                  <a:ext cx="12337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" h="270" extrusionOk="0">
                      <a:moveTo>
                        <a:pt x="1" y="1"/>
                      </a:moveTo>
                      <a:lnTo>
                        <a:pt x="1" y="269"/>
                      </a:lnTo>
                      <a:lnTo>
                        <a:pt x="354" y="269"/>
                      </a:lnTo>
                      <a:lnTo>
                        <a:pt x="354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8" name="Google Shape;2263;p57">
                  <a:extLst>
                    <a:ext uri="{FF2B5EF4-FFF2-40B4-BE49-F238E27FC236}">
                      <a16:creationId xmlns:a16="http://schemas.microsoft.com/office/drawing/2014/main" id="{7D118124-0727-47A7-F31A-9F43A2525ABB}"/>
                    </a:ext>
                  </a:extLst>
                </p:cNvPr>
                <p:cNvSpPr/>
                <p:nvPr/>
              </p:nvSpPr>
              <p:spPr>
                <a:xfrm>
                  <a:off x="5754343" y="2542444"/>
                  <a:ext cx="127854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9" h="270" extrusionOk="0">
                      <a:moveTo>
                        <a:pt x="0" y="1"/>
                      </a:moveTo>
                      <a:lnTo>
                        <a:pt x="0" y="269"/>
                      </a:lnTo>
                      <a:lnTo>
                        <a:pt x="3679" y="269"/>
                      </a:lnTo>
                      <a:lnTo>
                        <a:pt x="367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9" name="Google Shape;2264;p57">
                  <a:extLst>
                    <a:ext uri="{FF2B5EF4-FFF2-40B4-BE49-F238E27FC236}">
                      <a16:creationId xmlns:a16="http://schemas.microsoft.com/office/drawing/2014/main" id="{B3718FD0-523B-F0C2-52F1-C2FF8FCAAC33}"/>
                    </a:ext>
                  </a:extLst>
                </p:cNvPr>
                <p:cNvSpPr/>
                <p:nvPr/>
              </p:nvSpPr>
              <p:spPr>
                <a:xfrm>
                  <a:off x="5485879" y="2568995"/>
                  <a:ext cx="77950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3" h="270" extrusionOk="0">
                      <a:moveTo>
                        <a:pt x="0" y="1"/>
                      </a:moveTo>
                      <a:lnTo>
                        <a:pt x="0" y="270"/>
                      </a:lnTo>
                      <a:lnTo>
                        <a:pt x="2243" y="270"/>
                      </a:lnTo>
                      <a:lnTo>
                        <a:pt x="2243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0" name="Google Shape;2265;p57">
                  <a:extLst>
                    <a:ext uri="{FF2B5EF4-FFF2-40B4-BE49-F238E27FC236}">
                      <a16:creationId xmlns:a16="http://schemas.microsoft.com/office/drawing/2014/main" id="{61C02E62-747B-C79C-2219-E16E47B0EFC2}"/>
                    </a:ext>
                  </a:extLst>
                </p:cNvPr>
                <p:cNvSpPr/>
                <p:nvPr/>
              </p:nvSpPr>
              <p:spPr>
                <a:xfrm>
                  <a:off x="5588399" y="2568995"/>
                  <a:ext cx="111625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270" extrusionOk="0">
                      <a:moveTo>
                        <a:pt x="0" y="1"/>
                      </a:moveTo>
                      <a:lnTo>
                        <a:pt x="0" y="270"/>
                      </a:lnTo>
                      <a:lnTo>
                        <a:pt x="3212" y="270"/>
                      </a:lnTo>
                      <a:lnTo>
                        <a:pt x="32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1" name="Google Shape;2266;p57">
                  <a:extLst>
                    <a:ext uri="{FF2B5EF4-FFF2-40B4-BE49-F238E27FC236}">
                      <a16:creationId xmlns:a16="http://schemas.microsoft.com/office/drawing/2014/main" id="{435BF7C9-6DAA-FFA2-A075-D2A592BE2274}"/>
                    </a:ext>
                  </a:extLst>
                </p:cNvPr>
                <p:cNvSpPr/>
                <p:nvPr/>
              </p:nvSpPr>
              <p:spPr>
                <a:xfrm>
                  <a:off x="5729738" y="2568995"/>
                  <a:ext cx="13310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" h="270" extrusionOk="0">
                      <a:moveTo>
                        <a:pt x="1" y="1"/>
                      </a:moveTo>
                      <a:lnTo>
                        <a:pt x="1" y="270"/>
                      </a:lnTo>
                      <a:lnTo>
                        <a:pt x="383" y="270"/>
                      </a:lnTo>
                      <a:lnTo>
                        <a:pt x="383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2" name="Google Shape;2267;p57">
                  <a:extLst>
                    <a:ext uri="{FF2B5EF4-FFF2-40B4-BE49-F238E27FC236}">
                      <a16:creationId xmlns:a16="http://schemas.microsoft.com/office/drawing/2014/main" id="{11116AE7-0AFC-272D-2D89-0E6246DCCBC1}"/>
                    </a:ext>
                  </a:extLst>
                </p:cNvPr>
                <p:cNvSpPr/>
                <p:nvPr/>
              </p:nvSpPr>
              <p:spPr>
                <a:xfrm>
                  <a:off x="5762441" y="2568995"/>
                  <a:ext cx="95187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9" h="270" extrusionOk="0">
                      <a:moveTo>
                        <a:pt x="1" y="1"/>
                      </a:moveTo>
                      <a:lnTo>
                        <a:pt x="1" y="270"/>
                      </a:lnTo>
                      <a:lnTo>
                        <a:pt x="2738" y="270"/>
                      </a:lnTo>
                      <a:lnTo>
                        <a:pt x="273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3" name="Google Shape;2268;p57">
                  <a:extLst>
                    <a:ext uri="{FF2B5EF4-FFF2-40B4-BE49-F238E27FC236}">
                      <a16:creationId xmlns:a16="http://schemas.microsoft.com/office/drawing/2014/main" id="{8B4332E4-267E-F8B2-1C45-CD0C96371C7A}"/>
                    </a:ext>
                  </a:extLst>
                </p:cNvPr>
                <p:cNvSpPr/>
                <p:nvPr/>
              </p:nvSpPr>
              <p:spPr>
                <a:xfrm>
                  <a:off x="5869896" y="2568022"/>
                  <a:ext cx="27802" cy="10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" h="298" extrusionOk="0">
                      <a:moveTo>
                        <a:pt x="800" y="0"/>
                      </a:moveTo>
                      <a:lnTo>
                        <a:pt x="0" y="29"/>
                      </a:lnTo>
                      <a:lnTo>
                        <a:pt x="36" y="298"/>
                      </a:lnTo>
                      <a:lnTo>
                        <a:pt x="800" y="269"/>
                      </a:lnTo>
                      <a:lnTo>
                        <a:pt x="80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4" name="Google Shape;2269;p57">
                  <a:extLst>
                    <a:ext uri="{FF2B5EF4-FFF2-40B4-BE49-F238E27FC236}">
                      <a16:creationId xmlns:a16="http://schemas.microsoft.com/office/drawing/2014/main" id="{1F3C5483-AF93-08B4-4A12-F1D4074F0EEB}"/>
                    </a:ext>
                  </a:extLst>
                </p:cNvPr>
                <p:cNvSpPr/>
                <p:nvPr/>
              </p:nvSpPr>
              <p:spPr>
                <a:xfrm>
                  <a:off x="5485879" y="2644965"/>
                  <a:ext cx="39861" cy="8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7" h="235" extrusionOk="0">
                      <a:moveTo>
                        <a:pt x="0" y="1"/>
                      </a:moveTo>
                      <a:lnTo>
                        <a:pt x="0" y="234"/>
                      </a:lnTo>
                      <a:lnTo>
                        <a:pt x="1146" y="234"/>
                      </a:lnTo>
                      <a:lnTo>
                        <a:pt x="1146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5" name="Google Shape;2270;p57">
                  <a:extLst>
                    <a:ext uri="{FF2B5EF4-FFF2-40B4-BE49-F238E27FC236}">
                      <a16:creationId xmlns:a16="http://schemas.microsoft.com/office/drawing/2014/main" id="{C20E96B6-0F29-CCB4-5089-ABA65B6CE204}"/>
                    </a:ext>
                  </a:extLst>
                </p:cNvPr>
                <p:cNvSpPr/>
                <p:nvPr/>
              </p:nvSpPr>
              <p:spPr>
                <a:xfrm>
                  <a:off x="5545375" y="2644965"/>
                  <a:ext cx="126881" cy="8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1" h="235" extrusionOk="0">
                      <a:moveTo>
                        <a:pt x="0" y="1"/>
                      </a:moveTo>
                      <a:lnTo>
                        <a:pt x="0" y="234"/>
                      </a:lnTo>
                      <a:lnTo>
                        <a:pt x="3650" y="234"/>
                      </a:lnTo>
                      <a:lnTo>
                        <a:pt x="365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6" name="Google Shape;2271;p57">
                  <a:extLst>
                    <a:ext uri="{FF2B5EF4-FFF2-40B4-BE49-F238E27FC236}">
                      <a16:creationId xmlns:a16="http://schemas.microsoft.com/office/drawing/2014/main" id="{3891DBEA-770A-8714-1EC6-70AE5E19CEC4}"/>
                    </a:ext>
                  </a:extLst>
                </p:cNvPr>
                <p:cNvSpPr/>
                <p:nvPr/>
              </p:nvSpPr>
              <p:spPr>
                <a:xfrm>
                  <a:off x="5695820" y="2644965"/>
                  <a:ext cx="35934" cy="8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4" h="235" extrusionOk="0">
                      <a:moveTo>
                        <a:pt x="1" y="1"/>
                      </a:moveTo>
                      <a:lnTo>
                        <a:pt x="1" y="234"/>
                      </a:lnTo>
                      <a:lnTo>
                        <a:pt x="1033" y="234"/>
                      </a:lnTo>
                      <a:lnTo>
                        <a:pt x="1033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7" name="Google Shape;2272;p57">
                  <a:extLst>
                    <a:ext uri="{FF2B5EF4-FFF2-40B4-BE49-F238E27FC236}">
                      <a16:creationId xmlns:a16="http://schemas.microsoft.com/office/drawing/2014/main" id="{28FC5720-D37C-D701-CDE4-8BD2871D1ACF}"/>
                    </a:ext>
                  </a:extLst>
                </p:cNvPr>
                <p:cNvSpPr/>
                <p:nvPr/>
              </p:nvSpPr>
              <p:spPr>
                <a:xfrm>
                  <a:off x="5752119" y="2644965"/>
                  <a:ext cx="130079" cy="8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43" h="235" extrusionOk="0">
                      <a:moveTo>
                        <a:pt x="1" y="1"/>
                      </a:moveTo>
                      <a:lnTo>
                        <a:pt x="1" y="234"/>
                      </a:lnTo>
                      <a:lnTo>
                        <a:pt x="3743" y="234"/>
                      </a:lnTo>
                      <a:lnTo>
                        <a:pt x="3743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8" name="Google Shape;2273;p57">
                  <a:extLst>
                    <a:ext uri="{FF2B5EF4-FFF2-40B4-BE49-F238E27FC236}">
                      <a16:creationId xmlns:a16="http://schemas.microsoft.com/office/drawing/2014/main" id="{63CDA9BD-A90A-0E62-5745-8F7DBB62A9C4}"/>
                    </a:ext>
                  </a:extLst>
                </p:cNvPr>
                <p:cNvSpPr/>
                <p:nvPr/>
              </p:nvSpPr>
              <p:spPr>
                <a:xfrm>
                  <a:off x="5485879" y="2671516"/>
                  <a:ext cx="77950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3" h="270" extrusionOk="0">
                      <a:moveTo>
                        <a:pt x="0" y="1"/>
                      </a:moveTo>
                      <a:lnTo>
                        <a:pt x="0" y="270"/>
                      </a:lnTo>
                      <a:lnTo>
                        <a:pt x="2243" y="270"/>
                      </a:lnTo>
                      <a:lnTo>
                        <a:pt x="2243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9" name="Google Shape;2274;p57">
                  <a:extLst>
                    <a:ext uri="{FF2B5EF4-FFF2-40B4-BE49-F238E27FC236}">
                      <a16:creationId xmlns:a16="http://schemas.microsoft.com/office/drawing/2014/main" id="{CCE6EBE5-3C54-2AD7-F5A7-33DAE18ABE76}"/>
                    </a:ext>
                  </a:extLst>
                </p:cNvPr>
                <p:cNvSpPr/>
                <p:nvPr/>
              </p:nvSpPr>
              <p:spPr>
                <a:xfrm>
                  <a:off x="5588399" y="2671516"/>
                  <a:ext cx="111625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270" extrusionOk="0">
                      <a:moveTo>
                        <a:pt x="0" y="1"/>
                      </a:moveTo>
                      <a:lnTo>
                        <a:pt x="0" y="270"/>
                      </a:lnTo>
                      <a:lnTo>
                        <a:pt x="3212" y="270"/>
                      </a:lnTo>
                      <a:lnTo>
                        <a:pt x="32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0" name="Google Shape;2275;p57">
                  <a:extLst>
                    <a:ext uri="{FF2B5EF4-FFF2-40B4-BE49-F238E27FC236}">
                      <a16:creationId xmlns:a16="http://schemas.microsoft.com/office/drawing/2014/main" id="{8680684A-6DA8-4BDE-1EB8-879099DB4B1C}"/>
                    </a:ext>
                  </a:extLst>
                </p:cNvPr>
                <p:cNvSpPr/>
                <p:nvPr/>
              </p:nvSpPr>
              <p:spPr>
                <a:xfrm>
                  <a:off x="5729738" y="2671516"/>
                  <a:ext cx="13310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" h="270" extrusionOk="0">
                      <a:moveTo>
                        <a:pt x="1" y="1"/>
                      </a:moveTo>
                      <a:lnTo>
                        <a:pt x="1" y="270"/>
                      </a:lnTo>
                      <a:lnTo>
                        <a:pt x="383" y="270"/>
                      </a:lnTo>
                      <a:lnTo>
                        <a:pt x="383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1" name="Google Shape;2276;p57">
                  <a:extLst>
                    <a:ext uri="{FF2B5EF4-FFF2-40B4-BE49-F238E27FC236}">
                      <a16:creationId xmlns:a16="http://schemas.microsoft.com/office/drawing/2014/main" id="{DA7969AC-E202-9C58-C809-1839A6CD41F4}"/>
                    </a:ext>
                  </a:extLst>
                </p:cNvPr>
                <p:cNvSpPr/>
                <p:nvPr/>
              </p:nvSpPr>
              <p:spPr>
                <a:xfrm>
                  <a:off x="5762441" y="2671516"/>
                  <a:ext cx="95187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9" h="270" extrusionOk="0">
                      <a:moveTo>
                        <a:pt x="1" y="1"/>
                      </a:moveTo>
                      <a:lnTo>
                        <a:pt x="1" y="270"/>
                      </a:lnTo>
                      <a:lnTo>
                        <a:pt x="2738" y="270"/>
                      </a:lnTo>
                      <a:lnTo>
                        <a:pt x="273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2" name="Google Shape;2277;p57">
                  <a:extLst>
                    <a:ext uri="{FF2B5EF4-FFF2-40B4-BE49-F238E27FC236}">
                      <a16:creationId xmlns:a16="http://schemas.microsoft.com/office/drawing/2014/main" id="{32F8668F-41AF-8BDF-C3D3-FD5B63CF80F0}"/>
                    </a:ext>
                  </a:extLst>
                </p:cNvPr>
                <p:cNvSpPr/>
                <p:nvPr/>
              </p:nvSpPr>
              <p:spPr>
                <a:xfrm>
                  <a:off x="5869896" y="2670543"/>
                  <a:ext cx="27802" cy="10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" h="298" extrusionOk="0">
                      <a:moveTo>
                        <a:pt x="800" y="0"/>
                      </a:moveTo>
                      <a:lnTo>
                        <a:pt x="0" y="29"/>
                      </a:lnTo>
                      <a:lnTo>
                        <a:pt x="36" y="298"/>
                      </a:lnTo>
                      <a:lnTo>
                        <a:pt x="800" y="262"/>
                      </a:lnTo>
                      <a:lnTo>
                        <a:pt x="80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3" name="Google Shape;2278;p57">
                  <a:extLst>
                    <a:ext uri="{FF2B5EF4-FFF2-40B4-BE49-F238E27FC236}">
                      <a16:creationId xmlns:a16="http://schemas.microsoft.com/office/drawing/2014/main" id="{6C97009D-045A-8D67-976D-F4CF0508BCAE}"/>
                    </a:ext>
                  </a:extLst>
                </p:cNvPr>
                <p:cNvSpPr/>
                <p:nvPr/>
              </p:nvSpPr>
              <p:spPr>
                <a:xfrm>
                  <a:off x="5453176" y="2637840"/>
                  <a:ext cx="20434" cy="25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8" h="737" extrusionOk="0">
                      <a:moveTo>
                        <a:pt x="531" y="1"/>
                      </a:moveTo>
                      <a:lnTo>
                        <a:pt x="0" y="383"/>
                      </a:lnTo>
                      <a:lnTo>
                        <a:pt x="559" y="736"/>
                      </a:lnTo>
                      <a:lnTo>
                        <a:pt x="587" y="673"/>
                      </a:lnTo>
                      <a:lnTo>
                        <a:pt x="587" y="467"/>
                      </a:lnTo>
                      <a:lnTo>
                        <a:pt x="467" y="383"/>
                      </a:lnTo>
                      <a:lnTo>
                        <a:pt x="587" y="291"/>
                      </a:lnTo>
                      <a:lnTo>
                        <a:pt x="587" y="85"/>
                      </a:lnTo>
                      <a:lnTo>
                        <a:pt x="53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4" name="Google Shape;2279;p57">
                  <a:extLst>
                    <a:ext uri="{FF2B5EF4-FFF2-40B4-BE49-F238E27FC236}">
                      <a16:creationId xmlns:a16="http://schemas.microsoft.com/office/drawing/2014/main" id="{EC289233-9179-1235-6805-875004E145D5}"/>
                    </a:ext>
                  </a:extLst>
                </p:cNvPr>
                <p:cNvSpPr/>
                <p:nvPr/>
              </p:nvSpPr>
              <p:spPr>
                <a:xfrm>
                  <a:off x="5937490" y="2718710"/>
                  <a:ext cx="1251" cy="440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268" extrusionOk="0">
                      <a:moveTo>
                        <a:pt x="1" y="1"/>
                      </a:moveTo>
                      <a:lnTo>
                        <a:pt x="1" y="1267"/>
                      </a:lnTo>
                      <a:lnTo>
                        <a:pt x="36" y="1267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5" name="Google Shape;2280;p57">
                  <a:extLst>
                    <a:ext uri="{FF2B5EF4-FFF2-40B4-BE49-F238E27FC236}">
                      <a16:creationId xmlns:a16="http://schemas.microsoft.com/office/drawing/2014/main" id="{1E537A8C-2582-2A3A-6F13-84C4AF259771}"/>
                    </a:ext>
                  </a:extLst>
                </p:cNvPr>
                <p:cNvSpPr/>
                <p:nvPr/>
              </p:nvSpPr>
              <p:spPr>
                <a:xfrm>
                  <a:off x="5937490" y="2681837"/>
                  <a:ext cx="1251" cy="16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468" extrusionOk="0">
                      <a:moveTo>
                        <a:pt x="1" y="1"/>
                      </a:moveTo>
                      <a:lnTo>
                        <a:pt x="1" y="468"/>
                      </a:lnTo>
                      <a:lnTo>
                        <a:pt x="36" y="468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" name="Google Shape;2281;p57">
              <a:extLst>
                <a:ext uri="{FF2B5EF4-FFF2-40B4-BE49-F238E27FC236}">
                  <a16:creationId xmlns:a16="http://schemas.microsoft.com/office/drawing/2014/main" id="{A4F05807-C855-3850-57A1-E31979B334C7}"/>
                </a:ext>
              </a:extLst>
            </p:cNvPr>
            <p:cNvGrpSpPr/>
            <p:nvPr/>
          </p:nvGrpSpPr>
          <p:grpSpPr>
            <a:xfrm>
              <a:off x="5056682" y="1397201"/>
              <a:ext cx="3374103" cy="3208974"/>
              <a:chOff x="-547276" y="2364562"/>
              <a:chExt cx="2266629" cy="2155699"/>
            </a:xfrm>
          </p:grpSpPr>
          <p:sp>
            <p:nvSpPr>
              <p:cNvPr id="40" name="Google Shape;2282;p57">
                <a:extLst>
                  <a:ext uri="{FF2B5EF4-FFF2-40B4-BE49-F238E27FC236}">
                    <a16:creationId xmlns:a16="http://schemas.microsoft.com/office/drawing/2014/main" id="{6F54FD88-1DAA-43C4-A565-641D046968F5}"/>
                  </a:ext>
                </a:extLst>
              </p:cNvPr>
              <p:cNvSpPr/>
              <p:nvPr/>
            </p:nvSpPr>
            <p:spPr>
              <a:xfrm>
                <a:off x="1208761" y="3688232"/>
                <a:ext cx="44014" cy="795949"/>
              </a:xfrm>
              <a:custGeom>
                <a:avLst/>
                <a:gdLst/>
                <a:ahLst/>
                <a:cxnLst/>
                <a:rect l="l" t="t" r="r" b="b"/>
                <a:pathLst>
                  <a:path w="619" h="11194" extrusionOk="0">
                    <a:moveTo>
                      <a:pt x="0" y="1"/>
                    </a:moveTo>
                    <a:lnTo>
                      <a:pt x="90" y="11193"/>
                    </a:lnTo>
                    <a:lnTo>
                      <a:pt x="529" y="11193"/>
                    </a:lnTo>
                    <a:lnTo>
                      <a:pt x="61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2283;p57">
                <a:extLst>
                  <a:ext uri="{FF2B5EF4-FFF2-40B4-BE49-F238E27FC236}">
                    <a16:creationId xmlns:a16="http://schemas.microsoft.com/office/drawing/2014/main" id="{B4E5160C-FA3D-E086-9796-A52A91AE8760}"/>
                  </a:ext>
                </a:extLst>
              </p:cNvPr>
              <p:cNvSpPr/>
              <p:nvPr/>
            </p:nvSpPr>
            <p:spPr>
              <a:xfrm>
                <a:off x="1163250" y="4158174"/>
                <a:ext cx="136526" cy="64375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842" extrusionOk="0">
                    <a:moveTo>
                      <a:pt x="334" y="0"/>
                    </a:moveTo>
                    <a:lnTo>
                      <a:pt x="1" y="841"/>
                    </a:lnTo>
                    <a:lnTo>
                      <a:pt x="1920" y="841"/>
                    </a:lnTo>
                    <a:lnTo>
                      <a:pt x="156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2284;p57">
                <a:extLst>
                  <a:ext uri="{FF2B5EF4-FFF2-40B4-BE49-F238E27FC236}">
                    <a16:creationId xmlns:a16="http://schemas.microsoft.com/office/drawing/2014/main" id="{19DE6740-CBD3-3688-6FA7-C2ADA3890540}"/>
                  </a:ext>
                </a:extLst>
              </p:cNvPr>
              <p:cNvSpPr/>
              <p:nvPr/>
            </p:nvSpPr>
            <p:spPr>
              <a:xfrm>
                <a:off x="1163252" y="4217985"/>
                <a:ext cx="136522" cy="57951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815" extrusionOk="0">
                    <a:moveTo>
                      <a:pt x="1" y="0"/>
                    </a:moveTo>
                    <a:lnTo>
                      <a:pt x="355" y="682"/>
                    </a:lnTo>
                    <a:cubicBezTo>
                      <a:pt x="418" y="767"/>
                      <a:pt x="508" y="814"/>
                      <a:pt x="598" y="814"/>
                    </a:cubicBezTo>
                    <a:lnTo>
                      <a:pt x="1301" y="814"/>
                    </a:lnTo>
                    <a:cubicBezTo>
                      <a:pt x="1412" y="814"/>
                      <a:pt x="1497" y="767"/>
                      <a:pt x="1544" y="682"/>
                    </a:cubicBezTo>
                    <a:lnTo>
                      <a:pt x="192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2285;p57">
                <a:extLst>
                  <a:ext uri="{FF2B5EF4-FFF2-40B4-BE49-F238E27FC236}">
                    <a16:creationId xmlns:a16="http://schemas.microsoft.com/office/drawing/2014/main" id="{FBAA2E87-B339-102C-D133-3CB5DD6B9DF9}"/>
                  </a:ext>
                </a:extLst>
              </p:cNvPr>
              <p:cNvSpPr/>
              <p:nvPr/>
            </p:nvSpPr>
            <p:spPr>
              <a:xfrm>
                <a:off x="1258749" y="4158184"/>
                <a:ext cx="197459" cy="326016"/>
              </a:xfrm>
              <a:custGeom>
                <a:avLst/>
                <a:gdLst/>
                <a:ahLst/>
                <a:cxnLst/>
                <a:rect l="l" t="t" r="r" b="b"/>
                <a:pathLst>
                  <a:path w="2777" h="4585" extrusionOk="0">
                    <a:moveTo>
                      <a:pt x="0" y="0"/>
                    </a:moveTo>
                    <a:lnTo>
                      <a:pt x="2316" y="4584"/>
                    </a:lnTo>
                    <a:lnTo>
                      <a:pt x="2776" y="4584"/>
                    </a:lnTo>
                    <a:lnTo>
                      <a:pt x="862" y="334"/>
                    </a:lnTo>
                    <a:cubicBezTo>
                      <a:pt x="772" y="133"/>
                      <a:pt x="550" y="0"/>
                      <a:pt x="33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2286;p57">
                <a:extLst>
                  <a:ext uri="{FF2B5EF4-FFF2-40B4-BE49-F238E27FC236}">
                    <a16:creationId xmlns:a16="http://schemas.microsoft.com/office/drawing/2014/main" id="{EE6F8526-01D5-031F-C0F7-C33445F7935E}"/>
                  </a:ext>
                </a:extLst>
              </p:cNvPr>
              <p:cNvSpPr/>
              <p:nvPr/>
            </p:nvSpPr>
            <p:spPr>
              <a:xfrm>
                <a:off x="1004968" y="4158184"/>
                <a:ext cx="197459" cy="326016"/>
              </a:xfrm>
              <a:custGeom>
                <a:avLst/>
                <a:gdLst/>
                <a:ahLst/>
                <a:cxnLst/>
                <a:rect l="l" t="t" r="r" b="b"/>
                <a:pathLst>
                  <a:path w="2777" h="4585" extrusionOk="0">
                    <a:moveTo>
                      <a:pt x="2449" y="0"/>
                    </a:moveTo>
                    <a:cubicBezTo>
                      <a:pt x="2227" y="0"/>
                      <a:pt x="2031" y="133"/>
                      <a:pt x="1920" y="334"/>
                    </a:cubicBezTo>
                    <a:lnTo>
                      <a:pt x="1" y="4584"/>
                    </a:lnTo>
                    <a:lnTo>
                      <a:pt x="466" y="4584"/>
                    </a:lnTo>
                    <a:lnTo>
                      <a:pt x="277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2287;p57">
                <a:extLst>
                  <a:ext uri="{FF2B5EF4-FFF2-40B4-BE49-F238E27FC236}">
                    <a16:creationId xmlns:a16="http://schemas.microsoft.com/office/drawing/2014/main" id="{B38EDC9B-54DD-622D-B75C-83150CC82395}"/>
                  </a:ext>
                </a:extLst>
              </p:cNvPr>
              <p:cNvSpPr/>
              <p:nvPr/>
            </p:nvSpPr>
            <p:spPr>
              <a:xfrm>
                <a:off x="702764" y="2853001"/>
                <a:ext cx="1016588" cy="855606"/>
              </a:xfrm>
              <a:custGeom>
                <a:avLst/>
                <a:gdLst/>
                <a:ahLst/>
                <a:cxnLst/>
                <a:rect l="l" t="t" r="r" b="b"/>
                <a:pathLst>
                  <a:path w="14297" h="12033" extrusionOk="0">
                    <a:moveTo>
                      <a:pt x="7960" y="0"/>
                    </a:moveTo>
                    <a:cubicBezTo>
                      <a:pt x="7242" y="0"/>
                      <a:pt x="6757" y="208"/>
                      <a:pt x="6344" y="1702"/>
                    </a:cubicBezTo>
                    <a:cubicBezTo>
                      <a:pt x="5752" y="3774"/>
                      <a:pt x="5224" y="6481"/>
                      <a:pt x="4869" y="7871"/>
                    </a:cubicBezTo>
                    <a:cubicBezTo>
                      <a:pt x="4494" y="9235"/>
                      <a:pt x="1761" y="9040"/>
                      <a:pt x="793" y="9918"/>
                    </a:cubicBezTo>
                    <a:cubicBezTo>
                      <a:pt x="21" y="10626"/>
                      <a:pt x="0" y="12032"/>
                      <a:pt x="2712" y="12032"/>
                    </a:cubicBezTo>
                    <a:lnTo>
                      <a:pt x="8549" y="12032"/>
                    </a:lnTo>
                    <a:cubicBezTo>
                      <a:pt x="11082" y="12032"/>
                      <a:pt x="12424" y="10340"/>
                      <a:pt x="12953" y="8136"/>
                    </a:cubicBezTo>
                    <a:cubicBezTo>
                      <a:pt x="13482" y="5952"/>
                      <a:pt x="13725" y="4657"/>
                      <a:pt x="14011" y="3309"/>
                    </a:cubicBezTo>
                    <a:cubicBezTo>
                      <a:pt x="14296" y="1966"/>
                      <a:pt x="13788" y="31"/>
                      <a:pt x="12097" y="31"/>
                    </a:cubicBezTo>
                    <a:lnTo>
                      <a:pt x="8898" y="31"/>
                    </a:lnTo>
                    <a:cubicBezTo>
                      <a:pt x="8545" y="31"/>
                      <a:pt x="8235" y="0"/>
                      <a:pt x="79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2288;p57">
                <a:extLst>
                  <a:ext uri="{FF2B5EF4-FFF2-40B4-BE49-F238E27FC236}">
                    <a16:creationId xmlns:a16="http://schemas.microsoft.com/office/drawing/2014/main" id="{0D0B3B17-B926-8A3E-B678-2E815B310982}"/>
                  </a:ext>
                </a:extLst>
              </p:cNvPr>
              <p:cNvSpPr/>
              <p:nvPr/>
            </p:nvSpPr>
            <p:spPr>
              <a:xfrm>
                <a:off x="304993" y="4186413"/>
                <a:ext cx="295939" cy="333838"/>
              </a:xfrm>
              <a:custGeom>
                <a:avLst/>
                <a:gdLst/>
                <a:ahLst/>
                <a:cxnLst/>
                <a:rect l="l" t="t" r="r" b="b"/>
                <a:pathLst>
                  <a:path w="4162" h="4695" extrusionOk="0">
                    <a:moveTo>
                      <a:pt x="2575" y="0"/>
                    </a:moveTo>
                    <a:cubicBezTo>
                      <a:pt x="2575" y="0"/>
                      <a:pt x="2115" y="2755"/>
                      <a:pt x="1962" y="3326"/>
                    </a:cubicBezTo>
                    <a:cubicBezTo>
                      <a:pt x="1872" y="3590"/>
                      <a:pt x="1037" y="4097"/>
                      <a:pt x="772" y="4208"/>
                    </a:cubicBezTo>
                    <a:cubicBezTo>
                      <a:pt x="508" y="4319"/>
                      <a:pt x="0" y="4319"/>
                      <a:pt x="0" y="4515"/>
                    </a:cubicBezTo>
                    <a:cubicBezTo>
                      <a:pt x="0" y="4645"/>
                      <a:pt x="668" y="4692"/>
                      <a:pt x="1271" y="4692"/>
                    </a:cubicBezTo>
                    <a:cubicBezTo>
                      <a:pt x="1502" y="4692"/>
                      <a:pt x="1722" y="4685"/>
                      <a:pt x="1893" y="4674"/>
                    </a:cubicBezTo>
                    <a:cubicBezTo>
                      <a:pt x="2512" y="4626"/>
                      <a:pt x="3125" y="4695"/>
                      <a:pt x="3125" y="4494"/>
                    </a:cubicBezTo>
                    <a:cubicBezTo>
                      <a:pt x="3151" y="4277"/>
                      <a:pt x="2908" y="4145"/>
                      <a:pt x="2972" y="3701"/>
                    </a:cubicBezTo>
                    <a:cubicBezTo>
                      <a:pt x="3040" y="3241"/>
                      <a:pt x="4161" y="0"/>
                      <a:pt x="4161" y="0"/>
                    </a:cubicBezTo>
                    <a:close/>
                  </a:path>
                </a:pathLst>
              </a:custGeom>
              <a:solidFill>
                <a:srgbClr val="FCBAB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2289;p57">
                <a:extLst>
                  <a:ext uri="{FF2B5EF4-FFF2-40B4-BE49-F238E27FC236}">
                    <a16:creationId xmlns:a16="http://schemas.microsoft.com/office/drawing/2014/main" id="{83DF072A-B3E1-533A-CAA3-5EAF073DA89D}"/>
                  </a:ext>
                </a:extLst>
              </p:cNvPr>
              <p:cNvSpPr/>
              <p:nvPr/>
            </p:nvSpPr>
            <p:spPr>
              <a:xfrm>
                <a:off x="832819" y="4186413"/>
                <a:ext cx="224123" cy="333838"/>
              </a:xfrm>
              <a:custGeom>
                <a:avLst/>
                <a:gdLst/>
                <a:ahLst/>
                <a:cxnLst/>
                <a:rect l="l" t="t" r="r" b="b"/>
                <a:pathLst>
                  <a:path w="3152" h="4695" extrusionOk="0">
                    <a:moveTo>
                      <a:pt x="1475" y="0"/>
                    </a:moveTo>
                    <a:cubicBezTo>
                      <a:pt x="1475" y="0"/>
                      <a:pt x="1983" y="2665"/>
                      <a:pt x="1941" y="3326"/>
                    </a:cubicBezTo>
                    <a:cubicBezTo>
                      <a:pt x="1914" y="3590"/>
                      <a:pt x="1037" y="4097"/>
                      <a:pt x="751" y="4208"/>
                    </a:cubicBezTo>
                    <a:cubicBezTo>
                      <a:pt x="487" y="4319"/>
                      <a:pt x="0" y="4319"/>
                      <a:pt x="0" y="4515"/>
                    </a:cubicBezTo>
                    <a:cubicBezTo>
                      <a:pt x="0" y="4645"/>
                      <a:pt x="657" y="4692"/>
                      <a:pt x="1262" y="4692"/>
                    </a:cubicBezTo>
                    <a:cubicBezTo>
                      <a:pt x="1493" y="4692"/>
                      <a:pt x="1716" y="4685"/>
                      <a:pt x="1893" y="4674"/>
                    </a:cubicBezTo>
                    <a:cubicBezTo>
                      <a:pt x="2512" y="4626"/>
                      <a:pt x="3104" y="4695"/>
                      <a:pt x="3130" y="4494"/>
                    </a:cubicBezTo>
                    <a:cubicBezTo>
                      <a:pt x="3151" y="4277"/>
                      <a:pt x="2998" y="4145"/>
                      <a:pt x="2972" y="3701"/>
                    </a:cubicBezTo>
                    <a:cubicBezTo>
                      <a:pt x="2929" y="3193"/>
                      <a:pt x="3062" y="0"/>
                      <a:pt x="3062" y="0"/>
                    </a:cubicBezTo>
                    <a:close/>
                  </a:path>
                </a:pathLst>
              </a:custGeom>
              <a:solidFill>
                <a:srgbClr val="FCBAB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2290;p57">
                <a:extLst>
                  <a:ext uri="{FF2B5EF4-FFF2-40B4-BE49-F238E27FC236}">
                    <a16:creationId xmlns:a16="http://schemas.microsoft.com/office/drawing/2014/main" id="{CA9A71B7-FF4D-EEB0-E59A-824DD97395FD}"/>
                  </a:ext>
                </a:extLst>
              </p:cNvPr>
              <p:cNvSpPr/>
              <p:nvPr/>
            </p:nvSpPr>
            <p:spPr>
              <a:xfrm>
                <a:off x="459863" y="3353599"/>
                <a:ext cx="731670" cy="859517"/>
              </a:xfrm>
              <a:custGeom>
                <a:avLst/>
                <a:gdLst/>
                <a:ahLst/>
                <a:cxnLst/>
                <a:rect l="l" t="t" r="r" b="b"/>
                <a:pathLst>
                  <a:path w="10290" h="12088" extrusionOk="0">
                    <a:moveTo>
                      <a:pt x="9311" y="1"/>
                    </a:moveTo>
                    <a:cubicBezTo>
                      <a:pt x="4587" y="1"/>
                      <a:pt x="2221" y="1222"/>
                      <a:pt x="1830" y="2481"/>
                    </a:cubicBezTo>
                    <a:cubicBezTo>
                      <a:pt x="1433" y="3829"/>
                      <a:pt x="1" y="12087"/>
                      <a:pt x="1" y="12087"/>
                    </a:cubicBezTo>
                    <a:lnTo>
                      <a:pt x="3680" y="12087"/>
                    </a:lnTo>
                    <a:cubicBezTo>
                      <a:pt x="3680" y="12087"/>
                      <a:pt x="3770" y="10544"/>
                      <a:pt x="3855" y="9798"/>
                    </a:cubicBezTo>
                    <a:cubicBezTo>
                      <a:pt x="3966" y="9047"/>
                      <a:pt x="3680" y="8672"/>
                      <a:pt x="4013" y="8143"/>
                    </a:cubicBezTo>
                    <a:cubicBezTo>
                      <a:pt x="4362" y="7615"/>
                      <a:pt x="4341" y="7155"/>
                      <a:pt x="4473" y="6097"/>
                    </a:cubicBezTo>
                    <a:cubicBezTo>
                      <a:pt x="4606" y="5040"/>
                      <a:pt x="5134" y="4136"/>
                      <a:pt x="5134" y="4136"/>
                    </a:cubicBezTo>
                    <a:lnTo>
                      <a:pt x="8967" y="2661"/>
                    </a:lnTo>
                    <a:lnTo>
                      <a:pt x="10289" y="17"/>
                    </a:lnTo>
                    <a:cubicBezTo>
                      <a:pt x="9952" y="6"/>
                      <a:pt x="9626" y="1"/>
                      <a:pt x="93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2291;p57">
                <a:extLst>
                  <a:ext uri="{FF2B5EF4-FFF2-40B4-BE49-F238E27FC236}">
                    <a16:creationId xmlns:a16="http://schemas.microsoft.com/office/drawing/2014/main" id="{BBE9719C-64DD-8FCC-0633-1DC2652AC941}"/>
                  </a:ext>
                </a:extLst>
              </p:cNvPr>
              <p:cNvSpPr/>
              <p:nvPr/>
            </p:nvSpPr>
            <p:spPr>
              <a:xfrm>
                <a:off x="488093" y="4152139"/>
                <a:ext cx="205280" cy="7608"/>
              </a:xfrm>
              <a:custGeom>
                <a:avLst/>
                <a:gdLst/>
                <a:ahLst/>
                <a:cxnLst/>
                <a:rect l="l" t="t" r="r" b="b"/>
                <a:pathLst>
                  <a:path w="2887" h="107" extrusionOk="0">
                    <a:moveTo>
                      <a:pt x="48" y="1"/>
                    </a:moveTo>
                    <a:cubicBezTo>
                      <a:pt x="0" y="1"/>
                      <a:pt x="0" y="22"/>
                      <a:pt x="0" y="43"/>
                    </a:cubicBezTo>
                    <a:cubicBezTo>
                      <a:pt x="0" y="85"/>
                      <a:pt x="0" y="107"/>
                      <a:pt x="48" y="107"/>
                    </a:cubicBezTo>
                    <a:lnTo>
                      <a:pt x="2845" y="107"/>
                    </a:lnTo>
                    <a:cubicBezTo>
                      <a:pt x="2866" y="107"/>
                      <a:pt x="2887" y="85"/>
                      <a:pt x="2887" y="43"/>
                    </a:cubicBezTo>
                    <a:cubicBezTo>
                      <a:pt x="2887" y="22"/>
                      <a:pt x="2866" y="1"/>
                      <a:pt x="28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2292;p57">
                <a:extLst>
                  <a:ext uri="{FF2B5EF4-FFF2-40B4-BE49-F238E27FC236}">
                    <a16:creationId xmlns:a16="http://schemas.microsoft.com/office/drawing/2014/main" id="{A2EFD560-BAF5-7543-3D5E-F931D7497E18}"/>
                  </a:ext>
                </a:extLst>
              </p:cNvPr>
              <p:cNvSpPr/>
              <p:nvPr/>
            </p:nvSpPr>
            <p:spPr>
              <a:xfrm>
                <a:off x="657256" y="3555688"/>
                <a:ext cx="161337" cy="604037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8495" extrusionOk="0">
                    <a:moveTo>
                      <a:pt x="2231" y="0"/>
                    </a:moveTo>
                    <a:cubicBezTo>
                      <a:pt x="2223" y="0"/>
                      <a:pt x="2214" y="6"/>
                      <a:pt x="2205" y="14"/>
                    </a:cubicBezTo>
                    <a:cubicBezTo>
                      <a:pt x="2205" y="14"/>
                      <a:pt x="1962" y="125"/>
                      <a:pt x="1676" y="347"/>
                    </a:cubicBezTo>
                    <a:cubicBezTo>
                      <a:pt x="1412" y="543"/>
                      <a:pt x="1105" y="855"/>
                      <a:pt x="973" y="1252"/>
                    </a:cubicBezTo>
                    <a:cubicBezTo>
                      <a:pt x="862" y="1622"/>
                      <a:pt x="793" y="2309"/>
                      <a:pt x="709" y="2991"/>
                    </a:cubicBezTo>
                    <a:cubicBezTo>
                      <a:pt x="661" y="3319"/>
                      <a:pt x="619" y="3652"/>
                      <a:pt x="577" y="3937"/>
                    </a:cubicBezTo>
                    <a:cubicBezTo>
                      <a:pt x="529" y="4223"/>
                      <a:pt x="487" y="4487"/>
                      <a:pt x="418" y="4640"/>
                    </a:cubicBezTo>
                    <a:cubicBezTo>
                      <a:pt x="312" y="4905"/>
                      <a:pt x="286" y="5127"/>
                      <a:pt x="286" y="5349"/>
                    </a:cubicBezTo>
                    <a:cubicBezTo>
                      <a:pt x="286" y="5587"/>
                      <a:pt x="333" y="5809"/>
                      <a:pt x="333" y="6073"/>
                    </a:cubicBezTo>
                    <a:cubicBezTo>
                      <a:pt x="333" y="6116"/>
                      <a:pt x="312" y="6184"/>
                      <a:pt x="312" y="6248"/>
                    </a:cubicBezTo>
                    <a:cubicBezTo>
                      <a:pt x="286" y="6538"/>
                      <a:pt x="222" y="7088"/>
                      <a:pt x="133" y="7569"/>
                    </a:cubicBezTo>
                    <a:cubicBezTo>
                      <a:pt x="111" y="7791"/>
                      <a:pt x="69" y="8014"/>
                      <a:pt x="48" y="8167"/>
                    </a:cubicBezTo>
                    <a:cubicBezTo>
                      <a:pt x="21" y="8341"/>
                      <a:pt x="0" y="8431"/>
                      <a:pt x="0" y="8431"/>
                    </a:cubicBezTo>
                    <a:cubicBezTo>
                      <a:pt x="0" y="8452"/>
                      <a:pt x="0" y="8473"/>
                      <a:pt x="48" y="8495"/>
                    </a:cubicBezTo>
                    <a:cubicBezTo>
                      <a:pt x="69" y="8495"/>
                      <a:pt x="90" y="8473"/>
                      <a:pt x="90" y="8452"/>
                    </a:cubicBezTo>
                    <a:cubicBezTo>
                      <a:pt x="90" y="8452"/>
                      <a:pt x="154" y="8056"/>
                      <a:pt x="244" y="7569"/>
                    </a:cubicBezTo>
                    <a:cubicBezTo>
                      <a:pt x="312" y="7109"/>
                      <a:pt x="397" y="6560"/>
                      <a:pt x="418" y="6248"/>
                    </a:cubicBezTo>
                    <a:lnTo>
                      <a:pt x="418" y="6073"/>
                    </a:lnTo>
                    <a:cubicBezTo>
                      <a:pt x="418" y="5788"/>
                      <a:pt x="376" y="5566"/>
                      <a:pt x="376" y="5349"/>
                    </a:cubicBezTo>
                    <a:cubicBezTo>
                      <a:pt x="376" y="5148"/>
                      <a:pt x="397" y="4926"/>
                      <a:pt x="508" y="4662"/>
                    </a:cubicBezTo>
                    <a:cubicBezTo>
                      <a:pt x="577" y="4508"/>
                      <a:pt x="619" y="4244"/>
                      <a:pt x="682" y="3958"/>
                    </a:cubicBezTo>
                    <a:cubicBezTo>
                      <a:pt x="751" y="3520"/>
                      <a:pt x="793" y="2991"/>
                      <a:pt x="862" y="2505"/>
                    </a:cubicBezTo>
                    <a:cubicBezTo>
                      <a:pt x="926" y="1997"/>
                      <a:pt x="994" y="1558"/>
                      <a:pt x="1079" y="1273"/>
                    </a:cubicBezTo>
                    <a:cubicBezTo>
                      <a:pt x="1190" y="918"/>
                      <a:pt x="1475" y="612"/>
                      <a:pt x="1740" y="411"/>
                    </a:cubicBezTo>
                    <a:cubicBezTo>
                      <a:pt x="1872" y="300"/>
                      <a:pt x="2004" y="236"/>
                      <a:pt x="2094" y="168"/>
                    </a:cubicBezTo>
                    <a:cubicBezTo>
                      <a:pt x="2136" y="147"/>
                      <a:pt x="2184" y="125"/>
                      <a:pt x="2205" y="104"/>
                    </a:cubicBezTo>
                    <a:lnTo>
                      <a:pt x="2226" y="104"/>
                    </a:lnTo>
                    <a:lnTo>
                      <a:pt x="2247" y="83"/>
                    </a:lnTo>
                    <a:cubicBezTo>
                      <a:pt x="2268" y="83"/>
                      <a:pt x="2268" y="62"/>
                      <a:pt x="2268" y="36"/>
                    </a:cubicBezTo>
                    <a:cubicBezTo>
                      <a:pt x="2256" y="11"/>
                      <a:pt x="2244" y="0"/>
                      <a:pt x="22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2293;p57">
                <a:extLst>
                  <a:ext uri="{FF2B5EF4-FFF2-40B4-BE49-F238E27FC236}">
                    <a16:creationId xmlns:a16="http://schemas.microsoft.com/office/drawing/2014/main" id="{C62A80A5-6B1E-085F-A9CD-4CA598483A57}"/>
                  </a:ext>
                </a:extLst>
              </p:cNvPr>
              <p:cNvSpPr/>
              <p:nvPr/>
            </p:nvSpPr>
            <p:spPr>
              <a:xfrm>
                <a:off x="386197" y="2903132"/>
                <a:ext cx="594011" cy="418595"/>
              </a:xfrm>
              <a:custGeom>
                <a:avLst/>
                <a:gdLst/>
                <a:ahLst/>
                <a:cxnLst/>
                <a:rect l="l" t="t" r="r" b="b"/>
                <a:pathLst>
                  <a:path w="8354" h="5887" extrusionOk="0">
                    <a:moveTo>
                      <a:pt x="6573" y="1"/>
                    </a:moveTo>
                    <a:cubicBezTo>
                      <a:pt x="6496" y="1"/>
                      <a:pt x="6420" y="10"/>
                      <a:pt x="6345" y="29"/>
                    </a:cubicBezTo>
                    <a:lnTo>
                      <a:pt x="5113" y="4655"/>
                    </a:lnTo>
                    <a:lnTo>
                      <a:pt x="0" y="5887"/>
                    </a:lnTo>
                    <a:lnTo>
                      <a:pt x="5795" y="5887"/>
                    </a:lnTo>
                    <a:cubicBezTo>
                      <a:pt x="6345" y="5887"/>
                      <a:pt x="6831" y="5538"/>
                      <a:pt x="7006" y="5009"/>
                    </a:cubicBezTo>
                    <a:lnTo>
                      <a:pt x="8354" y="1197"/>
                    </a:lnTo>
                    <a:cubicBezTo>
                      <a:pt x="8354" y="1197"/>
                      <a:pt x="7458" y="1"/>
                      <a:pt x="6573" y="1"/>
                    </a:cubicBezTo>
                    <a:close/>
                  </a:path>
                </a:pathLst>
              </a:custGeom>
              <a:solidFill>
                <a:srgbClr val="FCBAB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2294;p57">
                <a:extLst>
                  <a:ext uri="{FF2B5EF4-FFF2-40B4-BE49-F238E27FC236}">
                    <a16:creationId xmlns:a16="http://schemas.microsoft.com/office/drawing/2014/main" id="{2B7BD739-B76A-3855-DA9A-865B1A827798}"/>
                  </a:ext>
                </a:extLst>
              </p:cNvPr>
              <p:cNvSpPr/>
              <p:nvPr/>
            </p:nvSpPr>
            <p:spPr>
              <a:xfrm>
                <a:off x="815540" y="2684120"/>
                <a:ext cx="618827" cy="678768"/>
              </a:xfrm>
              <a:custGeom>
                <a:avLst/>
                <a:gdLst/>
                <a:ahLst/>
                <a:cxnLst/>
                <a:rect l="l" t="t" r="r" b="b"/>
                <a:pathLst>
                  <a:path w="8703" h="9546" extrusionOk="0">
                    <a:moveTo>
                      <a:pt x="4320" y="0"/>
                    </a:moveTo>
                    <a:cubicBezTo>
                      <a:pt x="3326" y="69"/>
                      <a:pt x="2601" y="244"/>
                      <a:pt x="1565" y="973"/>
                    </a:cubicBezTo>
                    <a:cubicBezTo>
                      <a:pt x="550" y="1719"/>
                      <a:pt x="0" y="3305"/>
                      <a:pt x="0" y="3305"/>
                    </a:cubicBezTo>
                    <a:lnTo>
                      <a:pt x="1565" y="3944"/>
                    </a:lnTo>
                    <a:cubicBezTo>
                      <a:pt x="1475" y="5356"/>
                      <a:pt x="1940" y="5203"/>
                      <a:pt x="2316" y="5642"/>
                    </a:cubicBezTo>
                    <a:cubicBezTo>
                      <a:pt x="2665" y="6107"/>
                      <a:pt x="2797" y="7185"/>
                      <a:pt x="2712" y="7799"/>
                    </a:cubicBezTo>
                    <a:cubicBezTo>
                      <a:pt x="2622" y="8438"/>
                      <a:pt x="1676" y="9496"/>
                      <a:pt x="2422" y="9496"/>
                    </a:cubicBezTo>
                    <a:cubicBezTo>
                      <a:pt x="2908" y="9496"/>
                      <a:pt x="5058" y="9545"/>
                      <a:pt x="6600" y="9545"/>
                    </a:cubicBezTo>
                    <a:cubicBezTo>
                      <a:pt x="7371" y="9545"/>
                      <a:pt x="7991" y="9533"/>
                      <a:pt x="8174" y="9496"/>
                    </a:cubicBezTo>
                    <a:cubicBezTo>
                      <a:pt x="8703" y="9385"/>
                      <a:pt x="7909" y="8835"/>
                      <a:pt x="7534" y="7756"/>
                    </a:cubicBezTo>
                    <a:cubicBezTo>
                      <a:pt x="7159" y="6678"/>
                      <a:pt x="6413" y="3680"/>
                      <a:pt x="6413" y="3680"/>
                    </a:cubicBezTo>
                    <a:lnTo>
                      <a:pt x="8042" y="3595"/>
                    </a:lnTo>
                    <a:cubicBezTo>
                      <a:pt x="7820" y="2094"/>
                      <a:pt x="7555" y="1126"/>
                      <a:pt x="6720" y="730"/>
                    </a:cubicBezTo>
                    <a:cubicBezTo>
                      <a:pt x="5885" y="333"/>
                      <a:pt x="4320" y="0"/>
                      <a:pt x="432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2295;p57">
                <a:extLst>
                  <a:ext uri="{FF2B5EF4-FFF2-40B4-BE49-F238E27FC236}">
                    <a16:creationId xmlns:a16="http://schemas.microsoft.com/office/drawing/2014/main" id="{7372F22B-BEFD-6DBD-ECCE-094374686632}"/>
                  </a:ext>
                </a:extLst>
              </p:cNvPr>
              <p:cNvSpPr/>
              <p:nvPr/>
            </p:nvSpPr>
            <p:spPr>
              <a:xfrm>
                <a:off x="690321" y="2941246"/>
                <a:ext cx="671871" cy="380483"/>
              </a:xfrm>
              <a:custGeom>
                <a:avLst/>
                <a:gdLst/>
                <a:ahLst/>
                <a:cxnLst/>
                <a:rect l="l" t="t" r="r" b="b"/>
                <a:pathLst>
                  <a:path w="9449" h="5351" extrusionOk="0">
                    <a:moveTo>
                      <a:pt x="9448" y="1"/>
                    </a:moveTo>
                    <a:lnTo>
                      <a:pt x="7069" y="133"/>
                    </a:lnTo>
                    <a:lnTo>
                      <a:pt x="5948" y="3855"/>
                    </a:lnTo>
                    <a:cubicBezTo>
                      <a:pt x="5948" y="3855"/>
                      <a:pt x="1960" y="4802"/>
                      <a:pt x="1551" y="4802"/>
                    </a:cubicBezTo>
                    <a:cubicBezTo>
                      <a:pt x="1547" y="4802"/>
                      <a:pt x="1543" y="4801"/>
                      <a:pt x="1539" y="4801"/>
                    </a:cubicBezTo>
                    <a:cubicBezTo>
                      <a:pt x="1278" y="4784"/>
                      <a:pt x="1155" y="4724"/>
                      <a:pt x="883" y="4724"/>
                    </a:cubicBezTo>
                    <a:cubicBezTo>
                      <a:pt x="814" y="4724"/>
                      <a:pt x="734" y="4728"/>
                      <a:pt x="640" y="4738"/>
                    </a:cubicBezTo>
                    <a:cubicBezTo>
                      <a:pt x="175" y="4780"/>
                      <a:pt x="1" y="5351"/>
                      <a:pt x="1" y="5351"/>
                    </a:cubicBezTo>
                    <a:lnTo>
                      <a:pt x="6541" y="5351"/>
                    </a:lnTo>
                    <a:cubicBezTo>
                      <a:pt x="7291" y="5351"/>
                      <a:pt x="7952" y="4870"/>
                      <a:pt x="8148" y="4161"/>
                    </a:cubicBezTo>
                    <a:lnTo>
                      <a:pt x="9448" y="1"/>
                    </a:lnTo>
                    <a:close/>
                  </a:path>
                </a:pathLst>
              </a:custGeom>
              <a:solidFill>
                <a:srgbClr val="FCBAB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2296;p57">
                <a:extLst>
                  <a:ext uri="{FF2B5EF4-FFF2-40B4-BE49-F238E27FC236}">
                    <a16:creationId xmlns:a16="http://schemas.microsoft.com/office/drawing/2014/main" id="{68156C9F-8CE4-522B-BF80-FC8A15745C40}"/>
                  </a:ext>
                </a:extLst>
              </p:cNvPr>
              <p:cNvSpPr/>
              <p:nvPr/>
            </p:nvSpPr>
            <p:spPr>
              <a:xfrm>
                <a:off x="1164745" y="2851152"/>
                <a:ext cx="31642" cy="102605"/>
              </a:xfrm>
              <a:custGeom>
                <a:avLst/>
                <a:gdLst/>
                <a:ahLst/>
                <a:cxnLst/>
                <a:rect l="l" t="t" r="r" b="b"/>
                <a:pathLst>
                  <a:path w="445" h="1443" extrusionOk="0">
                    <a:moveTo>
                      <a:pt x="396" y="1"/>
                    </a:moveTo>
                    <a:cubicBezTo>
                      <a:pt x="376" y="1"/>
                      <a:pt x="355" y="16"/>
                      <a:pt x="355" y="30"/>
                    </a:cubicBezTo>
                    <a:cubicBezTo>
                      <a:pt x="202" y="295"/>
                      <a:pt x="133" y="628"/>
                      <a:pt x="69" y="913"/>
                    </a:cubicBezTo>
                    <a:cubicBezTo>
                      <a:pt x="22" y="1178"/>
                      <a:pt x="22" y="1400"/>
                      <a:pt x="22" y="1400"/>
                    </a:cubicBezTo>
                    <a:cubicBezTo>
                      <a:pt x="1" y="1421"/>
                      <a:pt x="22" y="1421"/>
                      <a:pt x="22" y="1442"/>
                    </a:cubicBezTo>
                    <a:lnTo>
                      <a:pt x="397" y="1442"/>
                    </a:lnTo>
                    <a:cubicBezTo>
                      <a:pt x="418" y="1442"/>
                      <a:pt x="445" y="1442"/>
                      <a:pt x="445" y="1400"/>
                    </a:cubicBezTo>
                    <a:cubicBezTo>
                      <a:pt x="445" y="1379"/>
                      <a:pt x="418" y="1352"/>
                      <a:pt x="397" y="1352"/>
                    </a:cubicBezTo>
                    <a:lnTo>
                      <a:pt x="112" y="1352"/>
                    </a:lnTo>
                    <a:cubicBezTo>
                      <a:pt x="116" y="1250"/>
                      <a:pt x="137" y="1046"/>
                      <a:pt x="181" y="824"/>
                    </a:cubicBezTo>
                    <a:cubicBezTo>
                      <a:pt x="244" y="559"/>
                      <a:pt x="313" y="274"/>
                      <a:pt x="445" y="78"/>
                    </a:cubicBezTo>
                    <a:cubicBezTo>
                      <a:pt x="445" y="57"/>
                      <a:pt x="445" y="9"/>
                      <a:pt x="418" y="9"/>
                    </a:cubicBezTo>
                    <a:cubicBezTo>
                      <a:pt x="412" y="3"/>
                      <a:pt x="404" y="1"/>
                      <a:pt x="3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2297;p57">
                <a:extLst>
                  <a:ext uri="{FF2B5EF4-FFF2-40B4-BE49-F238E27FC236}">
                    <a16:creationId xmlns:a16="http://schemas.microsoft.com/office/drawing/2014/main" id="{45E4E11A-94BA-3DAD-311A-559E972F2717}"/>
                  </a:ext>
                </a:extLst>
              </p:cNvPr>
              <p:cNvSpPr/>
              <p:nvPr/>
            </p:nvSpPr>
            <p:spPr>
              <a:xfrm>
                <a:off x="762139" y="3345422"/>
                <a:ext cx="740985" cy="867694"/>
              </a:xfrm>
              <a:custGeom>
                <a:avLst/>
                <a:gdLst/>
                <a:ahLst/>
                <a:cxnLst/>
                <a:rect l="l" t="t" r="r" b="b"/>
                <a:pathLst>
                  <a:path w="10421" h="12203" extrusionOk="0">
                    <a:moveTo>
                      <a:pt x="8771" y="0"/>
                    </a:moveTo>
                    <a:lnTo>
                      <a:pt x="6080" y="153"/>
                    </a:lnTo>
                    <a:cubicBezTo>
                      <a:pt x="5731" y="307"/>
                      <a:pt x="3241" y="460"/>
                      <a:pt x="3241" y="460"/>
                    </a:cubicBezTo>
                    <a:cubicBezTo>
                      <a:pt x="1058" y="460"/>
                      <a:pt x="0" y="2115"/>
                      <a:pt x="244" y="4404"/>
                    </a:cubicBezTo>
                    <a:cubicBezTo>
                      <a:pt x="508" y="6693"/>
                      <a:pt x="1349" y="12202"/>
                      <a:pt x="1349" y="12202"/>
                    </a:cubicBezTo>
                    <a:lnTo>
                      <a:pt x="5398" y="12202"/>
                    </a:lnTo>
                    <a:cubicBezTo>
                      <a:pt x="5552" y="11367"/>
                      <a:pt x="5049" y="10791"/>
                      <a:pt x="4938" y="9998"/>
                    </a:cubicBezTo>
                    <a:cubicBezTo>
                      <a:pt x="4806" y="9205"/>
                      <a:pt x="4653" y="9009"/>
                      <a:pt x="4473" y="8126"/>
                    </a:cubicBezTo>
                    <a:cubicBezTo>
                      <a:pt x="4362" y="7486"/>
                      <a:pt x="4013" y="6276"/>
                      <a:pt x="3833" y="5662"/>
                    </a:cubicBezTo>
                    <a:cubicBezTo>
                      <a:pt x="3770" y="5419"/>
                      <a:pt x="3770" y="5176"/>
                      <a:pt x="3833" y="4954"/>
                    </a:cubicBezTo>
                    <a:cubicBezTo>
                      <a:pt x="3992" y="4425"/>
                      <a:pt x="3860" y="3812"/>
                      <a:pt x="3860" y="3812"/>
                    </a:cubicBezTo>
                    <a:lnTo>
                      <a:pt x="7735" y="3812"/>
                    </a:lnTo>
                    <a:cubicBezTo>
                      <a:pt x="10421" y="3812"/>
                      <a:pt x="8772" y="0"/>
                      <a:pt x="877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2298;p57">
                <a:extLst>
                  <a:ext uri="{FF2B5EF4-FFF2-40B4-BE49-F238E27FC236}">
                    <a16:creationId xmlns:a16="http://schemas.microsoft.com/office/drawing/2014/main" id="{FED3AF33-F119-3AC4-AFAF-8456A645554B}"/>
                  </a:ext>
                </a:extLst>
              </p:cNvPr>
              <p:cNvSpPr/>
              <p:nvPr/>
            </p:nvSpPr>
            <p:spPr>
              <a:xfrm>
                <a:off x="871927" y="4152139"/>
                <a:ext cx="250787" cy="7608"/>
              </a:xfrm>
              <a:custGeom>
                <a:avLst/>
                <a:gdLst/>
                <a:ahLst/>
                <a:cxnLst/>
                <a:rect l="l" t="t" r="r" b="b"/>
                <a:pathLst>
                  <a:path w="3527" h="10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43"/>
                    </a:cubicBezTo>
                    <a:cubicBezTo>
                      <a:pt x="0" y="85"/>
                      <a:pt x="21" y="107"/>
                      <a:pt x="42" y="107"/>
                    </a:cubicBezTo>
                    <a:lnTo>
                      <a:pt x="3479" y="107"/>
                    </a:lnTo>
                    <a:cubicBezTo>
                      <a:pt x="3505" y="107"/>
                      <a:pt x="3527" y="85"/>
                      <a:pt x="3527" y="43"/>
                    </a:cubicBezTo>
                    <a:cubicBezTo>
                      <a:pt x="3527" y="22"/>
                      <a:pt x="3505" y="1"/>
                      <a:pt x="34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2299;p57">
                <a:extLst>
                  <a:ext uri="{FF2B5EF4-FFF2-40B4-BE49-F238E27FC236}">
                    <a16:creationId xmlns:a16="http://schemas.microsoft.com/office/drawing/2014/main" id="{F33D3577-9F29-4ED2-CB31-B3540BC1D5CE}"/>
                  </a:ext>
                </a:extLst>
              </p:cNvPr>
              <p:cNvSpPr/>
              <p:nvPr/>
            </p:nvSpPr>
            <p:spPr>
              <a:xfrm>
                <a:off x="984703" y="3459692"/>
                <a:ext cx="437296" cy="700029"/>
              </a:xfrm>
              <a:custGeom>
                <a:avLst/>
                <a:gdLst/>
                <a:ahLst/>
                <a:cxnLst/>
                <a:rect l="l" t="t" r="r" b="b"/>
                <a:pathLst>
                  <a:path w="6150" h="9845" extrusionOk="0">
                    <a:moveTo>
                      <a:pt x="6101" y="0"/>
                    </a:moveTo>
                    <a:cubicBezTo>
                      <a:pt x="6080" y="0"/>
                      <a:pt x="6059" y="0"/>
                      <a:pt x="6059" y="21"/>
                    </a:cubicBezTo>
                    <a:cubicBezTo>
                      <a:pt x="5969" y="376"/>
                      <a:pt x="5774" y="592"/>
                      <a:pt x="5488" y="772"/>
                    </a:cubicBezTo>
                    <a:cubicBezTo>
                      <a:pt x="5224" y="947"/>
                      <a:pt x="4848" y="1079"/>
                      <a:pt x="4452" y="1232"/>
                    </a:cubicBezTo>
                    <a:cubicBezTo>
                      <a:pt x="4251" y="1322"/>
                      <a:pt x="3944" y="1364"/>
                      <a:pt x="3569" y="1386"/>
                    </a:cubicBezTo>
                    <a:cubicBezTo>
                      <a:pt x="3019" y="1433"/>
                      <a:pt x="2358" y="1433"/>
                      <a:pt x="1719" y="1433"/>
                    </a:cubicBezTo>
                    <a:cubicBezTo>
                      <a:pt x="1100" y="1433"/>
                      <a:pt x="529" y="1454"/>
                      <a:pt x="175" y="1518"/>
                    </a:cubicBezTo>
                    <a:cubicBezTo>
                      <a:pt x="154" y="1518"/>
                      <a:pt x="132" y="1544"/>
                      <a:pt x="132" y="1565"/>
                    </a:cubicBezTo>
                    <a:cubicBezTo>
                      <a:pt x="90" y="2179"/>
                      <a:pt x="0" y="2623"/>
                      <a:pt x="0" y="3104"/>
                    </a:cubicBezTo>
                    <a:cubicBezTo>
                      <a:pt x="0" y="3236"/>
                      <a:pt x="0" y="3368"/>
                      <a:pt x="21" y="3500"/>
                    </a:cubicBezTo>
                    <a:cubicBezTo>
                      <a:pt x="90" y="4188"/>
                      <a:pt x="154" y="5113"/>
                      <a:pt x="265" y="5684"/>
                    </a:cubicBezTo>
                    <a:cubicBezTo>
                      <a:pt x="355" y="6234"/>
                      <a:pt x="487" y="7117"/>
                      <a:pt x="640" y="7888"/>
                    </a:cubicBezTo>
                    <a:cubicBezTo>
                      <a:pt x="703" y="8259"/>
                      <a:pt x="730" y="8745"/>
                      <a:pt x="751" y="9120"/>
                    </a:cubicBezTo>
                    <a:cubicBezTo>
                      <a:pt x="751" y="9316"/>
                      <a:pt x="772" y="9475"/>
                      <a:pt x="772" y="9607"/>
                    </a:cubicBezTo>
                    <a:lnTo>
                      <a:pt x="772" y="9781"/>
                    </a:lnTo>
                    <a:cubicBezTo>
                      <a:pt x="772" y="9823"/>
                      <a:pt x="793" y="9845"/>
                      <a:pt x="814" y="9845"/>
                    </a:cubicBezTo>
                    <a:cubicBezTo>
                      <a:pt x="836" y="9845"/>
                      <a:pt x="862" y="9823"/>
                      <a:pt x="862" y="9781"/>
                    </a:cubicBezTo>
                    <a:cubicBezTo>
                      <a:pt x="862" y="9781"/>
                      <a:pt x="862" y="8634"/>
                      <a:pt x="730" y="7862"/>
                    </a:cubicBezTo>
                    <a:cubicBezTo>
                      <a:pt x="571" y="7095"/>
                      <a:pt x="439" y="6212"/>
                      <a:pt x="355" y="5663"/>
                    </a:cubicBezTo>
                    <a:cubicBezTo>
                      <a:pt x="265" y="5113"/>
                      <a:pt x="175" y="4188"/>
                      <a:pt x="111" y="3500"/>
                    </a:cubicBezTo>
                    <a:cubicBezTo>
                      <a:pt x="90" y="3368"/>
                      <a:pt x="90" y="3236"/>
                      <a:pt x="90" y="3104"/>
                    </a:cubicBezTo>
                    <a:cubicBezTo>
                      <a:pt x="90" y="2632"/>
                      <a:pt x="171" y="2222"/>
                      <a:pt x="219" y="1604"/>
                    </a:cubicBezTo>
                    <a:lnTo>
                      <a:pt x="219" y="1604"/>
                    </a:lnTo>
                    <a:cubicBezTo>
                      <a:pt x="436" y="1564"/>
                      <a:pt x="761" y="1544"/>
                      <a:pt x="1126" y="1544"/>
                    </a:cubicBezTo>
                    <a:cubicBezTo>
                      <a:pt x="1697" y="1518"/>
                      <a:pt x="2379" y="1518"/>
                      <a:pt x="2998" y="1518"/>
                    </a:cubicBezTo>
                    <a:cubicBezTo>
                      <a:pt x="3305" y="1497"/>
                      <a:pt x="3590" y="1497"/>
                      <a:pt x="3854" y="1454"/>
                    </a:cubicBezTo>
                    <a:cubicBezTo>
                      <a:pt x="4098" y="1433"/>
                      <a:pt x="4320" y="1386"/>
                      <a:pt x="4473" y="1322"/>
                    </a:cubicBezTo>
                    <a:cubicBezTo>
                      <a:pt x="4891" y="1169"/>
                      <a:pt x="5245" y="1037"/>
                      <a:pt x="5552" y="836"/>
                    </a:cubicBezTo>
                    <a:cubicBezTo>
                      <a:pt x="5837" y="661"/>
                      <a:pt x="6059" y="418"/>
                      <a:pt x="6149" y="43"/>
                    </a:cubicBezTo>
                    <a:cubicBezTo>
                      <a:pt x="6149" y="21"/>
                      <a:pt x="6149" y="0"/>
                      <a:pt x="61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2300;p57">
                <a:extLst>
                  <a:ext uri="{FF2B5EF4-FFF2-40B4-BE49-F238E27FC236}">
                    <a16:creationId xmlns:a16="http://schemas.microsoft.com/office/drawing/2014/main" id="{F3B0936C-3CC8-73CE-41D3-AC365E23B8A9}"/>
                  </a:ext>
                </a:extLst>
              </p:cNvPr>
              <p:cNvSpPr/>
              <p:nvPr/>
            </p:nvSpPr>
            <p:spPr>
              <a:xfrm>
                <a:off x="304993" y="4448019"/>
                <a:ext cx="224123" cy="72243"/>
              </a:xfrm>
              <a:custGeom>
                <a:avLst/>
                <a:gdLst/>
                <a:ahLst/>
                <a:cxnLst/>
                <a:rect l="l" t="t" r="r" b="b"/>
                <a:pathLst>
                  <a:path w="3152" h="1016" extrusionOk="0">
                    <a:moveTo>
                      <a:pt x="1629" y="1"/>
                    </a:moveTo>
                    <a:cubicBezTo>
                      <a:pt x="1343" y="244"/>
                      <a:pt x="926" y="466"/>
                      <a:pt x="772" y="529"/>
                    </a:cubicBezTo>
                    <a:cubicBezTo>
                      <a:pt x="508" y="640"/>
                      <a:pt x="0" y="640"/>
                      <a:pt x="0" y="836"/>
                    </a:cubicBezTo>
                    <a:cubicBezTo>
                      <a:pt x="0" y="966"/>
                      <a:pt x="668" y="1013"/>
                      <a:pt x="1271" y="1013"/>
                    </a:cubicBezTo>
                    <a:cubicBezTo>
                      <a:pt x="1502" y="1013"/>
                      <a:pt x="1722" y="1006"/>
                      <a:pt x="1893" y="995"/>
                    </a:cubicBezTo>
                    <a:cubicBezTo>
                      <a:pt x="2512" y="947"/>
                      <a:pt x="3125" y="1016"/>
                      <a:pt x="3125" y="815"/>
                    </a:cubicBezTo>
                    <a:cubicBezTo>
                      <a:pt x="3151" y="640"/>
                      <a:pt x="2993" y="508"/>
                      <a:pt x="2972" y="223"/>
                    </a:cubicBezTo>
                    <a:cubicBezTo>
                      <a:pt x="2797" y="244"/>
                      <a:pt x="2596" y="244"/>
                      <a:pt x="2380" y="244"/>
                    </a:cubicBezTo>
                    <a:cubicBezTo>
                      <a:pt x="1935" y="244"/>
                      <a:pt x="1719" y="133"/>
                      <a:pt x="16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2301;p57">
                <a:extLst>
                  <a:ext uri="{FF2B5EF4-FFF2-40B4-BE49-F238E27FC236}">
                    <a16:creationId xmlns:a16="http://schemas.microsoft.com/office/drawing/2014/main" id="{39B89ECB-1C5E-311E-A18B-47768F6FC8A5}"/>
                  </a:ext>
                </a:extLst>
              </p:cNvPr>
              <p:cNvSpPr/>
              <p:nvPr/>
            </p:nvSpPr>
            <p:spPr>
              <a:xfrm>
                <a:off x="832825" y="4448025"/>
                <a:ext cx="227102" cy="72225"/>
              </a:xfrm>
              <a:custGeom>
                <a:avLst/>
                <a:gdLst/>
                <a:ahLst/>
                <a:cxnLst/>
                <a:rect l="l" t="t" r="r" b="b"/>
                <a:pathLst>
                  <a:path w="3152" h="1016" extrusionOk="0">
                    <a:moveTo>
                      <a:pt x="1608" y="1"/>
                    </a:moveTo>
                    <a:cubicBezTo>
                      <a:pt x="1322" y="244"/>
                      <a:pt x="926" y="466"/>
                      <a:pt x="751" y="529"/>
                    </a:cubicBezTo>
                    <a:cubicBezTo>
                      <a:pt x="487" y="640"/>
                      <a:pt x="0" y="640"/>
                      <a:pt x="0" y="836"/>
                    </a:cubicBezTo>
                    <a:cubicBezTo>
                      <a:pt x="0" y="966"/>
                      <a:pt x="657" y="1013"/>
                      <a:pt x="1262" y="1013"/>
                    </a:cubicBezTo>
                    <a:cubicBezTo>
                      <a:pt x="1493" y="1013"/>
                      <a:pt x="1716" y="1006"/>
                      <a:pt x="1893" y="995"/>
                    </a:cubicBezTo>
                    <a:cubicBezTo>
                      <a:pt x="2512" y="947"/>
                      <a:pt x="3104" y="1016"/>
                      <a:pt x="3130" y="815"/>
                    </a:cubicBezTo>
                    <a:cubicBezTo>
                      <a:pt x="3151" y="640"/>
                      <a:pt x="2972" y="508"/>
                      <a:pt x="2950" y="223"/>
                    </a:cubicBezTo>
                    <a:cubicBezTo>
                      <a:pt x="2797" y="244"/>
                      <a:pt x="2602" y="244"/>
                      <a:pt x="2358" y="244"/>
                    </a:cubicBezTo>
                    <a:cubicBezTo>
                      <a:pt x="1914" y="244"/>
                      <a:pt x="1719" y="133"/>
                      <a:pt x="16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2302;p57">
                <a:extLst>
                  <a:ext uri="{FF2B5EF4-FFF2-40B4-BE49-F238E27FC236}">
                    <a16:creationId xmlns:a16="http://schemas.microsoft.com/office/drawing/2014/main" id="{10F6A49B-E28F-1042-A8E7-B467A8D5A836}"/>
                  </a:ext>
                </a:extLst>
              </p:cNvPr>
              <p:cNvSpPr/>
              <p:nvPr/>
            </p:nvSpPr>
            <p:spPr>
              <a:xfrm>
                <a:off x="929808" y="2470797"/>
                <a:ext cx="276030" cy="401317"/>
              </a:xfrm>
              <a:custGeom>
                <a:avLst/>
                <a:gdLst/>
                <a:ahLst/>
                <a:cxnLst/>
                <a:rect l="l" t="t" r="r" b="b"/>
                <a:pathLst>
                  <a:path w="3882" h="5644" extrusionOk="0">
                    <a:moveTo>
                      <a:pt x="1551" y="1"/>
                    </a:moveTo>
                    <a:cubicBezTo>
                      <a:pt x="1479" y="1"/>
                      <a:pt x="1403" y="10"/>
                      <a:pt x="1322" y="29"/>
                    </a:cubicBezTo>
                    <a:cubicBezTo>
                      <a:pt x="577" y="225"/>
                      <a:pt x="0" y="780"/>
                      <a:pt x="111" y="1504"/>
                    </a:cubicBezTo>
                    <a:cubicBezTo>
                      <a:pt x="133" y="1615"/>
                      <a:pt x="466" y="2075"/>
                      <a:pt x="466" y="2075"/>
                    </a:cubicBezTo>
                    <a:cubicBezTo>
                      <a:pt x="577" y="2297"/>
                      <a:pt x="598" y="2472"/>
                      <a:pt x="751" y="2630"/>
                    </a:cubicBezTo>
                    <a:cubicBezTo>
                      <a:pt x="841" y="2736"/>
                      <a:pt x="1015" y="2805"/>
                      <a:pt x="1127" y="2847"/>
                    </a:cubicBezTo>
                    <a:cubicBezTo>
                      <a:pt x="1153" y="2856"/>
                      <a:pt x="1184" y="2861"/>
                      <a:pt x="1215" y="2861"/>
                    </a:cubicBezTo>
                    <a:cubicBezTo>
                      <a:pt x="1260" y="2861"/>
                      <a:pt x="1306" y="2851"/>
                      <a:pt x="1343" y="2826"/>
                    </a:cubicBezTo>
                    <a:lnTo>
                      <a:pt x="1475" y="2762"/>
                    </a:lnTo>
                    <a:lnTo>
                      <a:pt x="1676" y="3291"/>
                    </a:lnTo>
                    <a:lnTo>
                      <a:pt x="1370" y="3423"/>
                    </a:lnTo>
                    <a:cubicBezTo>
                      <a:pt x="1105" y="3529"/>
                      <a:pt x="904" y="3751"/>
                      <a:pt x="793" y="4015"/>
                    </a:cubicBezTo>
                    <a:cubicBezTo>
                      <a:pt x="598" y="4634"/>
                      <a:pt x="550" y="5644"/>
                      <a:pt x="1565" y="5644"/>
                    </a:cubicBezTo>
                    <a:cubicBezTo>
                      <a:pt x="2755" y="5644"/>
                      <a:pt x="3458" y="4433"/>
                      <a:pt x="3812" y="3730"/>
                    </a:cubicBezTo>
                    <a:cubicBezTo>
                      <a:pt x="3881" y="3577"/>
                      <a:pt x="3791" y="3397"/>
                      <a:pt x="3638" y="3376"/>
                    </a:cubicBezTo>
                    <a:cubicBezTo>
                      <a:pt x="3352" y="3312"/>
                      <a:pt x="2956" y="3201"/>
                      <a:pt x="2845" y="2937"/>
                    </a:cubicBezTo>
                    <a:cubicBezTo>
                      <a:pt x="2623" y="2498"/>
                      <a:pt x="2469" y="2033"/>
                      <a:pt x="2469" y="2033"/>
                    </a:cubicBezTo>
                    <a:cubicBezTo>
                      <a:pt x="2469" y="2033"/>
                      <a:pt x="2533" y="1108"/>
                      <a:pt x="2469" y="822"/>
                    </a:cubicBezTo>
                    <a:cubicBezTo>
                      <a:pt x="2408" y="568"/>
                      <a:pt x="2126" y="1"/>
                      <a:pt x="1551" y="1"/>
                    </a:cubicBezTo>
                    <a:close/>
                  </a:path>
                </a:pathLst>
              </a:custGeom>
              <a:solidFill>
                <a:srgbClr val="FCBAB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2303;p57">
                <a:extLst>
                  <a:ext uri="{FF2B5EF4-FFF2-40B4-BE49-F238E27FC236}">
                    <a16:creationId xmlns:a16="http://schemas.microsoft.com/office/drawing/2014/main" id="{2D939140-931D-33EC-3645-F0F7B12CD9C7}"/>
                  </a:ext>
                </a:extLst>
              </p:cNvPr>
              <p:cNvSpPr/>
              <p:nvPr/>
            </p:nvSpPr>
            <p:spPr>
              <a:xfrm>
                <a:off x="1045997" y="2702253"/>
                <a:ext cx="13937" cy="30788"/>
              </a:xfrm>
              <a:custGeom>
                <a:avLst/>
                <a:gdLst/>
                <a:ahLst/>
                <a:cxnLst/>
                <a:rect l="l" t="t" r="r" b="b"/>
                <a:pathLst>
                  <a:path w="196" h="433" extrusionOk="0">
                    <a:moveTo>
                      <a:pt x="42" y="0"/>
                    </a:moveTo>
                    <a:cubicBezTo>
                      <a:pt x="35" y="0"/>
                      <a:pt x="28" y="3"/>
                      <a:pt x="21" y="10"/>
                    </a:cubicBezTo>
                    <a:cubicBezTo>
                      <a:pt x="0" y="10"/>
                      <a:pt x="0" y="36"/>
                      <a:pt x="0" y="57"/>
                    </a:cubicBezTo>
                    <a:lnTo>
                      <a:pt x="132" y="406"/>
                    </a:lnTo>
                    <a:cubicBezTo>
                      <a:pt x="132" y="433"/>
                      <a:pt x="153" y="433"/>
                      <a:pt x="175" y="433"/>
                    </a:cubicBezTo>
                    <a:cubicBezTo>
                      <a:pt x="196" y="433"/>
                      <a:pt x="196" y="406"/>
                      <a:pt x="196" y="385"/>
                    </a:cubicBezTo>
                    <a:lnTo>
                      <a:pt x="64" y="10"/>
                    </a:lnTo>
                    <a:cubicBezTo>
                      <a:pt x="64" y="10"/>
                      <a:pt x="54" y="0"/>
                      <a:pt x="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2304;p57">
                <a:extLst>
                  <a:ext uri="{FF2B5EF4-FFF2-40B4-BE49-F238E27FC236}">
                    <a16:creationId xmlns:a16="http://schemas.microsoft.com/office/drawing/2014/main" id="{28061F04-CD33-0BE7-3AA6-118E55E136D5}"/>
                  </a:ext>
                </a:extLst>
              </p:cNvPr>
              <p:cNvSpPr/>
              <p:nvPr/>
            </p:nvSpPr>
            <p:spPr>
              <a:xfrm>
                <a:off x="1034691" y="2623536"/>
                <a:ext cx="43730" cy="60653"/>
              </a:xfrm>
              <a:custGeom>
                <a:avLst/>
                <a:gdLst/>
                <a:ahLst/>
                <a:cxnLst/>
                <a:rect l="l" t="t" r="r" b="b"/>
                <a:pathLst>
                  <a:path w="615" h="853" extrusionOk="0">
                    <a:moveTo>
                      <a:pt x="549" y="0"/>
                    </a:moveTo>
                    <a:cubicBezTo>
                      <a:pt x="530" y="0"/>
                      <a:pt x="508" y="12"/>
                      <a:pt x="487" y="38"/>
                    </a:cubicBezTo>
                    <a:cubicBezTo>
                      <a:pt x="423" y="149"/>
                      <a:pt x="244" y="482"/>
                      <a:pt x="0" y="614"/>
                    </a:cubicBezTo>
                    <a:lnTo>
                      <a:pt x="90" y="852"/>
                    </a:lnTo>
                    <a:cubicBezTo>
                      <a:pt x="355" y="852"/>
                      <a:pt x="466" y="302"/>
                      <a:pt x="556" y="170"/>
                    </a:cubicBezTo>
                    <a:cubicBezTo>
                      <a:pt x="614" y="64"/>
                      <a:pt x="591" y="0"/>
                      <a:pt x="5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2305;p57">
                <a:extLst>
                  <a:ext uri="{FF2B5EF4-FFF2-40B4-BE49-F238E27FC236}">
                    <a16:creationId xmlns:a16="http://schemas.microsoft.com/office/drawing/2014/main" id="{10496962-3C3D-D345-0C94-00FF14A09EFB}"/>
                  </a:ext>
                </a:extLst>
              </p:cNvPr>
              <p:cNvSpPr/>
              <p:nvPr/>
            </p:nvSpPr>
            <p:spPr>
              <a:xfrm>
                <a:off x="862541" y="2446762"/>
                <a:ext cx="267355" cy="173496"/>
              </a:xfrm>
              <a:custGeom>
                <a:avLst/>
                <a:gdLst/>
                <a:ahLst/>
                <a:cxnLst/>
                <a:rect l="l" t="t" r="r" b="b"/>
                <a:pathLst>
                  <a:path w="3760" h="2440" extrusionOk="0">
                    <a:moveTo>
                      <a:pt x="1580" y="0"/>
                    </a:moveTo>
                    <a:cubicBezTo>
                      <a:pt x="1206" y="0"/>
                      <a:pt x="764" y="152"/>
                      <a:pt x="508" y="764"/>
                    </a:cubicBezTo>
                    <a:cubicBezTo>
                      <a:pt x="0" y="1974"/>
                      <a:pt x="946" y="2106"/>
                      <a:pt x="946" y="2106"/>
                    </a:cubicBezTo>
                    <a:lnTo>
                      <a:pt x="1433" y="2440"/>
                    </a:lnTo>
                    <a:lnTo>
                      <a:pt x="1433" y="2440"/>
                    </a:lnTo>
                    <a:lnTo>
                      <a:pt x="1279" y="2064"/>
                    </a:lnTo>
                    <a:cubicBezTo>
                      <a:pt x="1211" y="1911"/>
                      <a:pt x="1279" y="1731"/>
                      <a:pt x="1412" y="1646"/>
                    </a:cubicBezTo>
                    <a:cubicBezTo>
                      <a:pt x="1697" y="1467"/>
                      <a:pt x="2205" y="1091"/>
                      <a:pt x="2379" y="631"/>
                    </a:cubicBezTo>
                    <a:cubicBezTo>
                      <a:pt x="2379" y="631"/>
                      <a:pt x="2421" y="1028"/>
                      <a:pt x="2733" y="1424"/>
                    </a:cubicBezTo>
                    <a:cubicBezTo>
                      <a:pt x="2818" y="1557"/>
                      <a:pt x="2818" y="2043"/>
                      <a:pt x="2977" y="2085"/>
                    </a:cubicBezTo>
                    <a:cubicBezTo>
                      <a:pt x="2991" y="2091"/>
                      <a:pt x="3002" y="2094"/>
                      <a:pt x="3011" y="2094"/>
                    </a:cubicBezTo>
                    <a:cubicBezTo>
                      <a:pt x="3099" y="2094"/>
                      <a:pt x="2958" y="1824"/>
                      <a:pt x="3040" y="1646"/>
                    </a:cubicBezTo>
                    <a:cubicBezTo>
                      <a:pt x="3076" y="1558"/>
                      <a:pt x="3132" y="1519"/>
                      <a:pt x="3186" y="1519"/>
                    </a:cubicBezTo>
                    <a:cubicBezTo>
                      <a:pt x="3268" y="1519"/>
                      <a:pt x="3347" y="1609"/>
                      <a:pt x="3347" y="1752"/>
                    </a:cubicBezTo>
                    <a:cubicBezTo>
                      <a:pt x="3347" y="1995"/>
                      <a:pt x="3215" y="2239"/>
                      <a:pt x="3215" y="2239"/>
                    </a:cubicBezTo>
                    <a:lnTo>
                      <a:pt x="3415" y="2371"/>
                    </a:lnTo>
                    <a:cubicBezTo>
                      <a:pt x="3415" y="2371"/>
                      <a:pt x="3526" y="1842"/>
                      <a:pt x="3637" y="1250"/>
                    </a:cubicBezTo>
                    <a:cubicBezTo>
                      <a:pt x="3759" y="700"/>
                      <a:pt x="3298" y="132"/>
                      <a:pt x="2469" y="132"/>
                    </a:cubicBezTo>
                    <a:cubicBezTo>
                      <a:pt x="2398" y="132"/>
                      <a:pt x="2324" y="136"/>
                      <a:pt x="2247" y="145"/>
                    </a:cubicBezTo>
                    <a:cubicBezTo>
                      <a:pt x="2247" y="145"/>
                      <a:pt x="1946" y="0"/>
                      <a:pt x="1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2306;p57">
                <a:extLst>
                  <a:ext uri="{FF2B5EF4-FFF2-40B4-BE49-F238E27FC236}">
                    <a16:creationId xmlns:a16="http://schemas.microsoft.com/office/drawing/2014/main" id="{C62997DF-2AED-4AD8-87FC-9F05E45B0667}"/>
                  </a:ext>
                </a:extLst>
              </p:cNvPr>
              <p:cNvSpPr/>
              <p:nvPr/>
            </p:nvSpPr>
            <p:spPr>
              <a:xfrm>
                <a:off x="1031705" y="2364562"/>
                <a:ext cx="112844" cy="112844"/>
              </a:xfrm>
              <a:custGeom>
                <a:avLst/>
                <a:gdLst/>
                <a:ahLst/>
                <a:cxnLst/>
                <a:rect l="l" t="t" r="r" b="b"/>
                <a:pathLst>
                  <a:path w="1587" h="1587" extrusionOk="0">
                    <a:moveTo>
                      <a:pt x="793" y="0"/>
                    </a:moveTo>
                    <a:cubicBezTo>
                      <a:pt x="354" y="0"/>
                      <a:pt x="0" y="355"/>
                      <a:pt x="0" y="793"/>
                    </a:cubicBezTo>
                    <a:cubicBezTo>
                      <a:pt x="0" y="1238"/>
                      <a:pt x="354" y="1586"/>
                      <a:pt x="793" y="1586"/>
                    </a:cubicBezTo>
                    <a:cubicBezTo>
                      <a:pt x="1232" y="1586"/>
                      <a:pt x="1586" y="1238"/>
                      <a:pt x="1586" y="793"/>
                    </a:cubicBezTo>
                    <a:cubicBezTo>
                      <a:pt x="1586" y="355"/>
                      <a:pt x="1232" y="0"/>
                      <a:pt x="7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2307;p57">
                <a:extLst>
                  <a:ext uri="{FF2B5EF4-FFF2-40B4-BE49-F238E27FC236}">
                    <a16:creationId xmlns:a16="http://schemas.microsoft.com/office/drawing/2014/main" id="{1251CC2E-92DB-94BC-8780-2AF1369AA070}"/>
                  </a:ext>
                </a:extLst>
              </p:cNvPr>
              <p:cNvSpPr/>
              <p:nvPr/>
            </p:nvSpPr>
            <p:spPr>
              <a:xfrm>
                <a:off x="132790" y="3301406"/>
                <a:ext cx="960202" cy="20336"/>
              </a:xfrm>
              <a:custGeom>
                <a:avLst/>
                <a:gdLst/>
                <a:ahLst/>
                <a:cxnLst/>
                <a:rect l="l" t="t" r="r" b="b"/>
                <a:pathLst>
                  <a:path w="13504" h="286" extrusionOk="0">
                    <a:moveTo>
                      <a:pt x="0" y="1"/>
                    </a:moveTo>
                    <a:lnTo>
                      <a:pt x="0" y="286"/>
                    </a:lnTo>
                    <a:lnTo>
                      <a:pt x="13503" y="286"/>
                    </a:lnTo>
                    <a:lnTo>
                      <a:pt x="1350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2308;p57">
                <a:extLst>
                  <a:ext uri="{FF2B5EF4-FFF2-40B4-BE49-F238E27FC236}">
                    <a16:creationId xmlns:a16="http://schemas.microsoft.com/office/drawing/2014/main" id="{DFBFA641-FB54-91EF-DB0B-5F3FFC676F03}"/>
                  </a:ext>
                </a:extLst>
              </p:cNvPr>
              <p:cNvSpPr/>
              <p:nvPr/>
            </p:nvSpPr>
            <p:spPr>
              <a:xfrm>
                <a:off x="15108" y="2881444"/>
                <a:ext cx="711334" cy="440282"/>
              </a:xfrm>
              <a:custGeom>
                <a:avLst/>
                <a:gdLst/>
                <a:ahLst/>
                <a:cxnLst/>
                <a:rect l="l" t="t" r="r" b="b"/>
                <a:pathLst>
                  <a:path w="10004" h="6192" extrusionOk="0">
                    <a:moveTo>
                      <a:pt x="1" y="1"/>
                    </a:moveTo>
                    <a:lnTo>
                      <a:pt x="1343" y="6192"/>
                    </a:lnTo>
                    <a:lnTo>
                      <a:pt x="10004" y="6192"/>
                    </a:lnTo>
                    <a:lnTo>
                      <a:pt x="8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2309;p57">
                <a:extLst>
                  <a:ext uri="{FF2B5EF4-FFF2-40B4-BE49-F238E27FC236}">
                    <a16:creationId xmlns:a16="http://schemas.microsoft.com/office/drawing/2014/main" id="{09A06236-EE52-CF8B-5817-FC6F9CDF38C1}"/>
                  </a:ext>
                </a:extLst>
              </p:cNvPr>
              <p:cNvSpPr/>
              <p:nvPr/>
            </p:nvSpPr>
            <p:spPr>
              <a:xfrm>
                <a:off x="607214" y="2881444"/>
                <a:ext cx="119243" cy="440282"/>
              </a:xfrm>
              <a:custGeom>
                <a:avLst/>
                <a:gdLst/>
                <a:ahLst/>
                <a:cxnLst/>
                <a:rect l="l" t="t" r="r" b="b"/>
                <a:pathLst>
                  <a:path w="1677" h="6192" extrusionOk="0">
                    <a:moveTo>
                      <a:pt x="1" y="1"/>
                    </a:moveTo>
                    <a:lnTo>
                      <a:pt x="1370" y="6192"/>
                    </a:lnTo>
                    <a:lnTo>
                      <a:pt x="1677" y="6192"/>
                    </a:lnTo>
                    <a:lnTo>
                      <a:pt x="33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2310;p57">
                <a:extLst>
                  <a:ext uri="{FF2B5EF4-FFF2-40B4-BE49-F238E27FC236}">
                    <a16:creationId xmlns:a16="http://schemas.microsoft.com/office/drawing/2014/main" id="{A2C7CBD2-323F-6D56-7A17-FACDCCCF9306}"/>
                  </a:ext>
                </a:extLst>
              </p:cNvPr>
              <p:cNvSpPr/>
              <p:nvPr/>
            </p:nvSpPr>
            <p:spPr>
              <a:xfrm>
                <a:off x="289153" y="3043143"/>
                <a:ext cx="130193" cy="115830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1629" extrusionOk="0">
                    <a:moveTo>
                      <a:pt x="730" y="0"/>
                    </a:moveTo>
                    <a:cubicBezTo>
                      <a:pt x="292" y="0"/>
                      <a:pt x="1" y="370"/>
                      <a:pt x="112" y="815"/>
                    </a:cubicBezTo>
                    <a:cubicBezTo>
                      <a:pt x="202" y="1275"/>
                      <a:pt x="641" y="1629"/>
                      <a:pt x="1106" y="1629"/>
                    </a:cubicBezTo>
                    <a:cubicBezTo>
                      <a:pt x="1545" y="1629"/>
                      <a:pt x="1830" y="1275"/>
                      <a:pt x="1719" y="815"/>
                    </a:cubicBezTo>
                    <a:cubicBezTo>
                      <a:pt x="1634" y="370"/>
                      <a:pt x="1190" y="0"/>
                      <a:pt x="7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2311;p57">
                <a:extLst>
                  <a:ext uri="{FF2B5EF4-FFF2-40B4-BE49-F238E27FC236}">
                    <a16:creationId xmlns:a16="http://schemas.microsoft.com/office/drawing/2014/main" id="{202B1148-0B86-8432-5E99-CA3805B8482B}"/>
                  </a:ext>
                </a:extLst>
              </p:cNvPr>
              <p:cNvSpPr/>
              <p:nvPr/>
            </p:nvSpPr>
            <p:spPr>
              <a:xfrm>
                <a:off x="-547276" y="2879169"/>
                <a:ext cx="466947" cy="251641"/>
              </a:xfrm>
              <a:custGeom>
                <a:avLst/>
                <a:gdLst/>
                <a:ahLst/>
                <a:cxnLst/>
                <a:rect l="l" t="t" r="r" b="b"/>
                <a:pathLst>
                  <a:path w="6567" h="3539" extrusionOk="0">
                    <a:moveTo>
                      <a:pt x="2222" y="0"/>
                    </a:moveTo>
                    <a:cubicBezTo>
                      <a:pt x="1945" y="0"/>
                      <a:pt x="1663" y="19"/>
                      <a:pt x="1433" y="33"/>
                    </a:cubicBezTo>
                    <a:cubicBezTo>
                      <a:pt x="508" y="102"/>
                      <a:pt x="0" y="276"/>
                      <a:pt x="0" y="276"/>
                    </a:cubicBezTo>
                    <a:cubicBezTo>
                      <a:pt x="0" y="276"/>
                      <a:pt x="640" y="213"/>
                      <a:pt x="1265" y="213"/>
                    </a:cubicBezTo>
                    <a:cubicBezTo>
                      <a:pt x="1863" y="213"/>
                      <a:pt x="2448" y="271"/>
                      <a:pt x="2448" y="498"/>
                    </a:cubicBezTo>
                    <a:cubicBezTo>
                      <a:pt x="2469" y="895"/>
                      <a:pt x="2073" y="874"/>
                      <a:pt x="2073" y="1180"/>
                    </a:cubicBezTo>
                    <a:cubicBezTo>
                      <a:pt x="2073" y="1424"/>
                      <a:pt x="2427" y="1537"/>
                      <a:pt x="3308" y="1537"/>
                    </a:cubicBezTo>
                    <a:cubicBezTo>
                      <a:pt x="3384" y="1537"/>
                      <a:pt x="3464" y="1536"/>
                      <a:pt x="3548" y="1534"/>
                    </a:cubicBezTo>
                    <a:cubicBezTo>
                      <a:pt x="3796" y="1530"/>
                      <a:pt x="4065" y="1524"/>
                      <a:pt x="4331" y="1524"/>
                    </a:cubicBezTo>
                    <a:cubicBezTo>
                      <a:pt x="5196" y="1524"/>
                      <a:pt x="6023" y="1580"/>
                      <a:pt x="5975" y="1883"/>
                    </a:cubicBezTo>
                    <a:cubicBezTo>
                      <a:pt x="5906" y="2306"/>
                      <a:pt x="4626" y="2127"/>
                      <a:pt x="4320" y="2634"/>
                    </a:cubicBezTo>
                    <a:cubicBezTo>
                      <a:pt x="4013" y="3163"/>
                      <a:pt x="4563" y="3538"/>
                      <a:pt x="4563" y="3538"/>
                    </a:cubicBezTo>
                    <a:lnTo>
                      <a:pt x="4959" y="3538"/>
                    </a:lnTo>
                    <a:cubicBezTo>
                      <a:pt x="4959" y="3538"/>
                      <a:pt x="4362" y="3316"/>
                      <a:pt x="4563" y="2899"/>
                    </a:cubicBezTo>
                    <a:cubicBezTo>
                      <a:pt x="4759" y="2481"/>
                      <a:pt x="6435" y="3052"/>
                      <a:pt x="6503" y="2195"/>
                    </a:cubicBezTo>
                    <a:cubicBezTo>
                      <a:pt x="6567" y="1334"/>
                      <a:pt x="5731" y="1069"/>
                      <a:pt x="4827" y="1006"/>
                    </a:cubicBezTo>
                    <a:cubicBezTo>
                      <a:pt x="3902" y="937"/>
                      <a:pt x="3463" y="1006"/>
                      <a:pt x="3395" y="456"/>
                    </a:cubicBezTo>
                    <a:cubicBezTo>
                      <a:pt x="3352" y="81"/>
                      <a:pt x="2796" y="0"/>
                      <a:pt x="22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2312;p57">
                <a:extLst>
                  <a:ext uri="{FF2B5EF4-FFF2-40B4-BE49-F238E27FC236}">
                    <a16:creationId xmlns:a16="http://schemas.microsoft.com/office/drawing/2014/main" id="{EE657E43-767A-C942-7EDB-AEDE5F9EE89C}"/>
                  </a:ext>
                </a:extLst>
              </p:cNvPr>
              <p:cNvSpPr/>
              <p:nvPr/>
            </p:nvSpPr>
            <p:spPr>
              <a:xfrm>
                <a:off x="-316819" y="3118304"/>
                <a:ext cx="156787" cy="203431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2861" extrusionOk="0">
                    <a:moveTo>
                      <a:pt x="0" y="1"/>
                    </a:moveTo>
                    <a:lnTo>
                      <a:pt x="222" y="2554"/>
                    </a:lnTo>
                    <a:cubicBezTo>
                      <a:pt x="222" y="2729"/>
                      <a:pt x="376" y="2861"/>
                      <a:pt x="550" y="2861"/>
                    </a:cubicBezTo>
                    <a:lnTo>
                      <a:pt x="1650" y="2861"/>
                    </a:lnTo>
                    <a:cubicBezTo>
                      <a:pt x="1829" y="2861"/>
                      <a:pt x="1983" y="2729"/>
                      <a:pt x="1983" y="2554"/>
                    </a:cubicBezTo>
                    <a:lnTo>
                      <a:pt x="2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2313;p57">
                <a:extLst>
                  <a:ext uri="{FF2B5EF4-FFF2-40B4-BE49-F238E27FC236}">
                    <a16:creationId xmlns:a16="http://schemas.microsoft.com/office/drawing/2014/main" id="{A66FDC99-A7CD-0A9E-22B3-99A8F8895D83}"/>
                  </a:ext>
                </a:extLst>
              </p:cNvPr>
              <p:cNvSpPr/>
              <p:nvPr/>
            </p:nvSpPr>
            <p:spPr>
              <a:xfrm>
                <a:off x="1080199" y="2560393"/>
                <a:ext cx="12799" cy="11021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55" extrusionOk="0">
                    <a:moveTo>
                      <a:pt x="180" y="1"/>
                    </a:moveTo>
                    <a:cubicBezTo>
                      <a:pt x="132" y="1"/>
                      <a:pt x="90" y="22"/>
                      <a:pt x="69" y="48"/>
                    </a:cubicBezTo>
                    <a:cubicBezTo>
                      <a:pt x="21" y="70"/>
                      <a:pt x="0" y="112"/>
                      <a:pt x="0" y="154"/>
                    </a:cubicBezTo>
                    <a:lnTo>
                      <a:pt x="21" y="154"/>
                    </a:lnTo>
                    <a:cubicBezTo>
                      <a:pt x="21" y="112"/>
                      <a:pt x="48" y="91"/>
                      <a:pt x="69" y="70"/>
                    </a:cubicBezTo>
                    <a:cubicBezTo>
                      <a:pt x="99" y="55"/>
                      <a:pt x="118" y="37"/>
                      <a:pt x="143" y="37"/>
                    </a:cubicBezTo>
                    <a:cubicBezTo>
                      <a:pt x="154" y="37"/>
                      <a:pt x="166" y="41"/>
                      <a:pt x="180" y="48"/>
                    </a:cubicBezTo>
                    <a:lnTo>
                      <a:pt x="1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2314;p57">
                <a:extLst>
                  <a:ext uri="{FF2B5EF4-FFF2-40B4-BE49-F238E27FC236}">
                    <a16:creationId xmlns:a16="http://schemas.microsoft.com/office/drawing/2014/main" id="{34DB1F6A-843F-961A-0409-EB45DC3170BE}"/>
                  </a:ext>
                </a:extLst>
              </p:cNvPr>
              <p:cNvSpPr/>
              <p:nvPr/>
            </p:nvSpPr>
            <p:spPr>
              <a:xfrm>
                <a:off x="998995" y="2629580"/>
                <a:ext cx="42165" cy="27091"/>
              </a:xfrm>
              <a:custGeom>
                <a:avLst/>
                <a:gdLst/>
                <a:ahLst/>
                <a:cxnLst/>
                <a:rect l="l" t="t" r="r" b="b"/>
                <a:pathLst>
                  <a:path w="593" h="381" extrusionOk="0">
                    <a:moveTo>
                      <a:pt x="592" y="1"/>
                    </a:moveTo>
                    <a:lnTo>
                      <a:pt x="0" y="329"/>
                    </a:lnTo>
                    <a:cubicBezTo>
                      <a:pt x="53" y="363"/>
                      <a:pt x="124" y="380"/>
                      <a:pt x="196" y="380"/>
                    </a:cubicBezTo>
                    <a:cubicBezTo>
                      <a:pt x="269" y="380"/>
                      <a:pt x="341" y="363"/>
                      <a:pt x="397" y="329"/>
                    </a:cubicBezTo>
                    <a:cubicBezTo>
                      <a:pt x="529" y="265"/>
                      <a:pt x="592" y="133"/>
                      <a:pt x="59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2315;p57">
                <a:extLst>
                  <a:ext uri="{FF2B5EF4-FFF2-40B4-BE49-F238E27FC236}">
                    <a16:creationId xmlns:a16="http://schemas.microsoft.com/office/drawing/2014/main" id="{E8B73416-5076-0853-6D76-4E0227ED45E1}"/>
                  </a:ext>
                </a:extLst>
              </p:cNvPr>
              <p:cNvSpPr/>
              <p:nvPr/>
            </p:nvSpPr>
            <p:spPr>
              <a:xfrm>
                <a:off x="-527300" y="3321750"/>
                <a:ext cx="1751400" cy="46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" name="Google Shape;2316;p57">
              <a:extLst>
                <a:ext uri="{FF2B5EF4-FFF2-40B4-BE49-F238E27FC236}">
                  <a16:creationId xmlns:a16="http://schemas.microsoft.com/office/drawing/2014/main" id="{CA157D4E-F132-DBAB-4F9A-4DAD6BB752E3}"/>
                </a:ext>
              </a:extLst>
            </p:cNvPr>
            <p:cNvGrpSpPr/>
            <p:nvPr/>
          </p:nvGrpSpPr>
          <p:grpSpPr>
            <a:xfrm>
              <a:off x="8088429" y="3627572"/>
              <a:ext cx="234788" cy="188409"/>
              <a:chOff x="6428979" y="917397"/>
              <a:chExt cx="234788" cy="188409"/>
            </a:xfrm>
          </p:grpSpPr>
          <p:sp>
            <p:nvSpPr>
              <p:cNvPr id="38" name="Google Shape;2317;p57">
                <a:extLst>
                  <a:ext uri="{FF2B5EF4-FFF2-40B4-BE49-F238E27FC236}">
                    <a16:creationId xmlns:a16="http://schemas.microsoft.com/office/drawing/2014/main" id="{9DBF40CE-DB8B-6A88-F52E-10E04D0AE84B}"/>
                  </a:ext>
                </a:extLst>
              </p:cNvPr>
              <p:cNvSpPr/>
              <p:nvPr/>
            </p:nvSpPr>
            <p:spPr>
              <a:xfrm>
                <a:off x="6538500" y="917397"/>
                <a:ext cx="125267" cy="188409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2226" extrusionOk="0">
                    <a:moveTo>
                      <a:pt x="219" y="1"/>
                    </a:moveTo>
                    <a:cubicBezTo>
                      <a:pt x="174" y="1"/>
                      <a:pt x="130" y="15"/>
                      <a:pt x="93" y="39"/>
                    </a:cubicBezTo>
                    <a:cubicBezTo>
                      <a:pt x="1" y="131"/>
                      <a:pt x="1" y="280"/>
                      <a:pt x="93" y="365"/>
                    </a:cubicBezTo>
                    <a:lnTo>
                      <a:pt x="857" y="1136"/>
                    </a:lnTo>
                    <a:lnTo>
                      <a:pt x="93" y="1843"/>
                    </a:lnTo>
                    <a:cubicBezTo>
                      <a:pt x="1" y="1928"/>
                      <a:pt x="1" y="2077"/>
                      <a:pt x="93" y="2133"/>
                    </a:cubicBezTo>
                    <a:cubicBezTo>
                      <a:pt x="121" y="2197"/>
                      <a:pt x="178" y="2225"/>
                      <a:pt x="241" y="2225"/>
                    </a:cubicBezTo>
                    <a:cubicBezTo>
                      <a:pt x="298" y="2225"/>
                      <a:pt x="355" y="2197"/>
                      <a:pt x="383" y="2162"/>
                    </a:cubicBezTo>
                    <a:lnTo>
                      <a:pt x="1479" y="1164"/>
                    </a:lnTo>
                    <a:lnTo>
                      <a:pt x="383" y="75"/>
                    </a:lnTo>
                    <a:cubicBezTo>
                      <a:pt x="335" y="23"/>
                      <a:pt x="277" y="1"/>
                      <a:pt x="21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2318;p57">
                <a:extLst>
                  <a:ext uri="{FF2B5EF4-FFF2-40B4-BE49-F238E27FC236}">
                    <a16:creationId xmlns:a16="http://schemas.microsoft.com/office/drawing/2014/main" id="{7C6EB770-AC1D-1587-D3F5-4D0553C14292}"/>
                  </a:ext>
                </a:extLst>
              </p:cNvPr>
              <p:cNvSpPr/>
              <p:nvPr/>
            </p:nvSpPr>
            <p:spPr>
              <a:xfrm>
                <a:off x="6428979" y="917397"/>
                <a:ext cx="122220" cy="188409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2226" extrusionOk="0">
                    <a:moveTo>
                      <a:pt x="218" y="1"/>
                    </a:moveTo>
                    <a:cubicBezTo>
                      <a:pt x="172" y="1"/>
                      <a:pt x="126" y="15"/>
                      <a:pt x="85" y="39"/>
                    </a:cubicBezTo>
                    <a:cubicBezTo>
                      <a:pt x="0" y="131"/>
                      <a:pt x="0" y="280"/>
                      <a:pt x="85" y="365"/>
                    </a:cubicBezTo>
                    <a:lnTo>
                      <a:pt x="856" y="1136"/>
                    </a:lnTo>
                    <a:lnTo>
                      <a:pt x="85" y="1843"/>
                    </a:lnTo>
                    <a:cubicBezTo>
                      <a:pt x="0" y="1928"/>
                      <a:pt x="0" y="2077"/>
                      <a:pt x="85" y="2133"/>
                    </a:cubicBezTo>
                    <a:cubicBezTo>
                      <a:pt x="121" y="2197"/>
                      <a:pt x="177" y="2225"/>
                      <a:pt x="234" y="2225"/>
                    </a:cubicBezTo>
                    <a:cubicBezTo>
                      <a:pt x="297" y="2225"/>
                      <a:pt x="326" y="2197"/>
                      <a:pt x="382" y="2162"/>
                    </a:cubicBezTo>
                    <a:lnTo>
                      <a:pt x="1444" y="1164"/>
                    </a:lnTo>
                    <a:lnTo>
                      <a:pt x="382" y="75"/>
                    </a:lnTo>
                    <a:cubicBezTo>
                      <a:pt x="335" y="23"/>
                      <a:pt x="276" y="1"/>
                      <a:pt x="21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" name="Google Shape;2319;p57">
              <a:extLst>
                <a:ext uri="{FF2B5EF4-FFF2-40B4-BE49-F238E27FC236}">
                  <a16:creationId xmlns:a16="http://schemas.microsoft.com/office/drawing/2014/main" id="{4F10F358-1C77-F3DE-80B0-A46C2C8BF498}"/>
                </a:ext>
              </a:extLst>
            </p:cNvPr>
            <p:cNvGrpSpPr/>
            <p:nvPr/>
          </p:nvGrpSpPr>
          <p:grpSpPr>
            <a:xfrm>
              <a:off x="5659586" y="3699975"/>
              <a:ext cx="545750" cy="632756"/>
              <a:chOff x="3479225" y="2442689"/>
              <a:chExt cx="179293" cy="207877"/>
            </a:xfrm>
          </p:grpSpPr>
          <p:sp>
            <p:nvSpPr>
              <p:cNvPr id="33" name="Google Shape;2320;p57">
                <a:extLst>
                  <a:ext uri="{FF2B5EF4-FFF2-40B4-BE49-F238E27FC236}">
                    <a16:creationId xmlns:a16="http://schemas.microsoft.com/office/drawing/2014/main" id="{9A6400B5-BDBA-F545-0E7E-17FB3D2F570E}"/>
                  </a:ext>
                </a:extLst>
              </p:cNvPr>
              <p:cNvSpPr/>
              <p:nvPr/>
            </p:nvSpPr>
            <p:spPr>
              <a:xfrm>
                <a:off x="3479225" y="2485481"/>
                <a:ext cx="21327" cy="165082"/>
              </a:xfrm>
              <a:custGeom>
                <a:avLst/>
                <a:gdLst/>
                <a:ahLst/>
                <a:cxnLst/>
                <a:rect l="l" t="t" r="r" b="b"/>
                <a:pathLst>
                  <a:path w="617" h="4776" extrusionOk="0">
                    <a:moveTo>
                      <a:pt x="1" y="0"/>
                    </a:moveTo>
                    <a:lnTo>
                      <a:pt x="1" y="4775"/>
                    </a:lnTo>
                    <a:lnTo>
                      <a:pt x="616" y="4775"/>
                    </a:lnTo>
                    <a:lnTo>
                      <a:pt x="6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2321;p57">
                <a:extLst>
                  <a:ext uri="{FF2B5EF4-FFF2-40B4-BE49-F238E27FC236}">
                    <a16:creationId xmlns:a16="http://schemas.microsoft.com/office/drawing/2014/main" id="{8563970B-40F8-584C-B055-270761AA96B6}"/>
                  </a:ext>
                </a:extLst>
              </p:cNvPr>
              <p:cNvSpPr/>
              <p:nvPr/>
            </p:nvSpPr>
            <p:spPr>
              <a:xfrm>
                <a:off x="3518838" y="2552712"/>
                <a:ext cx="21569" cy="97854"/>
              </a:xfrm>
              <a:custGeom>
                <a:avLst/>
                <a:gdLst/>
                <a:ahLst/>
                <a:cxnLst/>
                <a:rect l="l" t="t" r="r" b="b"/>
                <a:pathLst>
                  <a:path w="624" h="2831" extrusionOk="0">
                    <a:moveTo>
                      <a:pt x="1" y="1"/>
                    </a:moveTo>
                    <a:lnTo>
                      <a:pt x="1" y="2830"/>
                    </a:lnTo>
                    <a:lnTo>
                      <a:pt x="623" y="2830"/>
                    </a:lnTo>
                    <a:lnTo>
                      <a:pt x="62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2322;p57">
                <a:extLst>
                  <a:ext uri="{FF2B5EF4-FFF2-40B4-BE49-F238E27FC236}">
                    <a16:creationId xmlns:a16="http://schemas.microsoft.com/office/drawing/2014/main" id="{1E9B077C-A2C9-FBFD-6C8D-F9953C419AB2}"/>
                  </a:ext>
                </a:extLst>
              </p:cNvPr>
              <p:cNvSpPr/>
              <p:nvPr/>
            </p:nvSpPr>
            <p:spPr>
              <a:xfrm>
                <a:off x="3558727" y="2499895"/>
                <a:ext cx="20324" cy="150669"/>
              </a:xfrm>
              <a:custGeom>
                <a:avLst/>
                <a:gdLst/>
                <a:ahLst/>
                <a:cxnLst/>
                <a:rect l="l" t="t" r="r" b="b"/>
                <a:pathLst>
                  <a:path w="588" h="4359" extrusionOk="0">
                    <a:moveTo>
                      <a:pt x="0" y="1"/>
                    </a:moveTo>
                    <a:lnTo>
                      <a:pt x="0" y="4358"/>
                    </a:lnTo>
                    <a:lnTo>
                      <a:pt x="587" y="4358"/>
                    </a:lnTo>
                    <a:lnTo>
                      <a:pt x="58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2323;p57">
                <a:extLst>
                  <a:ext uri="{FF2B5EF4-FFF2-40B4-BE49-F238E27FC236}">
                    <a16:creationId xmlns:a16="http://schemas.microsoft.com/office/drawing/2014/main" id="{F73E0103-D7F5-FBB8-7AEC-1C2636D93835}"/>
                  </a:ext>
                </a:extLst>
              </p:cNvPr>
              <p:cNvSpPr/>
              <p:nvPr/>
            </p:nvSpPr>
            <p:spPr>
              <a:xfrm>
                <a:off x="3598339" y="2442689"/>
                <a:ext cx="20324" cy="207874"/>
              </a:xfrm>
              <a:custGeom>
                <a:avLst/>
                <a:gdLst/>
                <a:ahLst/>
                <a:cxnLst/>
                <a:rect l="l" t="t" r="r" b="b"/>
                <a:pathLst>
                  <a:path w="588" h="6014" extrusionOk="0">
                    <a:moveTo>
                      <a:pt x="0" y="0"/>
                    </a:moveTo>
                    <a:lnTo>
                      <a:pt x="0" y="6013"/>
                    </a:lnTo>
                    <a:lnTo>
                      <a:pt x="587" y="6013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2324;p57">
                <a:extLst>
                  <a:ext uri="{FF2B5EF4-FFF2-40B4-BE49-F238E27FC236}">
                    <a16:creationId xmlns:a16="http://schemas.microsoft.com/office/drawing/2014/main" id="{449C1BB9-02C4-CECD-A358-D48355872BC2}"/>
                  </a:ext>
                </a:extLst>
              </p:cNvPr>
              <p:cNvSpPr/>
              <p:nvPr/>
            </p:nvSpPr>
            <p:spPr>
              <a:xfrm>
                <a:off x="3638194" y="2537538"/>
                <a:ext cx="20324" cy="113028"/>
              </a:xfrm>
              <a:custGeom>
                <a:avLst/>
                <a:gdLst/>
                <a:ahLst/>
                <a:cxnLst/>
                <a:rect l="l" t="t" r="r" b="b"/>
                <a:pathLst>
                  <a:path w="588" h="3270" extrusionOk="0">
                    <a:moveTo>
                      <a:pt x="0" y="1"/>
                    </a:moveTo>
                    <a:lnTo>
                      <a:pt x="0" y="3269"/>
                    </a:lnTo>
                    <a:lnTo>
                      <a:pt x="587" y="3269"/>
                    </a:lnTo>
                    <a:lnTo>
                      <a:pt x="58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" name="Google Shape;2325;p57">
              <a:extLst>
                <a:ext uri="{FF2B5EF4-FFF2-40B4-BE49-F238E27FC236}">
                  <a16:creationId xmlns:a16="http://schemas.microsoft.com/office/drawing/2014/main" id="{E25DD1F5-2500-3162-005C-ECC27A656A6C}"/>
                </a:ext>
              </a:extLst>
            </p:cNvPr>
            <p:cNvGrpSpPr/>
            <p:nvPr/>
          </p:nvGrpSpPr>
          <p:grpSpPr>
            <a:xfrm>
              <a:off x="5453805" y="3264435"/>
              <a:ext cx="957285" cy="300300"/>
              <a:chOff x="3583454" y="2026924"/>
              <a:chExt cx="430899" cy="135173"/>
            </a:xfrm>
          </p:grpSpPr>
          <p:sp>
            <p:nvSpPr>
              <p:cNvPr id="13" name="Google Shape;2326;p57">
                <a:extLst>
                  <a:ext uri="{FF2B5EF4-FFF2-40B4-BE49-F238E27FC236}">
                    <a16:creationId xmlns:a16="http://schemas.microsoft.com/office/drawing/2014/main" id="{17E8F302-5E8B-C88E-39E5-77D29D23AABE}"/>
                  </a:ext>
                </a:extLst>
              </p:cNvPr>
              <p:cNvSpPr/>
              <p:nvPr/>
            </p:nvSpPr>
            <p:spPr>
              <a:xfrm>
                <a:off x="3754867" y="2128093"/>
                <a:ext cx="32109" cy="30891"/>
              </a:xfrm>
              <a:custGeom>
                <a:avLst/>
                <a:gdLst/>
                <a:ahLst/>
                <a:cxnLst/>
                <a:rect l="l" t="t" r="r" b="b"/>
                <a:pathLst>
                  <a:path w="949" h="913" extrusionOk="0">
                    <a:moveTo>
                      <a:pt x="0" y="0"/>
                    </a:moveTo>
                    <a:lnTo>
                      <a:pt x="0" y="913"/>
                    </a:lnTo>
                    <a:lnTo>
                      <a:pt x="948" y="913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2327;p57">
                <a:extLst>
                  <a:ext uri="{FF2B5EF4-FFF2-40B4-BE49-F238E27FC236}">
                    <a16:creationId xmlns:a16="http://schemas.microsoft.com/office/drawing/2014/main" id="{7D7F1044-5C8F-BFB8-2B5D-A99136FBF9E7}"/>
                  </a:ext>
                </a:extLst>
              </p:cNvPr>
              <p:cNvSpPr/>
              <p:nvPr/>
            </p:nvSpPr>
            <p:spPr>
              <a:xfrm>
                <a:off x="3801763" y="2125217"/>
                <a:ext cx="58941" cy="33767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998" extrusionOk="0">
                    <a:moveTo>
                      <a:pt x="913" y="205"/>
                    </a:moveTo>
                    <a:lnTo>
                      <a:pt x="1444" y="885"/>
                    </a:lnTo>
                    <a:lnTo>
                      <a:pt x="326" y="885"/>
                    </a:lnTo>
                    <a:lnTo>
                      <a:pt x="913" y="205"/>
                    </a:lnTo>
                    <a:close/>
                    <a:moveTo>
                      <a:pt x="913" y="0"/>
                    </a:moveTo>
                    <a:lnTo>
                      <a:pt x="1" y="998"/>
                    </a:lnTo>
                    <a:lnTo>
                      <a:pt x="1741" y="998"/>
                    </a:lnTo>
                    <a:lnTo>
                      <a:pt x="91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2328;p57">
                <a:extLst>
                  <a:ext uri="{FF2B5EF4-FFF2-40B4-BE49-F238E27FC236}">
                    <a16:creationId xmlns:a16="http://schemas.microsoft.com/office/drawing/2014/main" id="{AF50BF75-7C82-F444-DDFB-9ACAA72119D5}"/>
                  </a:ext>
                </a:extLst>
              </p:cNvPr>
              <p:cNvSpPr/>
              <p:nvPr/>
            </p:nvSpPr>
            <p:spPr>
              <a:xfrm>
                <a:off x="3871668" y="2125217"/>
                <a:ext cx="34985" cy="35933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1062" extrusionOk="0">
                    <a:moveTo>
                      <a:pt x="941" y="0"/>
                    </a:moveTo>
                    <a:lnTo>
                      <a:pt x="0" y="969"/>
                    </a:lnTo>
                    <a:lnTo>
                      <a:pt x="85" y="1061"/>
                    </a:lnTo>
                    <a:lnTo>
                      <a:pt x="1033" y="85"/>
                    </a:lnTo>
                    <a:lnTo>
                      <a:pt x="94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2329;p57">
                <a:extLst>
                  <a:ext uri="{FF2B5EF4-FFF2-40B4-BE49-F238E27FC236}">
                    <a16:creationId xmlns:a16="http://schemas.microsoft.com/office/drawing/2014/main" id="{39F1089C-B30C-E4B8-0BD0-121D130956EB}"/>
                  </a:ext>
                </a:extLst>
              </p:cNvPr>
              <p:cNvSpPr/>
              <p:nvPr/>
            </p:nvSpPr>
            <p:spPr>
              <a:xfrm>
                <a:off x="3889635" y="2125217"/>
                <a:ext cx="35933" cy="35933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1062" extrusionOk="0">
                    <a:moveTo>
                      <a:pt x="941" y="0"/>
                    </a:moveTo>
                    <a:lnTo>
                      <a:pt x="0" y="969"/>
                    </a:lnTo>
                    <a:lnTo>
                      <a:pt x="120" y="1061"/>
                    </a:lnTo>
                    <a:lnTo>
                      <a:pt x="1061" y="85"/>
                    </a:lnTo>
                    <a:lnTo>
                      <a:pt x="94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2330;p57">
                <a:extLst>
                  <a:ext uri="{FF2B5EF4-FFF2-40B4-BE49-F238E27FC236}">
                    <a16:creationId xmlns:a16="http://schemas.microsoft.com/office/drawing/2014/main" id="{CD7DC9B9-B7BC-8860-0146-8449868C8513}"/>
                  </a:ext>
                </a:extLst>
              </p:cNvPr>
              <p:cNvSpPr/>
              <p:nvPr/>
            </p:nvSpPr>
            <p:spPr>
              <a:xfrm>
                <a:off x="3937479" y="2123052"/>
                <a:ext cx="10117" cy="34985"/>
              </a:xfrm>
              <a:custGeom>
                <a:avLst/>
                <a:gdLst/>
                <a:ahLst/>
                <a:cxnLst/>
                <a:rect l="l" t="t" r="r" b="b"/>
                <a:pathLst>
                  <a:path w="299" h="1034" extrusionOk="0">
                    <a:moveTo>
                      <a:pt x="1" y="1"/>
                    </a:moveTo>
                    <a:lnTo>
                      <a:pt x="1" y="93"/>
                    </a:lnTo>
                    <a:lnTo>
                      <a:pt x="29" y="93"/>
                    </a:lnTo>
                    <a:cubicBezTo>
                      <a:pt x="86" y="93"/>
                      <a:pt x="121" y="121"/>
                      <a:pt x="121" y="177"/>
                    </a:cubicBezTo>
                    <a:lnTo>
                      <a:pt x="121" y="418"/>
                    </a:lnTo>
                    <a:cubicBezTo>
                      <a:pt x="121" y="503"/>
                      <a:pt x="149" y="503"/>
                      <a:pt x="178" y="531"/>
                    </a:cubicBezTo>
                    <a:cubicBezTo>
                      <a:pt x="149" y="531"/>
                      <a:pt x="121" y="559"/>
                      <a:pt x="121" y="623"/>
                    </a:cubicBezTo>
                    <a:lnTo>
                      <a:pt x="121" y="857"/>
                    </a:lnTo>
                    <a:cubicBezTo>
                      <a:pt x="121" y="913"/>
                      <a:pt x="86" y="949"/>
                      <a:pt x="29" y="949"/>
                    </a:cubicBezTo>
                    <a:lnTo>
                      <a:pt x="1" y="949"/>
                    </a:lnTo>
                    <a:lnTo>
                      <a:pt x="1" y="1033"/>
                    </a:lnTo>
                    <a:lnTo>
                      <a:pt x="58" y="1033"/>
                    </a:lnTo>
                    <a:cubicBezTo>
                      <a:pt x="178" y="1033"/>
                      <a:pt x="234" y="977"/>
                      <a:pt x="234" y="885"/>
                    </a:cubicBezTo>
                    <a:lnTo>
                      <a:pt x="234" y="623"/>
                    </a:lnTo>
                    <a:cubicBezTo>
                      <a:pt x="234" y="595"/>
                      <a:pt x="234" y="559"/>
                      <a:pt x="263" y="559"/>
                    </a:cubicBezTo>
                    <a:lnTo>
                      <a:pt x="298" y="559"/>
                    </a:lnTo>
                    <a:lnTo>
                      <a:pt x="298" y="475"/>
                    </a:lnTo>
                    <a:lnTo>
                      <a:pt x="263" y="475"/>
                    </a:lnTo>
                    <a:cubicBezTo>
                      <a:pt x="234" y="475"/>
                      <a:pt x="234" y="475"/>
                      <a:pt x="234" y="418"/>
                    </a:cubicBezTo>
                    <a:lnTo>
                      <a:pt x="234" y="177"/>
                    </a:lnTo>
                    <a:cubicBezTo>
                      <a:pt x="234" y="64"/>
                      <a:pt x="178" y="1"/>
                      <a:pt x="5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2331;p57">
                <a:extLst>
                  <a:ext uri="{FF2B5EF4-FFF2-40B4-BE49-F238E27FC236}">
                    <a16:creationId xmlns:a16="http://schemas.microsoft.com/office/drawing/2014/main" id="{D590C726-A74C-0B5E-87BD-AE4DDC230C86}"/>
                  </a:ext>
                </a:extLst>
              </p:cNvPr>
              <p:cNvSpPr/>
              <p:nvPr/>
            </p:nvSpPr>
            <p:spPr>
              <a:xfrm>
                <a:off x="3959506" y="2123052"/>
                <a:ext cx="24936" cy="39046"/>
              </a:xfrm>
              <a:custGeom>
                <a:avLst/>
                <a:gdLst/>
                <a:ahLst/>
                <a:cxnLst/>
                <a:rect l="l" t="t" r="r" b="b"/>
                <a:pathLst>
                  <a:path w="737" h="1154" extrusionOk="0">
                    <a:moveTo>
                      <a:pt x="354" y="149"/>
                    </a:moveTo>
                    <a:cubicBezTo>
                      <a:pt x="468" y="149"/>
                      <a:pt x="588" y="326"/>
                      <a:pt x="588" y="559"/>
                    </a:cubicBezTo>
                    <a:cubicBezTo>
                      <a:pt x="588" y="828"/>
                      <a:pt x="468" y="1005"/>
                      <a:pt x="354" y="1005"/>
                    </a:cubicBezTo>
                    <a:cubicBezTo>
                      <a:pt x="263" y="1005"/>
                      <a:pt x="142" y="828"/>
                      <a:pt x="142" y="559"/>
                    </a:cubicBezTo>
                    <a:cubicBezTo>
                      <a:pt x="142" y="326"/>
                      <a:pt x="263" y="149"/>
                      <a:pt x="354" y="149"/>
                    </a:cubicBezTo>
                    <a:close/>
                    <a:moveTo>
                      <a:pt x="354" y="1"/>
                    </a:moveTo>
                    <a:cubicBezTo>
                      <a:pt x="142" y="1"/>
                      <a:pt x="1" y="269"/>
                      <a:pt x="1" y="559"/>
                    </a:cubicBezTo>
                    <a:cubicBezTo>
                      <a:pt x="1" y="885"/>
                      <a:pt x="142" y="1154"/>
                      <a:pt x="354" y="1154"/>
                    </a:cubicBezTo>
                    <a:cubicBezTo>
                      <a:pt x="560" y="1154"/>
                      <a:pt x="737" y="885"/>
                      <a:pt x="737" y="559"/>
                    </a:cubicBezTo>
                    <a:cubicBezTo>
                      <a:pt x="737" y="269"/>
                      <a:pt x="560" y="1"/>
                      <a:pt x="3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2332;p57">
                <a:extLst>
                  <a:ext uri="{FF2B5EF4-FFF2-40B4-BE49-F238E27FC236}">
                    <a16:creationId xmlns:a16="http://schemas.microsoft.com/office/drawing/2014/main" id="{6722AB06-89A1-BBBC-FAC2-12FD60FF1082}"/>
                  </a:ext>
                </a:extLst>
              </p:cNvPr>
              <p:cNvSpPr/>
              <p:nvPr/>
            </p:nvSpPr>
            <p:spPr>
              <a:xfrm>
                <a:off x="3989451" y="2123052"/>
                <a:ext cx="24903" cy="39046"/>
              </a:xfrm>
              <a:custGeom>
                <a:avLst/>
                <a:gdLst/>
                <a:ahLst/>
                <a:cxnLst/>
                <a:rect l="l" t="t" r="r" b="b"/>
                <a:pathLst>
                  <a:path w="736" h="1154" extrusionOk="0">
                    <a:moveTo>
                      <a:pt x="354" y="149"/>
                    </a:moveTo>
                    <a:cubicBezTo>
                      <a:pt x="467" y="149"/>
                      <a:pt x="587" y="326"/>
                      <a:pt x="587" y="559"/>
                    </a:cubicBezTo>
                    <a:cubicBezTo>
                      <a:pt x="587" y="828"/>
                      <a:pt x="467" y="1005"/>
                      <a:pt x="354" y="1005"/>
                    </a:cubicBezTo>
                    <a:cubicBezTo>
                      <a:pt x="262" y="1005"/>
                      <a:pt x="142" y="828"/>
                      <a:pt x="142" y="559"/>
                    </a:cubicBezTo>
                    <a:cubicBezTo>
                      <a:pt x="142" y="326"/>
                      <a:pt x="262" y="149"/>
                      <a:pt x="354" y="149"/>
                    </a:cubicBezTo>
                    <a:close/>
                    <a:moveTo>
                      <a:pt x="354" y="1"/>
                    </a:moveTo>
                    <a:cubicBezTo>
                      <a:pt x="142" y="1"/>
                      <a:pt x="0" y="269"/>
                      <a:pt x="0" y="559"/>
                    </a:cubicBezTo>
                    <a:cubicBezTo>
                      <a:pt x="0" y="885"/>
                      <a:pt x="142" y="1154"/>
                      <a:pt x="354" y="1154"/>
                    </a:cubicBezTo>
                    <a:cubicBezTo>
                      <a:pt x="559" y="1154"/>
                      <a:pt x="736" y="885"/>
                      <a:pt x="736" y="559"/>
                    </a:cubicBezTo>
                    <a:cubicBezTo>
                      <a:pt x="736" y="269"/>
                      <a:pt x="559" y="1"/>
                      <a:pt x="35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333;p57">
                <a:extLst>
                  <a:ext uri="{FF2B5EF4-FFF2-40B4-BE49-F238E27FC236}">
                    <a16:creationId xmlns:a16="http://schemas.microsoft.com/office/drawing/2014/main" id="{8AF31408-EB9A-AC5D-B6D4-1CDCA6F3E0A6}"/>
                  </a:ext>
                </a:extLst>
              </p:cNvPr>
              <p:cNvSpPr/>
              <p:nvPr/>
            </p:nvSpPr>
            <p:spPr>
              <a:xfrm>
                <a:off x="3656235" y="2034537"/>
                <a:ext cx="24936" cy="40670"/>
              </a:xfrm>
              <a:custGeom>
                <a:avLst/>
                <a:gdLst/>
                <a:ahLst/>
                <a:cxnLst/>
                <a:rect l="l" t="t" r="r" b="b"/>
                <a:pathLst>
                  <a:path w="737" h="1202" extrusionOk="0">
                    <a:moveTo>
                      <a:pt x="72" y="1"/>
                    </a:moveTo>
                    <a:cubicBezTo>
                      <a:pt x="57" y="1"/>
                      <a:pt x="43" y="10"/>
                      <a:pt x="29" y="27"/>
                    </a:cubicBezTo>
                    <a:cubicBezTo>
                      <a:pt x="1" y="56"/>
                      <a:pt x="1" y="84"/>
                      <a:pt x="29" y="112"/>
                    </a:cubicBezTo>
                    <a:lnTo>
                      <a:pt x="588" y="699"/>
                    </a:lnTo>
                    <a:lnTo>
                      <a:pt x="29" y="1088"/>
                    </a:lnTo>
                    <a:cubicBezTo>
                      <a:pt x="1" y="1117"/>
                      <a:pt x="1" y="1145"/>
                      <a:pt x="29" y="1173"/>
                    </a:cubicBezTo>
                    <a:lnTo>
                      <a:pt x="57" y="1202"/>
                    </a:lnTo>
                    <a:cubicBezTo>
                      <a:pt x="85" y="1202"/>
                      <a:pt x="85" y="1202"/>
                      <a:pt x="85" y="1173"/>
                    </a:cubicBezTo>
                    <a:lnTo>
                      <a:pt x="708" y="763"/>
                    </a:lnTo>
                    <a:cubicBezTo>
                      <a:pt x="708" y="735"/>
                      <a:pt x="736" y="735"/>
                      <a:pt x="736" y="699"/>
                    </a:cubicBezTo>
                    <a:cubicBezTo>
                      <a:pt x="736" y="699"/>
                      <a:pt x="736" y="671"/>
                      <a:pt x="708" y="671"/>
                    </a:cubicBezTo>
                    <a:lnTo>
                      <a:pt x="121" y="27"/>
                    </a:lnTo>
                    <a:cubicBezTo>
                      <a:pt x="103" y="10"/>
                      <a:pt x="87" y="1"/>
                      <a:pt x="7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334;p57">
                <a:extLst>
                  <a:ext uri="{FF2B5EF4-FFF2-40B4-BE49-F238E27FC236}">
                    <a16:creationId xmlns:a16="http://schemas.microsoft.com/office/drawing/2014/main" id="{D09AAD41-D88F-E8A1-05CF-C7A3C1F1B613}"/>
                  </a:ext>
                </a:extLst>
              </p:cNvPr>
              <p:cNvSpPr/>
              <p:nvPr/>
            </p:nvSpPr>
            <p:spPr>
              <a:xfrm>
                <a:off x="3673221" y="2034537"/>
                <a:ext cx="24936" cy="40670"/>
              </a:xfrm>
              <a:custGeom>
                <a:avLst/>
                <a:gdLst/>
                <a:ahLst/>
                <a:cxnLst/>
                <a:rect l="l" t="t" r="r" b="b"/>
                <a:pathLst>
                  <a:path w="737" h="1202" extrusionOk="0">
                    <a:moveTo>
                      <a:pt x="72" y="1"/>
                    </a:moveTo>
                    <a:cubicBezTo>
                      <a:pt x="57" y="1"/>
                      <a:pt x="43" y="10"/>
                      <a:pt x="29" y="27"/>
                    </a:cubicBezTo>
                    <a:cubicBezTo>
                      <a:pt x="1" y="56"/>
                      <a:pt x="1" y="84"/>
                      <a:pt x="29" y="112"/>
                    </a:cubicBezTo>
                    <a:lnTo>
                      <a:pt x="588" y="699"/>
                    </a:lnTo>
                    <a:lnTo>
                      <a:pt x="29" y="1088"/>
                    </a:lnTo>
                    <a:cubicBezTo>
                      <a:pt x="1" y="1117"/>
                      <a:pt x="1" y="1145"/>
                      <a:pt x="29" y="1173"/>
                    </a:cubicBezTo>
                    <a:lnTo>
                      <a:pt x="57" y="1202"/>
                    </a:lnTo>
                    <a:cubicBezTo>
                      <a:pt x="86" y="1202"/>
                      <a:pt x="86" y="1202"/>
                      <a:pt x="86" y="1173"/>
                    </a:cubicBezTo>
                    <a:lnTo>
                      <a:pt x="708" y="763"/>
                    </a:lnTo>
                    <a:cubicBezTo>
                      <a:pt x="708" y="735"/>
                      <a:pt x="737" y="735"/>
                      <a:pt x="737" y="699"/>
                    </a:cubicBezTo>
                    <a:cubicBezTo>
                      <a:pt x="737" y="699"/>
                      <a:pt x="737" y="671"/>
                      <a:pt x="708" y="671"/>
                    </a:cubicBezTo>
                    <a:lnTo>
                      <a:pt x="114" y="27"/>
                    </a:lnTo>
                    <a:cubicBezTo>
                      <a:pt x="100" y="10"/>
                      <a:pt x="86" y="1"/>
                      <a:pt x="7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335;p57">
                <a:extLst>
                  <a:ext uri="{FF2B5EF4-FFF2-40B4-BE49-F238E27FC236}">
                    <a16:creationId xmlns:a16="http://schemas.microsoft.com/office/drawing/2014/main" id="{2F0C0C8C-02A1-D708-B3DE-BC99A4A4AC6E}"/>
                  </a:ext>
                </a:extLst>
              </p:cNvPr>
              <p:cNvSpPr/>
              <p:nvPr/>
            </p:nvSpPr>
            <p:spPr>
              <a:xfrm>
                <a:off x="3706989" y="2034233"/>
                <a:ext cx="26121" cy="38098"/>
              </a:xfrm>
              <a:custGeom>
                <a:avLst/>
                <a:gdLst/>
                <a:ahLst/>
                <a:cxnLst/>
                <a:rect l="l" t="t" r="r" b="b"/>
                <a:pathLst>
                  <a:path w="772" h="1126" extrusionOk="0">
                    <a:moveTo>
                      <a:pt x="389" y="121"/>
                    </a:moveTo>
                    <a:cubicBezTo>
                      <a:pt x="531" y="121"/>
                      <a:pt x="651" y="326"/>
                      <a:pt x="651" y="567"/>
                    </a:cubicBezTo>
                    <a:cubicBezTo>
                      <a:pt x="651" y="800"/>
                      <a:pt x="531" y="1006"/>
                      <a:pt x="389" y="1006"/>
                    </a:cubicBezTo>
                    <a:cubicBezTo>
                      <a:pt x="241" y="1006"/>
                      <a:pt x="121" y="800"/>
                      <a:pt x="121" y="567"/>
                    </a:cubicBezTo>
                    <a:cubicBezTo>
                      <a:pt x="121" y="326"/>
                      <a:pt x="241" y="121"/>
                      <a:pt x="389" y="121"/>
                    </a:cubicBezTo>
                    <a:close/>
                    <a:moveTo>
                      <a:pt x="389" y="1"/>
                    </a:moveTo>
                    <a:cubicBezTo>
                      <a:pt x="177" y="1"/>
                      <a:pt x="0" y="270"/>
                      <a:pt x="0" y="567"/>
                    </a:cubicBezTo>
                    <a:cubicBezTo>
                      <a:pt x="0" y="885"/>
                      <a:pt x="177" y="1126"/>
                      <a:pt x="389" y="1126"/>
                    </a:cubicBezTo>
                    <a:cubicBezTo>
                      <a:pt x="595" y="1126"/>
                      <a:pt x="771" y="885"/>
                      <a:pt x="771" y="567"/>
                    </a:cubicBezTo>
                    <a:cubicBezTo>
                      <a:pt x="771" y="270"/>
                      <a:pt x="595" y="1"/>
                      <a:pt x="3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36;p57">
                <a:extLst>
                  <a:ext uri="{FF2B5EF4-FFF2-40B4-BE49-F238E27FC236}">
                    <a16:creationId xmlns:a16="http://schemas.microsoft.com/office/drawing/2014/main" id="{A5B5A8D3-F12E-006D-07CE-169AC01D29FE}"/>
                  </a:ext>
                </a:extLst>
              </p:cNvPr>
              <p:cNvSpPr/>
              <p:nvPr/>
            </p:nvSpPr>
            <p:spPr>
              <a:xfrm>
                <a:off x="3753885" y="2037346"/>
                <a:ext cx="4128" cy="37861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119" extrusionOk="0">
                    <a:moveTo>
                      <a:pt x="65" y="1"/>
                    </a:moveTo>
                    <a:cubicBezTo>
                      <a:pt x="29" y="1"/>
                      <a:pt x="1" y="29"/>
                      <a:pt x="1" y="58"/>
                    </a:cubicBezTo>
                    <a:lnTo>
                      <a:pt x="1" y="1062"/>
                    </a:lnTo>
                    <a:cubicBezTo>
                      <a:pt x="1" y="1090"/>
                      <a:pt x="29" y="1119"/>
                      <a:pt x="65" y="1119"/>
                    </a:cubicBezTo>
                    <a:cubicBezTo>
                      <a:pt x="93" y="1119"/>
                      <a:pt x="121" y="1090"/>
                      <a:pt x="121" y="1062"/>
                    </a:cubicBezTo>
                    <a:lnTo>
                      <a:pt x="121" y="58"/>
                    </a:lnTo>
                    <a:cubicBezTo>
                      <a:pt x="121" y="29"/>
                      <a:pt x="93" y="1"/>
                      <a:pt x="6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337;p57">
                <a:extLst>
                  <a:ext uri="{FF2B5EF4-FFF2-40B4-BE49-F238E27FC236}">
                    <a16:creationId xmlns:a16="http://schemas.microsoft.com/office/drawing/2014/main" id="{E89BC075-7D05-FF1E-F68B-BDB20383291B}"/>
                  </a:ext>
                </a:extLst>
              </p:cNvPr>
              <p:cNvSpPr/>
              <p:nvPr/>
            </p:nvSpPr>
            <p:spPr>
              <a:xfrm>
                <a:off x="3771852" y="2041440"/>
                <a:ext cx="20132" cy="31873"/>
              </a:xfrm>
              <a:custGeom>
                <a:avLst/>
                <a:gdLst/>
                <a:ahLst/>
                <a:cxnLst/>
                <a:rect l="l" t="t" r="r" b="b"/>
                <a:pathLst>
                  <a:path w="595" h="942" extrusionOk="0">
                    <a:moveTo>
                      <a:pt x="0" y="0"/>
                    </a:moveTo>
                    <a:lnTo>
                      <a:pt x="0" y="941"/>
                    </a:lnTo>
                    <a:lnTo>
                      <a:pt x="595" y="941"/>
                    </a:lnTo>
                    <a:lnTo>
                      <a:pt x="5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338;p57">
                <a:extLst>
                  <a:ext uri="{FF2B5EF4-FFF2-40B4-BE49-F238E27FC236}">
                    <a16:creationId xmlns:a16="http://schemas.microsoft.com/office/drawing/2014/main" id="{7526C52D-4903-07D1-8C65-AB0DE51B0BC5}"/>
                  </a:ext>
                </a:extLst>
              </p:cNvPr>
              <p:cNvSpPr/>
              <p:nvPr/>
            </p:nvSpPr>
            <p:spPr>
              <a:xfrm>
                <a:off x="3803929" y="2039274"/>
                <a:ext cx="32820" cy="35933"/>
              </a:xfrm>
              <a:custGeom>
                <a:avLst/>
                <a:gdLst/>
                <a:ahLst/>
                <a:cxnLst/>
                <a:rect l="l" t="t" r="r" b="b"/>
                <a:pathLst>
                  <a:path w="970" h="1062" extrusionOk="0">
                    <a:moveTo>
                      <a:pt x="849" y="121"/>
                    </a:moveTo>
                    <a:lnTo>
                      <a:pt x="849" y="948"/>
                    </a:lnTo>
                    <a:lnTo>
                      <a:pt x="114" y="948"/>
                    </a:lnTo>
                    <a:lnTo>
                      <a:pt x="114" y="121"/>
                    </a:lnTo>
                    <a:close/>
                    <a:moveTo>
                      <a:pt x="57" y="1"/>
                    </a:moveTo>
                    <a:cubicBezTo>
                      <a:pt x="29" y="1"/>
                      <a:pt x="0" y="29"/>
                      <a:pt x="0" y="64"/>
                    </a:cubicBezTo>
                    <a:lnTo>
                      <a:pt x="0" y="1005"/>
                    </a:lnTo>
                    <a:cubicBezTo>
                      <a:pt x="0" y="1033"/>
                      <a:pt x="29" y="1062"/>
                      <a:pt x="57" y="1062"/>
                    </a:cubicBezTo>
                    <a:lnTo>
                      <a:pt x="913" y="1062"/>
                    </a:lnTo>
                    <a:cubicBezTo>
                      <a:pt x="941" y="1062"/>
                      <a:pt x="970" y="1033"/>
                      <a:pt x="970" y="1005"/>
                    </a:cubicBezTo>
                    <a:lnTo>
                      <a:pt x="970" y="64"/>
                    </a:lnTo>
                    <a:cubicBezTo>
                      <a:pt x="970" y="29"/>
                      <a:pt x="941" y="1"/>
                      <a:pt x="9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339;p57">
                <a:extLst>
                  <a:ext uri="{FF2B5EF4-FFF2-40B4-BE49-F238E27FC236}">
                    <a16:creationId xmlns:a16="http://schemas.microsoft.com/office/drawing/2014/main" id="{5F544AAB-0465-2F67-D817-0B05E2CC7AD1}"/>
                  </a:ext>
                </a:extLst>
              </p:cNvPr>
              <p:cNvSpPr/>
              <p:nvPr/>
            </p:nvSpPr>
            <p:spPr>
              <a:xfrm>
                <a:off x="3847746" y="2041440"/>
                <a:ext cx="32820" cy="31873"/>
              </a:xfrm>
              <a:custGeom>
                <a:avLst/>
                <a:gdLst/>
                <a:ahLst/>
                <a:cxnLst/>
                <a:rect l="l" t="t" r="r" b="b"/>
                <a:pathLst>
                  <a:path w="970" h="942" extrusionOk="0">
                    <a:moveTo>
                      <a:pt x="0" y="0"/>
                    </a:moveTo>
                    <a:lnTo>
                      <a:pt x="0" y="941"/>
                    </a:lnTo>
                    <a:lnTo>
                      <a:pt x="969" y="941"/>
                    </a:lnTo>
                    <a:lnTo>
                      <a:pt x="9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340;p57">
                <a:extLst>
                  <a:ext uri="{FF2B5EF4-FFF2-40B4-BE49-F238E27FC236}">
                    <a16:creationId xmlns:a16="http://schemas.microsoft.com/office/drawing/2014/main" id="{D8023708-3968-9530-8BE2-2DE7E5274F95}"/>
                  </a:ext>
                </a:extLst>
              </p:cNvPr>
              <p:cNvSpPr/>
              <p:nvPr/>
            </p:nvSpPr>
            <p:spPr>
              <a:xfrm>
                <a:off x="3892477" y="2026924"/>
                <a:ext cx="25173" cy="64320"/>
              </a:xfrm>
              <a:custGeom>
                <a:avLst/>
                <a:gdLst/>
                <a:ahLst/>
                <a:cxnLst/>
                <a:rect l="l" t="t" r="r" b="b"/>
                <a:pathLst>
                  <a:path w="744" h="1901" extrusionOk="0">
                    <a:moveTo>
                      <a:pt x="349" y="0"/>
                    </a:moveTo>
                    <a:cubicBezTo>
                      <a:pt x="332" y="0"/>
                      <a:pt x="315" y="4"/>
                      <a:pt x="298" y="12"/>
                    </a:cubicBezTo>
                    <a:cubicBezTo>
                      <a:pt x="270" y="12"/>
                      <a:pt x="241" y="40"/>
                      <a:pt x="241" y="75"/>
                    </a:cubicBezTo>
                    <a:cubicBezTo>
                      <a:pt x="270" y="104"/>
                      <a:pt x="298" y="132"/>
                      <a:pt x="326" y="132"/>
                    </a:cubicBezTo>
                    <a:cubicBezTo>
                      <a:pt x="336" y="123"/>
                      <a:pt x="346" y="120"/>
                      <a:pt x="357" y="120"/>
                    </a:cubicBezTo>
                    <a:cubicBezTo>
                      <a:pt x="377" y="120"/>
                      <a:pt x="399" y="132"/>
                      <a:pt x="418" y="132"/>
                    </a:cubicBezTo>
                    <a:cubicBezTo>
                      <a:pt x="447" y="160"/>
                      <a:pt x="475" y="252"/>
                      <a:pt x="503" y="309"/>
                    </a:cubicBezTo>
                    <a:cubicBezTo>
                      <a:pt x="503" y="366"/>
                      <a:pt x="475" y="429"/>
                      <a:pt x="475" y="514"/>
                    </a:cubicBezTo>
                    <a:cubicBezTo>
                      <a:pt x="475" y="542"/>
                      <a:pt x="447" y="606"/>
                      <a:pt x="447" y="663"/>
                    </a:cubicBezTo>
                    <a:cubicBezTo>
                      <a:pt x="447" y="783"/>
                      <a:pt x="475" y="868"/>
                      <a:pt x="532" y="960"/>
                    </a:cubicBezTo>
                    <a:cubicBezTo>
                      <a:pt x="503" y="988"/>
                      <a:pt x="475" y="1016"/>
                      <a:pt x="447" y="1045"/>
                    </a:cubicBezTo>
                    <a:lnTo>
                      <a:pt x="447" y="1278"/>
                    </a:lnTo>
                    <a:lnTo>
                      <a:pt x="447" y="1313"/>
                    </a:lnTo>
                    <a:cubicBezTo>
                      <a:pt x="475" y="1455"/>
                      <a:pt x="447" y="1575"/>
                      <a:pt x="390" y="1667"/>
                    </a:cubicBezTo>
                    <a:cubicBezTo>
                      <a:pt x="344" y="1728"/>
                      <a:pt x="273" y="1775"/>
                      <a:pt x="202" y="1775"/>
                    </a:cubicBezTo>
                    <a:cubicBezTo>
                      <a:pt x="174" y="1775"/>
                      <a:pt x="147" y="1768"/>
                      <a:pt x="121" y="1752"/>
                    </a:cubicBezTo>
                    <a:cubicBezTo>
                      <a:pt x="107" y="1738"/>
                      <a:pt x="93" y="1731"/>
                      <a:pt x="79" y="1731"/>
                    </a:cubicBezTo>
                    <a:cubicBezTo>
                      <a:pt x="65" y="1731"/>
                      <a:pt x="50" y="1738"/>
                      <a:pt x="36" y="1752"/>
                    </a:cubicBezTo>
                    <a:cubicBezTo>
                      <a:pt x="1" y="1780"/>
                      <a:pt x="36" y="1809"/>
                      <a:pt x="65" y="1844"/>
                    </a:cubicBezTo>
                    <a:cubicBezTo>
                      <a:pt x="93" y="1872"/>
                      <a:pt x="150" y="1901"/>
                      <a:pt x="213" y="1901"/>
                    </a:cubicBezTo>
                    <a:cubicBezTo>
                      <a:pt x="326" y="1901"/>
                      <a:pt x="447" y="1809"/>
                      <a:pt x="503" y="1724"/>
                    </a:cubicBezTo>
                    <a:cubicBezTo>
                      <a:pt x="567" y="1604"/>
                      <a:pt x="595" y="1455"/>
                      <a:pt x="567" y="1278"/>
                    </a:cubicBezTo>
                    <a:lnTo>
                      <a:pt x="567" y="1250"/>
                    </a:lnTo>
                    <a:lnTo>
                      <a:pt x="567" y="1101"/>
                    </a:lnTo>
                    <a:cubicBezTo>
                      <a:pt x="567" y="1073"/>
                      <a:pt x="595" y="1045"/>
                      <a:pt x="623" y="1045"/>
                    </a:cubicBezTo>
                    <a:cubicBezTo>
                      <a:pt x="623" y="1016"/>
                      <a:pt x="652" y="1016"/>
                      <a:pt x="652" y="1016"/>
                    </a:cubicBezTo>
                    <a:cubicBezTo>
                      <a:pt x="660" y="1025"/>
                      <a:pt x="668" y="1028"/>
                      <a:pt x="677" y="1028"/>
                    </a:cubicBezTo>
                    <a:cubicBezTo>
                      <a:pt x="697" y="1028"/>
                      <a:pt x="719" y="1008"/>
                      <a:pt x="744" y="988"/>
                    </a:cubicBezTo>
                    <a:cubicBezTo>
                      <a:pt x="744" y="960"/>
                      <a:pt x="744" y="924"/>
                      <a:pt x="708" y="924"/>
                    </a:cubicBezTo>
                    <a:cubicBezTo>
                      <a:pt x="680" y="924"/>
                      <a:pt x="680" y="896"/>
                      <a:pt x="680" y="896"/>
                    </a:cubicBezTo>
                    <a:cubicBezTo>
                      <a:pt x="595" y="896"/>
                      <a:pt x="567" y="783"/>
                      <a:pt x="567" y="663"/>
                    </a:cubicBezTo>
                    <a:cubicBezTo>
                      <a:pt x="567" y="634"/>
                      <a:pt x="567" y="571"/>
                      <a:pt x="595" y="514"/>
                    </a:cubicBezTo>
                    <a:cubicBezTo>
                      <a:pt x="595" y="458"/>
                      <a:pt x="623" y="366"/>
                      <a:pt x="623" y="281"/>
                    </a:cubicBezTo>
                    <a:cubicBezTo>
                      <a:pt x="595" y="189"/>
                      <a:pt x="532" y="104"/>
                      <a:pt x="475" y="40"/>
                    </a:cubicBezTo>
                    <a:cubicBezTo>
                      <a:pt x="435" y="20"/>
                      <a:pt x="391" y="0"/>
                      <a:pt x="34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341;p57">
                <a:extLst>
                  <a:ext uri="{FF2B5EF4-FFF2-40B4-BE49-F238E27FC236}">
                    <a16:creationId xmlns:a16="http://schemas.microsoft.com/office/drawing/2014/main" id="{69CC8EA2-CAFE-5971-127C-564F404AAA1C}"/>
                  </a:ext>
                </a:extLst>
              </p:cNvPr>
              <p:cNvSpPr/>
              <p:nvPr/>
            </p:nvSpPr>
            <p:spPr>
              <a:xfrm>
                <a:off x="3928411" y="2028278"/>
                <a:ext cx="11030" cy="59854"/>
              </a:xfrm>
              <a:custGeom>
                <a:avLst/>
                <a:gdLst/>
                <a:ahLst/>
                <a:cxnLst/>
                <a:rect l="l" t="t" r="r" b="b"/>
                <a:pathLst>
                  <a:path w="326" h="1769" extrusionOk="0">
                    <a:moveTo>
                      <a:pt x="35" y="0"/>
                    </a:moveTo>
                    <a:cubicBezTo>
                      <a:pt x="0" y="35"/>
                      <a:pt x="0" y="64"/>
                      <a:pt x="0" y="92"/>
                    </a:cubicBezTo>
                    <a:cubicBezTo>
                      <a:pt x="212" y="594"/>
                      <a:pt x="212" y="1182"/>
                      <a:pt x="0" y="1684"/>
                    </a:cubicBezTo>
                    <a:cubicBezTo>
                      <a:pt x="0" y="1712"/>
                      <a:pt x="0" y="1769"/>
                      <a:pt x="35" y="1769"/>
                    </a:cubicBezTo>
                    <a:lnTo>
                      <a:pt x="64" y="1769"/>
                    </a:lnTo>
                    <a:cubicBezTo>
                      <a:pt x="92" y="1769"/>
                      <a:pt x="120" y="1769"/>
                      <a:pt x="120" y="1740"/>
                    </a:cubicBezTo>
                    <a:cubicBezTo>
                      <a:pt x="326" y="1210"/>
                      <a:pt x="326" y="594"/>
                      <a:pt x="120" y="64"/>
                    </a:cubicBezTo>
                    <a:cubicBezTo>
                      <a:pt x="92" y="35"/>
                      <a:pt x="64" y="0"/>
                      <a:pt x="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342;p57">
                <a:extLst>
                  <a:ext uri="{FF2B5EF4-FFF2-40B4-BE49-F238E27FC236}">
                    <a16:creationId xmlns:a16="http://schemas.microsoft.com/office/drawing/2014/main" id="{EACCDF95-4B39-1BEB-AF75-7F0789A2A525}"/>
                  </a:ext>
                </a:extLst>
              </p:cNvPr>
              <p:cNvSpPr/>
              <p:nvPr/>
            </p:nvSpPr>
            <p:spPr>
              <a:xfrm>
                <a:off x="3941573" y="2027296"/>
                <a:ext cx="14854" cy="68990"/>
              </a:xfrm>
              <a:custGeom>
                <a:avLst/>
                <a:gdLst/>
                <a:ahLst/>
                <a:cxnLst/>
                <a:rect l="l" t="t" r="r" b="b"/>
                <a:pathLst>
                  <a:path w="439" h="2039" extrusionOk="0">
                    <a:moveTo>
                      <a:pt x="85" y="1"/>
                    </a:moveTo>
                    <a:cubicBezTo>
                      <a:pt x="57" y="29"/>
                      <a:pt x="28" y="64"/>
                      <a:pt x="57" y="93"/>
                    </a:cubicBezTo>
                    <a:cubicBezTo>
                      <a:pt x="319" y="680"/>
                      <a:pt x="290" y="1387"/>
                      <a:pt x="0" y="1946"/>
                    </a:cubicBezTo>
                    <a:cubicBezTo>
                      <a:pt x="0" y="1975"/>
                      <a:pt x="0" y="2038"/>
                      <a:pt x="28" y="2038"/>
                    </a:cubicBezTo>
                    <a:lnTo>
                      <a:pt x="57" y="2038"/>
                    </a:lnTo>
                    <a:cubicBezTo>
                      <a:pt x="85" y="2038"/>
                      <a:pt x="85" y="2038"/>
                      <a:pt x="113" y="2010"/>
                    </a:cubicBezTo>
                    <a:cubicBezTo>
                      <a:pt x="439" y="1416"/>
                      <a:pt x="439" y="652"/>
                      <a:pt x="142" y="29"/>
                    </a:cubicBezTo>
                    <a:cubicBezTo>
                      <a:pt x="142" y="1"/>
                      <a:pt x="113" y="1"/>
                      <a:pt x="8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2343;p57">
                <a:extLst>
                  <a:ext uri="{FF2B5EF4-FFF2-40B4-BE49-F238E27FC236}">
                    <a16:creationId xmlns:a16="http://schemas.microsoft.com/office/drawing/2014/main" id="{E917BA67-09BF-90FA-2ED6-F7AFEC85646C}"/>
                  </a:ext>
                </a:extLst>
              </p:cNvPr>
              <p:cNvSpPr/>
              <p:nvPr/>
            </p:nvSpPr>
            <p:spPr>
              <a:xfrm>
                <a:off x="3622264" y="2026924"/>
                <a:ext cx="24903" cy="64320"/>
              </a:xfrm>
              <a:custGeom>
                <a:avLst/>
                <a:gdLst/>
                <a:ahLst/>
                <a:cxnLst/>
                <a:rect l="l" t="t" r="r" b="b"/>
                <a:pathLst>
                  <a:path w="736" h="1901" extrusionOk="0">
                    <a:moveTo>
                      <a:pt x="417" y="0"/>
                    </a:moveTo>
                    <a:cubicBezTo>
                      <a:pt x="367" y="0"/>
                      <a:pt x="309" y="20"/>
                      <a:pt x="269" y="40"/>
                    </a:cubicBezTo>
                    <a:cubicBezTo>
                      <a:pt x="205" y="104"/>
                      <a:pt x="149" y="189"/>
                      <a:pt x="149" y="281"/>
                    </a:cubicBezTo>
                    <a:cubicBezTo>
                      <a:pt x="120" y="366"/>
                      <a:pt x="149" y="458"/>
                      <a:pt x="149" y="514"/>
                    </a:cubicBezTo>
                    <a:cubicBezTo>
                      <a:pt x="177" y="571"/>
                      <a:pt x="177" y="634"/>
                      <a:pt x="177" y="663"/>
                    </a:cubicBezTo>
                    <a:cubicBezTo>
                      <a:pt x="177" y="783"/>
                      <a:pt x="149" y="896"/>
                      <a:pt x="64" y="896"/>
                    </a:cubicBezTo>
                    <a:lnTo>
                      <a:pt x="64" y="924"/>
                    </a:lnTo>
                    <a:cubicBezTo>
                      <a:pt x="28" y="924"/>
                      <a:pt x="0" y="960"/>
                      <a:pt x="0" y="988"/>
                    </a:cubicBezTo>
                    <a:cubicBezTo>
                      <a:pt x="20" y="1008"/>
                      <a:pt x="44" y="1028"/>
                      <a:pt x="66" y="1028"/>
                    </a:cubicBezTo>
                    <a:cubicBezTo>
                      <a:pt x="75" y="1028"/>
                      <a:pt x="84" y="1025"/>
                      <a:pt x="92" y="1016"/>
                    </a:cubicBezTo>
                    <a:cubicBezTo>
                      <a:pt x="120" y="1016"/>
                      <a:pt x="120" y="1016"/>
                      <a:pt x="120" y="1045"/>
                    </a:cubicBezTo>
                    <a:cubicBezTo>
                      <a:pt x="149" y="1045"/>
                      <a:pt x="177" y="1073"/>
                      <a:pt x="177" y="1101"/>
                    </a:cubicBezTo>
                    <a:cubicBezTo>
                      <a:pt x="205" y="1137"/>
                      <a:pt x="177" y="1193"/>
                      <a:pt x="177" y="1250"/>
                    </a:cubicBezTo>
                    <a:lnTo>
                      <a:pt x="177" y="1278"/>
                    </a:lnTo>
                    <a:cubicBezTo>
                      <a:pt x="149" y="1455"/>
                      <a:pt x="177" y="1604"/>
                      <a:pt x="269" y="1724"/>
                    </a:cubicBezTo>
                    <a:cubicBezTo>
                      <a:pt x="325" y="1809"/>
                      <a:pt x="446" y="1901"/>
                      <a:pt x="559" y="1901"/>
                    </a:cubicBezTo>
                    <a:cubicBezTo>
                      <a:pt x="594" y="1901"/>
                      <a:pt x="651" y="1872"/>
                      <a:pt x="707" y="1844"/>
                    </a:cubicBezTo>
                    <a:cubicBezTo>
                      <a:pt x="736" y="1809"/>
                      <a:pt x="736" y="1780"/>
                      <a:pt x="707" y="1752"/>
                    </a:cubicBezTo>
                    <a:cubicBezTo>
                      <a:pt x="707" y="1738"/>
                      <a:pt x="693" y="1731"/>
                      <a:pt x="676" y="1731"/>
                    </a:cubicBezTo>
                    <a:cubicBezTo>
                      <a:pt x="658" y="1731"/>
                      <a:pt x="637" y="1738"/>
                      <a:pt x="623" y="1752"/>
                    </a:cubicBezTo>
                    <a:cubicBezTo>
                      <a:pt x="597" y="1768"/>
                      <a:pt x="570" y="1775"/>
                      <a:pt x="542" y="1775"/>
                    </a:cubicBezTo>
                    <a:cubicBezTo>
                      <a:pt x="471" y="1775"/>
                      <a:pt x="400" y="1728"/>
                      <a:pt x="354" y="1667"/>
                    </a:cubicBezTo>
                    <a:cubicBezTo>
                      <a:pt x="297" y="1575"/>
                      <a:pt x="269" y="1455"/>
                      <a:pt x="297" y="1313"/>
                    </a:cubicBezTo>
                    <a:lnTo>
                      <a:pt x="297" y="1278"/>
                    </a:lnTo>
                    <a:cubicBezTo>
                      <a:pt x="297" y="1193"/>
                      <a:pt x="325" y="1137"/>
                      <a:pt x="297" y="1045"/>
                    </a:cubicBezTo>
                    <a:cubicBezTo>
                      <a:pt x="269" y="1016"/>
                      <a:pt x="241" y="988"/>
                      <a:pt x="205" y="960"/>
                    </a:cubicBezTo>
                    <a:cubicBezTo>
                      <a:pt x="269" y="868"/>
                      <a:pt x="297" y="783"/>
                      <a:pt x="297" y="663"/>
                    </a:cubicBezTo>
                    <a:cubicBezTo>
                      <a:pt x="297" y="606"/>
                      <a:pt x="297" y="542"/>
                      <a:pt x="269" y="514"/>
                    </a:cubicBezTo>
                    <a:cubicBezTo>
                      <a:pt x="269" y="429"/>
                      <a:pt x="241" y="366"/>
                      <a:pt x="269" y="309"/>
                    </a:cubicBezTo>
                    <a:cubicBezTo>
                      <a:pt x="269" y="252"/>
                      <a:pt x="297" y="160"/>
                      <a:pt x="354" y="132"/>
                    </a:cubicBezTo>
                    <a:cubicBezTo>
                      <a:pt x="373" y="132"/>
                      <a:pt x="395" y="120"/>
                      <a:pt x="416" y="120"/>
                    </a:cubicBezTo>
                    <a:cubicBezTo>
                      <a:pt x="426" y="120"/>
                      <a:pt x="436" y="123"/>
                      <a:pt x="446" y="132"/>
                    </a:cubicBezTo>
                    <a:cubicBezTo>
                      <a:pt x="474" y="132"/>
                      <a:pt x="502" y="104"/>
                      <a:pt x="502" y="75"/>
                    </a:cubicBezTo>
                    <a:cubicBezTo>
                      <a:pt x="502" y="40"/>
                      <a:pt x="502" y="12"/>
                      <a:pt x="474" y="12"/>
                    </a:cubicBezTo>
                    <a:cubicBezTo>
                      <a:pt x="457" y="4"/>
                      <a:pt x="438" y="0"/>
                      <a:pt x="4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2344;p57">
                <a:extLst>
                  <a:ext uri="{FF2B5EF4-FFF2-40B4-BE49-F238E27FC236}">
                    <a16:creationId xmlns:a16="http://schemas.microsoft.com/office/drawing/2014/main" id="{3FA65E99-3D54-27E3-3A8F-2B8421302AE8}"/>
                  </a:ext>
                </a:extLst>
              </p:cNvPr>
              <p:cNvSpPr/>
              <p:nvPr/>
            </p:nvSpPr>
            <p:spPr>
              <a:xfrm>
                <a:off x="3600474" y="2028278"/>
                <a:ext cx="11978" cy="59854"/>
              </a:xfrm>
              <a:custGeom>
                <a:avLst/>
                <a:gdLst/>
                <a:ahLst/>
                <a:cxnLst/>
                <a:rect l="l" t="t" r="r" b="b"/>
                <a:pathLst>
                  <a:path w="354" h="1769" extrusionOk="0">
                    <a:moveTo>
                      <a:pt x="290" y="0"/>
                    </a:moveTo>
                    <a:cubicBezTo>
                      <a:pt x="262" y="0"/>
                      <a:pt x="234" y="35"/>
                      <a:pt x="234" y="64"/>
                    </a:cubicBezTo>
                    <a:cubicBezTo>
                      <a:pt x="0" y="594"/>
                      <a:pt x="0" y="1210"/>
                      <a:pt x="205" y="1740"/>
                    </a:cubicBezTo>
                    <a:cubicBezTo>
                      <a:pt x="234" y="1769"/>
                      <a:pt x="234" y="1769"/>
                      <a:pt x="262" y="1769"/>
                    </a:cubicBezTo>
                    <a:lnTo>
                      <a:pt x="290" y="1769"/>
                    </a:lnTo>
                    <a:cubicBezTo>
                      <a:pt x="319" y="1769"/>
                      <a:pt x="319" y="1712"/>
                      <a:pt x="319" y="1684"/>
                    </a:cubicBezTo>
                    <a:cubicBezTo>
                      <a:pt x="113" y="1182"/>
                      <a:pt x="113" y="594"/>
                      <a:pt x="319" y="92"/>
                    </a:cubicBezTo>
                    <a:cubicBezTo>
                      <a:pt x="354" y="64"/>
                      <a:pt x="319" y="35"/>
                      <a:pt x="29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2345;p57">
                <a:extLst>
                  <a:ext uri="{FF2B5EF4-FFF2-40B4-BE49-F238E27FC236}">
                    <a16:creationId xmlns:a16="http://schemas.microsoft.com/office/drawing/2014/main" id="{49A8A54C-D030-1D63-2562-AC7C4B09E475}"/>
                  </a:ext>
                </a:extLst>
              </p:cNvPr>
              <p:cNvSpPr/>
              <p:nvPr/>
            </p:nvSpPr>
            <p:spPr>
              <a:xfrm>
                <a:off x="3583454" y="2027296"/>
                <a:ext cx="14887" cy="68990"/>
              </a:xfrm>
              <a:custGeom>
                <a:avLst/>
                <a:gdLst/>
                <a:ahLst/>
                <a:cxnLst/>
                <a:rect l="l" t="t" r="r" b="b"/>
                <a:pathLst>
                  <a:path w="440" h="2039" extrusionOk="0">
                    <a:moveTo>
                      <a:pt x="355" y="1"/>
                    </a:moveTo>
                    <a:cubicBezTo>
                      <a:pt x="326" y="1"/>
                      <a:pt x="291" y="1"/>
                      <a:pt x="291" y="29"/>
                    </a:cubicBezTo>
                    <a:cubicBezTo>
                      <a:pt x="1" y="652"/>
                      <a:pt x="29" y="1416"/>
                      <a:pt x="326" y="2010"/>
                    </a:cubicBezTo>
                    <a:cubicBezTo>
                      <a:pt x="355" y="2038"/>
                      <a:pt x="355" y="2038"/>
                      <a:pt x="383" y="2038"/>
                    </a:cubicBezTo>
                    <a:lnTo>
                      <a:pt x="411" y="2038"/>
                    </a:lnTo>
                    <a:cubicBezTo>
                      <a:pt x="440" y="2038"/>
                      <a:pt x="440" y="1975"/>
                      <a:pt x="440" y="1946"/>
                    </a:cubicBezTo>
                    <a:cubicBezTo>
                      <a:pt x="150" y="1387"/>
                      <a:pt x="114" y="680"/>
                      <a:pt x="383" y="93"/>
                    </a:cubicBezTo>
                    <a:cubicBezTo>
                      <a:pt x="411" y="64"/>
                      <a:pt x="383" y="29"/>
                      <a:pt x="3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40306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1">
          <a:extLst>
            <a:ext uri="{FF2B5EF4-FFF2-40B4-BE49-F238E27FC236}">
              <a16:creationId xmlns:a16="http://schemas.microsoft.com/office/drawing/2014/main" id="{F86E424C-B9FF-D673-0A2E-E5AAD6611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44">
            <a:extLst>
              <a:ext uri="{FF2B5EF4-FFF2-40B4-BE49-F238E27FC236}">
                <a16:creationId xmlns:a16="http://schemas.microsoft.com/office/drawing/2014/main" id="{377F7D6E-F02D-C92F-FD6D-8B50A9D7967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256521" y="2082328"/>
            <a:ext cx="6630957" cy="11903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多數初學者在學習程式設計的頭兩週內就選擇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放棄，原因是缺乏合適的引導和資源。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00992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1">
          <a:extLst>
            <a:ext uri="{FF2B5EF4-FFF2-40B4-BE49-F238E27FC236}">
              <a16:creationId xmlns:a16="http://schemas.microsoft.com/office/drawing/2014/main" id="{E281D9AD-87A8-898F-89F0-E845E0455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44">
            <a:extLst>
              <a:ext uri="{FF2B5EF4-FFF2-40B4-BE49-F238E27FC236}">
                <a16:creationId xmlns:a16="http://schemas.microsoft.com/office/drawing/2014/main" id="{DB3701DE-6B17-A8C2-F541-9F061585E192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743393" y="2452757"/>
            <a:ext cx="7657213" cy="11432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>
                <a:latin typeface="微軟正黑體"/>
                <a:ea typeface="微軟正黑體"/>
              </a:rPr>
              <a:t>讓學習程式設計變得輕鬆且有趣，</a:t>
            </a:r>
            <a:endParaRPr lang="en-US" altLang="zh-TW">
              <a:latin typeface="微軟正黑體"/>
              <a:ea typeface="微軟正黑體"/>
            </a:endParaRPr>
          </a:p>
          <a:p>
            <a:pPr marL="0" indent="0"/>
            <a:r>
              <a:rPr lang="zh-TW" altLang="en-US">
                <a:latin typeface="微軟正黑體"/>
                <a:ea typeface="微軟正黑體"/>
              </a:rPr>
              <a:t>無論技術水平都能找到適合自己的學習方式。</a:t>
            </a:r>
            <a:endParaRPr lang="zh-TW"/>
          </a:p>
        </p:txBody>
      </p:sp>
      <p:sp>
        <p:nvSpPr>
          <p:cNvPr id="1307" name="Google Shape;1307;p44">
            <a:extLst>
              <a:ext uri="{FF2B5EF4-FFF2-40B4-BE49-F238E27FC236}">
                <a16:creationId xmlns:a16="http://schemas.microsoft.com/office/drawing/2014/main" id="{D8AC8A84-AE1F-9C99-6EAD-B19721C35DD1}"/>
              </a:ext>
            </a:extLst>
          </p:cNvPr>
          <p:cNvSpPr/>
          <p:nvPr/>
        </p:nvSpPr>
        <p:spPr>
          <a:xfrm>
            <a:off x="6163733" y="563522"/>
            <a:ext cx="754638" cy="708563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oogle Shape;1310;p44">
            <a:extLst>
              <a:ext uri="{FF2B5EF4-FFF2-40B4-BE49-F238E27FC236}">
                <a16:creationId xmlns:a16="http://schemas.microsoft.com/office/drawing/2014/main" id="{B50A278E-5D52-622E-C1D5-5E73DE44770F}"/>
              </a:ext>
            </a:extLst>
          </p:cNvPr>
          <p:cNvGrpSpPr/>
          <p:nvPr/>
        </p:nvGrpSpPr>
        <p:grpSpPr>
          <a:xfrm>
            <a:off x="6369394" y="786800"/>
            <a:ext cx="343315" cy="262005"/>
            <a:chOff x="3342744" y="1167512"/>
            <a:chExt cx="343315" cy="262005"/>
          </a:xfrm>
        </p:grpSpPr>
        <p:sp>
          <p:nvSpPr>
            <p:cNvPr id="4" name="Google Shape;1311;p44">
              <a:extLst>
                <a:ext uri="{FF2B5EF4-FFF2-40B4-BE49-F238E27FC236}">
                  <a16:creationId xmlns:a16="http://schemas.microsoft.com/office/drawing/2014/main" id="{AFD18369-D019-CEE9-C92D-C78282986D4A}"/>
                </a:ext>
              </a:extLst>
            </p:cNvPr>
            <p:cNvSpPr/>
            <p:nvPr/>
          </p:nvSpPr>
          <p:spPr>
            <a:xfrm>
              <a:off x="3406279" y="1373179"/>
              <a:ext cx="279780" cy="56338"/>
            </a:xfrm>
            <a:custGeom>
              <a:avLst/>
              <a:gdLst/>
              <a:ahLst/>
              <a:cxnLst/>
              <a:rect l="l" t="t" r="r" b="b"/>
              <a:pathLst>
                <a:path w="12167" h="2450" extrusionOk="0">
                  <a:moveTo>
                    <a:pt x="11946" y="1"/>
                  </a:moveTo>
                  <a:cubicBezTo>
                    <a:pt x="11829" y="1"/>
                    <a:pt x="11730" y="123"/>
                    <a:pt x="11730" y="245"/>
                  </a:cubicBezTo>
                  <a:lnTo>
                    <a:pt x="11730" y="1333"/>
                  </a:lnTo>
                  <a:cubicBezTo>
                    <a:pt x="11730" y="1722"/>
                    <a:pt x="11440" y="2013"/>
                    <a:pt x="11050" y="2013"/>
                  </a:cubicBezTo>
                  <a:lnTo>
                    <a:pt x="221" y="2013"/>
                  </a:lnTo>
                  <a:cubicBezTo>
                    <a:pt x="99" y="2013"/>
                    <a:pt x="0" y="2106"/>
                    <a:pt x="0" y="2228"/>
                  </a:cubicBezTo>
                  <a:cubicBezTo>
                    <a:pt x="0" y="2350"/>
                    <a:pt x="99" y="2449"/>
                    <a:pt x="221" y="2449"/>
                  </a:cubicBezTo>
                  <a:lnTo>
                    <a:pt x="11050" y="2449"/>
                  </a:lnTo>
                  <a:cubicBezTo>
                    <a:pt x="11684" y="2449"/>
                    <a:pt x="12167" y="1937"/>
                    <a:pt x="12167" y="1333"/>
                  </a:cubicBezTo>
                  <a:lnTo>
                    <a:pt x="12167" y="245"/>
                  </a:lnTo>
                  <a:cubicBezTo>
                    <a:pt x="12167" y="123"/>
                    <a:pt x="12068" y="1"/>
                    <a:pt x="119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312;p44">
              <a:extLst>
                <a:ext uri="{FF2B5EF4-FFF2-40B4-BE49-F238E27FC236}">
                  <a16:creationId xmlns:a16="http://schemas.microsoft.com/office/drawing/2014/main" id="{2A9A9D66-0208-1A91-48E8-DD931836B2BF}"/>
                </a:ext>
              </a:extLst>
            </p:cNvPr>
            <p:cNvSpPr/>
            <p:nvPr/>
          </p:nvSpPr>
          <p:spPr>
            <a:xfrm>
              <a:off x="3342744" y="1167512"/>
              <a:ext cx="343315" cy="262005"/>
            </a:xfrm>
            <a:custGeom>
              <a:avLst/>
              <a:gdLst/>
              <a:ahLst/>
              <a:cxnLst/>
              <a:rect l="l" t="t" r="r" b="b"/>
              <a:pathLst>
                <a:path w="14930" h="11394" extrusionOk="0">
                  <a:moveTo>
                    <a:pt x="1141" y="0"/>
                  </a:moveTo>
                  <a:cubicBezTo>
                    <a:pt x="512" y="0"/>
                    <a:pt x="1" y="512"/>
                    <a:pt x="1" y="1140"/>
                  </a:cubicBezTo>
                  <a:lnTo>
                    <a:pt x="1" y="10277"/>
                  </a:lnTo>
                  <a:cubicBezTo>
                    <a:pt x="1" y="10881"/>
                    <a:pt x="512" y="11393"/>
                    <a:pt x="1141" y="11393"/>
                  </a:cubicBezTo>
                  <a:lnTo>
                    <a:pt x="1891" y="11393"/>
                  </a:lnTo>
                  <a:cubicBezTo>
                    <a:pt x="2013" y="11393"/>
                    <a:pt x="2112" y="11294"/>
                    <a:pt x="2112" y="11172"/>
                  </a:cubicBezTo>
                  <a:cubicBezTo>
                    <a:pt x="2112" y="11050"/>
                    <a:pt x="2013" y="10957"/>
                    <a:pt x="1891" y="10957"/>
                  </a:cubicBezTo>
                  <a:lnTo>
                    <a:pt x="1141" y="10957"/>
                  </a:lnTo>
                  <a:cubicBezTo>
                    <a:pt x="751" y="10957"/>
                    <a:pt x="437" y="10666"/>
                    <a:pt x="437" y="10277"/>
                  </a:cubicBezTo>
                  <a:lnTo>
                    <a:pt x="437" y="2937"/>
                  </a:lnTo>
                  <a:lnTo>
                    <a:pt x="14493" y="2937"/>
                  </a:lnTo>
                  <a:lnTo>
                    <a:pt x="14493" y="8072"/>
                  </a:lnTo>
                  <a:cubicBezTo>
                    <a:pt x="14493" y="8195"/>
                    <a:pt x="14592" y="8288"/>
                    <a:pt x="14709" y="8288"/>
                  </a:cubicBezTo>
                  <a:cubicBezTo>
                    <a:pt x="14831" y="8288"/>
                    <a:pt x="14930" y="8195"/>
                    <a:pt x="14930" y="8072"/>
                  </a:cubicBezTo>
                  <a:lnTo>
                    <a:pt x="14930" y="1140"/>
                  </a:lnTo>
                  <a:cubicBezTo>
                    <a:pt x="14930" y="512"/>
                    <a:pt x="14447" y="0"/>
                    <a:pt x="13813" y="0"/>
                  </a:cubicBezTo>
                  <a:lnTo>
                    <a:pt x="10085" y="0"/>
                  </a:lnTo>
                  <a:cubicBezTo>
                    <a:pt x="9963" y="0"/>
                    <a:pt x="9864" y="99"/>
                    <a:pt x="9864" y="221"/>
                  </a:cubicBezTo>
                  <a:cubicBezTo>
                    <a:pt x="9864" y="343"/>
                    <a:pt x="9963" y="436"/>
                    <a:pt x="10085" y="436"/>
                  </a:cubicBezTo>
                  <a:lnTo>
                    <a:pt x="13813" y="436"/>
                  </a:lnTo>
                  <a:cubicBezTo>
                    <a:pt x="14203" y="436"/>
                    <a:pt x="14493" y="756"/>
                    <a:pt x="14493" y="1140"/>
                  </a:cubicBezTo>
                  <a:lnTo>
                    <a:pt x="14493" y="2501"/>
                  </a:lnTo>
                  <a:lnTo>
                    <a:pt x="437" y="2501"/>
                  </a:lnTo>
                  <a:lnTo>
                    <a:pt x="437" y="1140"/>
                  </a:lnTo>
                  <a:cubicBezTo>
                    <a:pt x="437" y="756"/>
                    <a:pt x="751" y="436"/>
                    <a:pt x="1141" y="436"/>
                  </a:cubicBezTo>
                  <a:lnTo>
                    <a:pt x="8945" y="436"/>
                  </a:lnTo>
                  <a:cubicBezTo>
                    <a:pt x="9067" y="436"/>
                    <a:pt x="9160" y="343"/>
                    <a:pt x="9160" y="221"/>
                  </a:cubicBezTo>
                  <a:cubicBezTo>
                    <a:pt x="9160" y="99"/>
                    <a:pt x="9067" y="0"/>
                    <a:pt x="89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13;p44">
              <a:extLst>
                <a:ext uri="{FF2B5EF4-FFF2-40B4-BE49-F238E27FC236}">
                  <a16:creationId xmlns:a16="http://schemas.microsoft.com/office/drawing/2014/main" id="{DC91BC08-649F-12CD-BB0D-0E5F153D0ECF}"/>
                </a:ext>
              </a:extLst>
            </p:cNvPr>
            <p:cNvSpPr/>
            <p:nvPr/>
          </p:nvSpPr>
          <p:spPr>
            <a:xfrm>
              <a:off x="3375121" y="1191910"/>
              <a:ext cx="20604" cy="18741"/>
            </a:xfrm>
            <a:custGeom>
              <a:avLst/>
              <a:gdLst/>
              <a:ahLst/>
              <a:cxnLst/>
              <a:rect l="l" t="t" r="r" b="b"/>
              <a:pathLst>
                <a:path w="896" h="815" extrusionOk="0">
                  <a:moveTo>
                    <a:pt x="460" y="1"/>
                  </a:moveTo>
                  <a:cubicBezTo>
                    <a:pt x="356" y="1"/>
                    <a:pt x="253" y="44"/>
                    <a:pt x="169" y="131"/>
                  </a:cubicBezTo>
                  <a:cubicBezTo>
                    <a:pt x="0" y="277"/>
                    <a:pt x="0" y="539"/>
                    <a:pt x="169" y="684"/>
                  </a:cubicBezTo>
                  <a:cubicBezTo>
                    <a:pt x="253" y="771"/>
                    <a:pt x="356" y="815"/>
                    <a:pt x="460" y="815"/>
                  </a:cubicBezTo>
                  <a:cubicBezTo>
                    <a:pt x="563" y="815"/>
                    <a:pt x="666" y="771"/>
                    <a:pt x="750" y="684"/>
                  </a:cubicBezTo>
                  <a:cubicBezTo>
                    <a:pt x="896" y="539"/>
                    <a:pt x="896" y="277"/>
                    <a:pt x="750" y="131"/>
                  </a:cubicBezTo>
                  <a:cubicBezTo>
                    <a:pt x="666" y="44"/>
                    <a:pt x="563" y="1"/>
                    <a:pt x="4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14;p44">
              <a:extLst>
                <a:ext uri="{FF2B5EF4-FFF2-40B4-BE49-F238E27FC236}">
                  <a16:creationId xmlns:a16="http://schemas.microsoft.com/office/drawing/2014/main" id="{4224903D-0E81-97AC-27D0-CF885F733B5A}"/>
                </a:ext>
              </a:extLst>
            </p:cNvPr>
            <p:cNvSpPr/>
            <p:nvPr/>
          </p:nvSpPr>
          <p:spPr>
            <a:xfrm>
              <a:off x="3404140" y="1191910"/>
              <a:ext cx="20604" cy="18741"/>
            </a:xfrm>
            <a:custGeom>
              <a:avLst/>
              <a:gdLst/>
              <a:ahLst/>
              <a:cxnLst/>
              <a:rect l="l" t="t" r="r" b="b"/>
              <a:pathLst>
                <a:path w="896" h="815" extrusionOk="0">
                  <a:moveTo>
                    <a:pt x="445" y="1"/>
                  </a:moveTo>
                  <a:cubicBezTo>
                    <a:pt x="339" y="1"/>
                    <a:pt x="230" y="44"/>
                    <a:pt x="146" y="131"/>
                  </a:cubicBezTo>
                  <a:cubicBezTo>
                    <a:pt x="0" y="277"/>
                    <a:pt x="0" y="539"/>
                    <a:pt x="146" y="684"/>
                  </a:cubicBezTo>
                  <a:cubicBezTo>
                    <a:pt x="230" y="771"/>
                    <a:pt x="339" y="815"/>
                    <a:pt x="445" y="815"/>
                  </a:cubicBezTo>
                  <a:cubicBezTo>
                    <a:pt x="551" y="815"/>
                    <a:pt x="654" y="771"/>
                    <a:pt x="727" y="684"/>
                  </a:cubicBezTo>
                  <a:cubicBezTo>
                    <a:pt x="896" y="539"/>
                    <a:pt x="896" y="277"/>
                    <a:pt x="727" y="131"/>
                  </a:cubicBezTo>
                  <a:cubicBezTo>
                    <a:pt x="654" y="44"/>
                    <a:pt x="551" y="1"/>
                    <a:pt x="4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15;p44">
              <a:extLst>
                <a:ext uri="{FF2B5EF4-FFF2-40B4-BE49-F238E27FC236}">
                  <a16:creationId xmlns:a16="http://schemas.microsoft.com/office/drawing/2014/main" id="{2A88F58E-9138-0447-074E-F9FD3676116F}"/>
                </a:ext>
              </a:extLst>
            </p:cNvPr>
            <p:cNvSpPr/>
            <p:nvPr/>
          </p:nvSpPr>
          <p:spPr>
            <a:xfrm>
              <a:off x="3432493" y="1192185"/>
              <a:ext cx="21132" cy="18718"/>
            </a:xfrm>
            <a:custGeom>
              <a:avLst/>
              <a:gdLst/>
              <a:ahLst/>
              <a:cxnLst/>
              <a:rect l="l" t="t" r="r" b="b"/>
              <a:pathLst>
                <a:path w="919" h="814" extrusionOk="0">
                  <a:moveTo>
                    <a:pt x="448" y="0"/>
                  </a:moveTo>
                  <a:cubicBezTo>
                    <a:pt x="304" y="0"/>
                    <a:pt x="164" y="78"/>
                    <a:pt x="99" y="213"/>
                  </a:cubicBezTo>
                  <a:cubicBezTo>
                    <a:pt x="0" y="410"/>
                    <a:pt x="76" y="649"/>
                    <a:pt x="268" y="771"/>
                  </a:cubicBezTo>
                  <a:cubicBezTo>
                    <a:pt x="324" y="800"/>
                    <a:pt x="384" y="814"/>
                    <a:pt x="445" y="814"/>
                  </a:cubicBezTo>
                  <a:cubicBezTo>
                    <a:pt x="592" y="814"/>
                    <a:pt x="739" y="731"/>
                    <a:pt x="826" y="579"/>
                  </a:cubicBezTo>
                  <a:cubicBezTo>
                    <a:pt x="919" y="381"/>
                    <a:pt x="849" y="143"/>
                    <a:pt x="628" y="44"/>
                  </a:cubicBezTo>
                  <a:cubicBezTo>
                    <a:pt x="571" y="14"/>
                    <a:pt x="509" y="0"/>
                    <a:pt x="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16;p44">
              <a:extLst>
                <a:ext uri="{FF2B5EF4-FFF2-40B4-BE49-F238E27FC236}">
                  <a16:creationId xmlns:a16="http://schemas.microsoft.com/office/drawing/2014/main" id="{B83DF88C-878B-227A-CD71-D1D55D1818DA}"/>
                </a:ext>
              </a:extLst>
            </p:cNvPr>
            <p:cNvSpPr/>
            <p:nvPr/>
          </p:nvSpPr>
          <p:spPr>
            <a:xfrm>
              <a:off x="3372844" y="1252823"/>
              <a:ext cx="76918" cy="10049"/>
            </a:xfrm>
            <a:custGeom>
              <a:avLst/>
              <a:gdLst/>
              <a:ahLst/>
              <a:cxnLst/>
              <a:rect l="l" t="t" r="r" b="b"/>
              <a:pathLst>
                <a:path w="3345" h="437" extrusionOk="0">
                  <a:moveTo>
                    <a:pt x="221" y="1"/>
                  </a:moveTo>
                  <a:cubicBezTo>
                    <a:pt x="99" y="1"/>
                    <a:pt x="0" y="100"/>
                    <a:pt x="0" y="216"/>
                  </a:cubicBezTo>
                  <a:cubicBezTo>
                    <a:pt x="0" y="338"/>
                    <a:pt x="99" y="437"/>
                    <a:pt x="221" y="437"/>
                  </a:cubicBezTo>
                  <a:lnTo>
                    <a:pt x="3129" y="437"/>
                  </a:lnTo>
                  <a:cubicBezTo>
                    <a:pt x="3251" y="437"/>
                    <a:pt x="3344" y="338"/>
                    <a:pt x="3344" y="216"/>
                  </a:cubicBezTo>
                  <a:cubicBezTo>
                    <a:pt x="3344" y="100"/>
                    <a:pt x="3251" y="1"/>
                    <a:pt x="3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17;p44">
              <a:extLst>
                <a:ext uri="{FF2B5EF4-FFF2-40B4-BE49-F238E27FC236}">
                  <a16:creationId xmlns:a16="http://schemas.microsoft.com/office/drawing/2014/main" id="{280A346A-4A97-32D4-D7BD-15C1B517E95D}"/>
                </a:ext>
              </a:extLst>
            </p:cNvPr>
            <p:cNvSpPr/>
            <p:nvPr/>
          </p:nvSpPr>
          <p:spPr>
            <a:xfrm>
              <a:off x="3462042" y="1252823"/>
              <a:ext cx="26237" cy="10049"/>
            </a:xfrm>
            <a:custGeom>
              <a:avLst/>
              <a:gdLst/>
              <a:ahLst/>
              <a:cxnLst/>
              <a:rect l="l" t="t" r="r" b="b"/>
              <a:pathLst>
                <a:path w="1141" h="437" extrusionOk="0">
                  <a:moveTo>
                    <a:pt x="216" y="1"/>
                  </a:moveTo>
                  <a:cubicBezTo>
                    <a:pt x="99" y="1"/>
                    <a:pt x="0" y="100"/>
                    <a:pt x="0" y="216"/>
                  </a:cubicBezTo>
                  <a:cubicBezTo>
                    <a:pt x="0" y="338"/>
                    <a:pt x="99" y="437"/>
                    <a:pt x="216" y="437"/>
                  </a:cubicBezTo>
                  <a:lnTo>
                    <a:pt x="919" y="437"/>
                  </a:lnTo>
                  <a:cubicBezTo>
                    <a:pt x="1041" y="437"/>
                    <a:pt x="1140" y="338"/>
                    <a:pt x="1140" y="216"/>
                  </a:cubicBezTo>
                  <a:cubicBezTo>
                    <a:pt x="1140" y="100"/>
                    <a:pt x="1041" y="1"/>
                    <a:pt x="9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18;p44">
              <a:extLst>
                <a:ext uri="{FF2B5EF4-FFF2-40B4-BE49-F238E27FC236}">
                  <a16:creationId xmlns:a16="http://schemas.microsoft.com/office/drawing/2014/main" id="{B4410B72-B43E-20BD-866E-60C261273DD1}"/>
                </a:ext>
              </a:extLst>
            </p:cNvPr>
            <p:cNvSpPr/>
            <p:nvPr/>
          </p:nvSpPr>
          <p:spPr>
            <a:xfrm>
              <a:off x="3501616" y="1252823"/>
              <a:ext cx="47899" cy="10049"/>
            </a:xfrm>
            <a:custGeom>
              <a:avLst/>
              <a:gdLst/>
              <a:ahLst/>
              <a:cxnLst/>
              <a:rect l="l" t="t" r="r" b="b"/>
              <a:pathLst>
                <a:path w="2083" h="437" extrusionOk="0">
                  <a:moveTo>
                    <a:pt x="216" y="1"/>
                  </a:moveTo>
                  <a:cubicBezTo>
                    <a:pt x="94" y="1"/>
                    <a:pt x="1" y="100"/>
                    <a:pt x="1" y="216"/>
                  </a:cubicBezTo>
                  <a:cubicBezTo>
                    <a:pt x="1" y="338"/>
                    <a:pt x="94" y="437"/>
                    <a:pt x="216" y="437"/>
                  </a:cubicBezTo>
                  <a:lnTo>
                    <a:pt x="1868" y="437"/>
                  </a:lnTo>
                  <a:cubicBezTo>
                    <a:pt x="1984" y="437"/>
                    <a:pt x="2083" y="338"/>
                    <a:pt x="2083" y="216"/>
                  </a:cubicBezTo>
                  <a:cubicBezTo>
                    <a:pt x="2083" y="100"/>
                    <a:pt x="1984" y="1"/>
                    <a:pt x="18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19;p44">
              <a:extLst>
                <a:ext uri="{FF2B5EF4-FFF2-40B4-BE49-F238E27FC236}">
                  <a16:creationId xmlns:a16="http://schemas.microsoft.com/office/drawing/2014/main" id="{FF549FC5-6D40-38D2-7EF7-DBD20E09C783}"/>
                </a:ext>
              </a:extLst>
            </p:cNvPr>
            <p:cNvSpPr/>
            <p:nvPr/>
          </p:nvSpPr>
          <p:spPr>
            <a:xfrm>
              <a:off x="3372844" y="1277290"/>
              <a:ext cx="40126" cy="10072"/>
            </a:xfrm>
            <a:custGeom>
              <a:avLst/>
              <a:gdLst/>
              <a:ahLst/>
              <a:cxnLst/>
              <a:rect l="l" t="t" r="r" b="b"/>
              <a:pathLst>
                <a:path w="1745" h="438" extrusionOk="0">
                  <a:moveTo>
                    <a:pt x="221" y="1"/>
                  </a:moveTo>
                  <a:cubicBezTo>
                    <a:pt x="99" y="1"/>
                    <a:pt x="0" y="100"/>
                    <a:pt x="0" y="222"/>
                  </a:cubicBezTo>
                  <a:cubicBezTo>
                    <a:pt x="0" y="344"/>
                    <a:pt x="99" y="437"/>
                    <a:pt x="221" y="437"/>
                  </a:cubicBezTo>
                  <a:lnTo>
                    <a:pt x="1530" y="437"/>
                  </a:lnTo>
                  <a:cubicBezTo>
                    <a:pt x="1652" y="437"/>
                    <a:pt x="1745" y="344"/>
                    <a:pt x="1745" y="222"/>
                  </a:cubicBezTo>
                  <a:cubicBezTo>
                    <a:pt x="1745" y="100"/>
                    <a:pt x="1652" y="1"/>
                    <a:pt x="15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20;p44">
              <a:extLst>
                <a:ext uri="{FF2B5EF4-FFF2-40B4-BE49-F238E27FC236}">
                  <a16:creationId xmlns:a16="http://schemas.microsoft.com/office/drawing/2014/main" id="{6F59C5E5-FB31-A12E-7E2C-896961B602F8}"/>
                </a:ext>
              </a:extLst>
            </p:cNvPr>
            <p:cNvSpPr/>
            <p:nvPr/>
          </p:nvSpPr>
          <p:spPr>
            <a:xfrm>
              <a:off x="3424721" y="1277290"/>
              <a:ext cx="42288" cy="10072"/>
            </a:xfrm>
            <a:custGeom>
              <a:avLst/>
              <a:gdLst/>
              <a:ahLst/>
              <a:cxnLst/>
              <a:rect l="l" t="t" r="r" b="b"/>
              <a:pathLst>
                <a:path w="1839" h="438" extrusionOk="0">
                  <a:moveTo>
                    <a:pt x="216" y="1"/>
                  </a:moveTo>
                  <a:cubicBezTo>
                    <a:pt x="94" y="1"/>
                    <a:pt x="1" y="100"/>
                    <a:pt x="1" y="222"/>
                  </a:cubicBezTo>
                  <a:cubicBezTo>
                    <a:pt x="1" y="344"/>
                    <a:pt x="94" y="437"/>
                    <a:pt x="216" y="437"/>
                  </a:cubicBezTo>
                  <a:lnTo>
                    <a:pt x="1600" y="437"/>
                  </a:lnTo>
                  <a:cubicBezTo>
                    <a:pt x="1722" y="437"/>
                    <a:pt x="1839" y="344"/>
                    <a:pt x="1839" y="222"/>
                  </a:cubicBezTo>
                  <a:cubicBezTo>
                    <a:pt x="1839" y="100"/>
                    <a:pt x="1722" y="1"/>
                    <a:pt x="16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21;p44">
              <a:extLst>
                <a:ext uri="{FF2B5EF4-FFF2-40B4-BE49-F238E27FC236}">
                  <a16:creationId xmlns:a16="http://schemas.microsoft.com/office/drawing/2014/main" id="{13F296C0-0FB7-61C4-E9AB-FF68DBDDB222}"/>
                </a:ext>
              </a:extLst>
            </p:cNvPr>
            <p:cNvSpPr/>
            <p:nvPr/>
          </p:nvSpPr>
          <p:spPr>
            <a:xfrm>
              <a:off x="3579592" y="1277290"/>
              <a:ext cx="57396" cy="10072"/>
            </a:xfrm>
            <a:custGeom>
              <a:avLst/>
              <a:gdLst/>
              <a:ahLst/>
              <a:cxnLst/>
              <a:rect l="l" t="t" r="r" b="b"/>
              <a:pathLst>
                <a:path w="2496" h="438" extrusionOk="0">
                  <a:moveTo>
                    <a:pt x="221" y="1"/>
                  </a:moveTo>
                  <a:cubicBezTo>
                    <a:pt x="99" y="1"/>
                    <a:pt x="0" y="100"/>
                    <a:pt x="0" y="222"/>
                  </a:cubicBezTo>
                  <a:cubicBezTo>
                    <a:pt x="0" y="344"/>
                    <a:pt x="99" y="437"/>
                    <a:pt x="221" y="437"/>
                  </a:cubicBezTo>
                  <a:lnTo>
                    <a:pt x="2280" y="437"/>
                  </a:lnTo>
                  <a:cubicBezTo>
                    <a:pt x="2402" y="437"/>
                    <a:pt x="2495" y="344"/>
                    <a:pt x="2495" y="222"/>
                  </a:cubicBezTo>
                  <a:cubicBezTo>
                    <a:pt x="2495" y="100"/>
                    <a:pt x="2402" y="1"/>
                    <a:pt x="2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22;p44">
              <a:extLst>
                <a:ext uri="{FF2B5EF4-FFF2-40B4-BE49-F238E27FC236}">
                  <a16:creationId xmlns:a16="http://schemas.microsoft.com/office/drawing/2014/main" id="{AE87C0FF-E28F-6F8C-1BFA-DA2907BE1431}"/>
                </a:ext>
              </a:extLst>
            </p:cNvPr>
            <p:cNvSpPr/>
            <p:nvPr/>
          </p:nvSpPr>
          <p:spPr>
            <a:xfrm>
              <a:off x="3479817" y="1277290"/>
              <a:ext cx="86415" cy="10072"/>
            </a:xfrm>
            <a:custGeom>
              <a:avLst/>
              <a:gdLst/>
              <a:ahLst/>
              <a:cxnLst/>
              <a:rect l="l" t="t" r="r" b="b"/>
              <a:pathLst>
                <a:path w="3758" h="438" extrusionOk="0">
                  <a:moveTo>
                    <a:pt x="222" y="1"/>
                  </a:moveTo>
                  <a:cubicBezTo>
                    <a:pt x="100" y="1"/>
                    <a:pt x="1" y="100"/>
                    <a:pt x="1" y="222"/>
                  </a:cubicBezTo>
                  <a:cubicBezTo>
                    <a:pt x="1" y="344"/>
                    <a:pt x="100" y="437"/>
                    <a:pt x="222" y="437"/>
                  </a:cubicBezTo>
                  <a:lnTo>
                    <a:pt x="3543" y="437"/>
                  </a:lnTo>
                  <a:cubicBezTo>
                    <a:pt x="3659" y="437"/>
                    <a:pt x="3758" y="344"/>
                    <a:pt x="3758" y="222"/>
                  </a:cubicBezTo>
                  <a:cubicBezTo>
                    <a:pt x="3758" y="100"/>
                    <a:pt x="3659" y="1"/>
                    <a:pt x="35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23;p44">
              <a:extLst>
                <a:ext uri="{FF2B5EF4-FFF2-40B4-BE49-F238E27FC236}">
                  <a16:creationId xmlns:a16="http://schemas.microsoft.com/office/drawing/2014/main" id="{2708D2B2-FFE1-9783-2A66-991356DE8AF5}"/>
                </a:ext>
              </a:extLst>
            </p:cNvPr>
            <p:cNvSpPr/>
            <p:nvPr/>
          </p:nvSpPr>
          <p:spPr>
            <a:xfrm>
              <a:off x="3372844" y="1353128"/>
              <a:ext cx="21270" cy="10049"/>
            </a:xfrm>
            <a:custGeom>
              <a:avLst/>
              <a:gdLst/>
              <a:ahLst/>
              <a:cxnLst/>
              <a:rect l="l" t="t" r="r" b="b"/>
              <a:pathLst>
                <a:path w="925" h="437" extrusionOk="0">
                  <a:moveTo>
                    <a:pt x="221" y="0"/>
                  </a:moveTo>
                  <a:cubicBezTo>
                    <a:pt x="99" y="0"/>
                    <a:pt x="0" y="99"/>
                    <a:pt x="0" y="216"/>
                  </a:cubicBezTo>
                  <a:cubicBezTo>
                    <a:pt x="0" y="338"/>
                    <a:pt x="99" y="437"/>
                    <a:pt x="221" y="437"/>
                  </a:cubicBezTo>
                  <a:lnTo>
                    <a:pt x="704" y="437"/>
                  </a:lnTo>
                  <a:cubicBezTo>
                    <a:pt x="826" y="437"/>
                    <a:pt x="925" y="338"/>
                    <a:pt x="925" y="216"/>
                  </a:cubicBezTo>
                  <a:cubicBezTo>
                    <a:pt x="925" y="99"/>
                    <a:pt x="826" y="0"/>
                    <a:pt x="7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324;p44">
              <a:extLst>
                <a:ext uri="{FF2B5EF4-FFF2-40B4-BE49-F238E27FC236}">
                  <a16:creationId xmlns:a16="http://schemas.microsoft.com/office/drawing/2014/main" id="{52A96503-0BAC-DCE9-0CF5-796902CA2905}"/>
                </a:ext>
              </a:extLst>
            </p:cNvPr>
            <p:cNvSpPr/>
            <p:nvPr/>
          </p:nvSpPr>
          <p:spPr>
            <a:xfrm>
              <a:off x="3406279" y="1353128"/>
              <a:ext cx="82000" cy="10049"/>
            </a:xfrm>
            <a:custGeom>
              <a:avLst/>
              <a:gdLst/>
              <a:ahLst/>
              <a:cxnLst/>
              <a:rect l="l" t="t" r="r" b="b"/>
              <a:pathLst>
                <a:path w="3566" h="437" extrusionOk="0">
                  <a:moveTo>
                    <a:pt x="221" y="0"/>
                  </a:moveTo>
                  <a:cubicBezTo>
                    <a:pt x="99" y="0"/>
                    <a:pt x="0" y="99"/>
                    <a:pt x="0" y="216"/>
                  </a:cubicBezTo>
                  <a:cubicBezTo>
                    <a:pt x="0" y="338"/>
                    <a:pt x="99" y="437"/>
                    <a:pt x="221" y="437"/>
                  </a:cubicBezTo>
                  <a:lnTo>
                    <a:pt x="3344" y="437"/>
                  </a:lnTo>
                  <a:cubicBezTo>
                    <a:pt x="3466" y="437"/>
                    <a:pt x="3565" y="338"/>
                    <a:pt x="3565" y="216"/>
                  </a:cubicBezTo>
                  <a:cubicBezTo>
                    <a:pt x="3565" y="99"/>
                    <a:pt x="3466" y="0"/>
                    <a:pt x="3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25;p44">
              <a:extLst>
                <a:ext uri="{FF2B5EF4-FFF2-40B4-BE49-F238E27FC236}">
                  <a16:creationId xmlns:a16="http://schemas.microsoft.com/office/drawing/2014/main" id="{C516D9C9-57F3-CA9C-E75E-0D618020DEBB}"/>
                </a:ext>
              </a:extLst>
            </p:cNvPr>
            <p:cNvSpPr/>
            <p:nvPr/>
          </p:nvSpPr>
          <p:spPr>
            <a:xfrm>
              <a:off x="3501616" y="1353128"/>
              <a:ext cx="47899" cy="10049"/>
            </a:xfrm>
            <a:custGeom>
              <a:avLst/>
              <a:gdLst/>
              <a:ahLst/>
              <a:cxnLst/>
              <a:rect l="l" t="t" r="r" b="b"/>
              <a:pathLst>
                <a:path w="2083" h="437" extrusionOk="0">
                  <a:moveTo>
                    <a:pt x="216" y="0"/>
                  </a:moveTo>
                  <a:cubicBezTo>
                    <a:pt x="94" y="0"/>
                    <a:pt x="1" y="99"/>
                    <a:pt x="1" y="216"/>
                  </a:cubicBezTo>
                  <a:cubicBezTo>
                    <a:pt x="1" y="338"/>
                    <a:pt x="94" y="437"/>
                    <a:pt x="216" y="437"/>
                  </a:cubicBezTo>
                  <a:lnTo>
                    <a:pt x="1868" y="437"/>
                  </a:lnTo>
                  <a:cubicBezTo>
                    <a:pt x="1984" y="437"/>
                    <a:pt x="2083" y="338"/>
                    <a:pt x="2083" y="216"/>
                  </a:cubicBezTo>
                  <a:cubicBezTo>
                    <a:pt x="2083" y="99"/>
                    <a:pt x="1984" y="0"/>
                    <a:pt x="18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26;p44">
              <a:extLst>
                <a:ext uri="{FF2B5EF4-FFF2-40B4-BE49-F238E27FC236}">
                  <a16:creationId xmlns:a16="http://schemas.microsoft.com/office/drawing/2014/main" id="{0F5E8242-5565-282B-387A-0CA5C233FA63}"/>
                </a:ext>
              </a:extLst>
            </p:cNvPr>
            <p:cNvSpPr/>
            <p:nvPr/>
          </p:nvSpPr>
          <p:spPr>
            <a:xfrm>
              <a:off x="3372844" y="1378123"/>
              <a:ext cx="40126" cy="10072"/>
            </a:xfrm>
            <a:custGeom>
              <a:avLst/>
              <a:gdLst/>
              <a:ahLst/>
              <a:cxnLst/>
              <a:rect l="l" t="t" r="r" b="b"/>
              <a:pathLst>
                <a:path w="1745" h="438" extrusionOk="0">
                  <a:moveTo>
                    <a:pt x="221" y="1"/>
                  </a:moveTo>
                  <a:cubicBezTo>
                    <a:pt x="99" y="1"/>
                    <a:pt x="0" y="100"/>
                    <a:pt x="0" y="222"/>
                  </a:cubicBezTo>
                  <a:cubicBezTo>
                    <a:pt x="0" y="344"/>
                    <a:pt x="99" y="437"/>
                    <a:pt x="221" y="437"/>
                  </a:cubicBezTo>
                  <a:lnTo>
                    <a:pt x="1530" y="437"/>
                  </a:lnTo>
                  <a:cubicBezTo>
                    <a:pt x="1652" y="437"/>
                    <a:pt x="1745" y="344"/>
                    <a:pt x="1745" y="222"/>
                  </a:cubicBezTo>
                  <a:cubicBezTo>
                    <a:pt x="1745" y="100"/>
                    <a:pt x="1652" y="1"/>
                    <a:pt x="15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27;p44">
              <a:extLst>
                <a:ext uri="{FF2B5EF4-FFF2-40B4-BE49-F238E27FC236}">
                  <a16:creationId xmlns:a16="http://schemas.microsoft.com/office/drawing/2014/main" id="{3B20BDDE-B39D-D46B-FE79-A2FB524C07EC}"/>
                </a:ext>
              </a:extLst>
            </p:cNvPr>
            <p:cNvSpPr/>
            <p:nvPr/>
          </p:nvSpPr>
          <p:spPr>
            <a:xfrm>
              <a:off x="3424721" y="1378123"/>
              <a:ext cx="42288" cy="10072"/>
            </a:xfrm>
            <a:custGeom>
              <a:avLst/>
              <a:gdLst/>
              <a:ahLst/>
              <a:cxnLst/>
              <a:rect l="l" t="t" r="r" b="b"/>
              <a:pathLst>
                <a:path w="1839" h="438" extrusionOk="0">
                  <a:moveTo>
                    <a:pt x="216" y="1"/>
                  </a:moveTo>
                  <a:cubicBezTo>
                    <a:pt x="94" y="1"/>
                    <a:pt x="1" y="100"/>
                    <a:pt x="1" y="222"/>
                  </a:cubicBezTo>
                  <a:cubicBezTo>
                    <a:pt x="1" y="344"/>
                    <a:pt x="94" y="437"/>
                    <a:pt x="216" y="437"/>
                  </a:cubicBezTo>
                  <a:lnTo>
                    <a:pt x="1600" y="437"/>
                  </a:lnTo>
                  <a:cubicBezTo>
                    <a:pt x="1722" y="437"/>
                    <a:pt x="1839" y="344"/>
                    <a:pt x="1839" y="222"/>
                  </a:cubicBezTo>
                  <a:cubicBezTo>
                    <a:pt x="1839" y="100"/>
                    <a:pt x="1722" y="1"/>
                    <a:pt x="16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28;p44">
              <a:extLst>
                <a:ext uri="{FF2B5EF4-FFF2-40B4-BE49-F238E27FC236}">
                  <a16:creationId xmlns:a16="http://schemas.microsoft.com/office/drawing/2014/main" id="{FC9E376D-1B3E-31D7-3221-CC8A143F791E}"/>
                </a:ext>
              </a:extLst>
            </p:cNvPr>
            <p:cNvSpPr/>
            <p:nvPr/>
          </p:nvSpPr>
          <p:spPr>
            <a:xfrm>
              <a:off x="3579592" y="1378123"/>
              <a:ext cx="28514" cy="10072"/>
            </a:xfrm>
            <a:custGeom>
              <a:avLst/>
              <a:gdLst/>
              <a:ahLst/>
              <a:cxnLst/>
              <a:rect l="l" t="t" r="r" b="b"/>
              <a:pathLst>
                <a:path w="1240" h="438" extrusionOk="0">
                  <a:moveTo>
                    <a:pt x="221" y="1"/>
                  </a:moveTo>
                  <a:cubicBezTo>
                    <a:pt x="99" y="1"/>
                    <a:pt x="0" y="100"/>
                    <a:pt x="0" y="222"/>
                  </a:cubicBezTo>
                  <a:cubicBezTo>
                    <a:pt x="0" y="344"/>
                    <a:pt x="99" y="437"/>
                    <a:pt x="221" y="437"/>
                  </a:cubicBezTo>
                  <a:lnTo>
                    <a:pt x="1018" y="437"/>
                  </a:lnTo>
                  <a:cubicBezTo>
                    <a:pt x="1140" y="437"/>
                    <a:pt x="1239" y="344"/>
                    <a:pt x="1239" y="222"/>
                  </a:cubicBezTo>
                  <a:cubicBezTo>
                    <a:pt x="1239" y="100"/>
                    <a:pt x="1140" y="1"/>
                    <a:pt x="1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29;p44">
              <a:extLst>
                <a:ext uri="{FF2B5EF4-FFF2-40B4-BE49-F238E27FC236}">
                  <a16:creationId xmlns:a16="http://schemas.microsoft.com/office/drawing/2014/main" id="{BD538B65-9D9C-8693-10D6-E8FF0E8554B3}"/>
                </a:ext>
              </a:extLst>
            </p:cNvPr>
            <p:cNvSpPr/>
            <p:nvPr/>
          </p:nvSpPr>
          <p:spPr>
            <a:xfrm>
              <a:off x="3479817" y="1378123"/>
              <a:ext cx="86415" cy="10072"/>
            </a:xfrm>
            <a:custGeom>
              <a:avLst/>
              <a:gdLst/>
              <a:ahLst/>
              <a:cxnLst/>
              <a:rect l="l" t="t" r="r" b="b"/>
              <a:pathLst>
                <a:path w="3758" h="438" extrusionOk="0">
                  <a:moveTo>
                    <a:pt x="222" y="1"/>
                  </a:moveTo>
                  <a:cubicBezTo>
                    <a:pt x="100" y="1"/>
                    <a:pt x="1" y="100"/>
                    <a:pt x="1" y="222"/>
                  </a:cubicBezTo>
                  <a:cubicBezTo>
                    <a:pt x="1" y="344"/>
                    <a:pt x="100" y="437"/>
                    <a:pt x="222" y="437"/>
                  </a:cubicBezTo>
                  <a:lnTo>
                    <a:pt x="3543" y="437"/>
                  </a:lnTo>
                  <a:cubicBezTo>
                    <a:pt x="3659" y="437"/>
                    <a:pt x="3758" y="344"/>
                    <a:pt x="3758" y="222"/>
                  </a:cubicBezTo>
                  <a:cubicBezTo>
                    <a:pt x="3758" y="100"/>
                    <a:pt x="3659" y="1"/>
                    <a:pt x="35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30;p44">
              <a:extLst>
                <a:ext uri="{FF2B5EF4-FFF2-40B4-BE49-F238E27FC236}">
                  <a16:creationId xmlns:a16="http://schemas.microsoft.com/office/drawing/2014/main" id="{3C8BF4F0-EB7A-48B5-EB7E-D31A15105656}"/>
                </a:ext>
              </a:extLst>
            </p:cNvPr>
            <p:cNvSpPr/>
            <p:nvPr/>
          </p:nvSpPr>
          <p:spPr>
            <a:xfrm>
              <a:off x="3409084" y="1303504"/>
              <a:ext cx="77447" cy="10049"/>
            </a:xfrm>
            <a:custGeom>
              <a:avLst/>
              <a:gdLst/>
              <a:ahLst/>
              <a:cxnLst/>
              <a:rect l="l" t="t" r="r" b="b"/>
              <a:pathLst>
                <a:path w="3368" h="437" extrusionOk="0">
                  <a:moveTo>
                    <a:pt x="221" y="1"/>
                  </a:moveTo>
                  <a:cubicBezTo>
                    <a:pt x="99" y="1"/>
                    <a:pt x="0" y="100"/>
                    <a:pt x="0" y="222"/>
                  </a:cubicBezTo>
                  <a:cubicBezTo>
                    <a:pt x="0" y="338"/>
                    <a:pt x="99" y="437"/>
                    <a:pt x="221" y="437"/>
                  </a:cubicBezTo>
                  <a:lnTo>
                    <a:pt x="3129" y="437"/>
                  </a:lnTo>
                  <a:cubicBezTo>
                    <a:pt x="3245" y="437"/>
                    <a:pt x="3368" y="338"/>
                    <a:pt x="3368" y="222"/>
                  </a:cubicBezTo>
                  <a:cubicBezTo>
                    <a:pt x="3368" y="100"/>
                    <a:pt x="3245" y="1"/>
                    <a:pt x="3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31;p44">
              <a:extLst>
                <a:ext uri="{FF2B5EF4-FFF2-40B4-BE49-F238E27FC236}">
                  <a16:creationId xmlns:a16="http://schemas.microsoft.com/office/drawing/2014/main" id="{33D01346-CBA7-C9C8-F909-A7BBBD724023}"/>
                </a:ext>
              </a:extLst>
            </p:cNvPr>
            <p:cNvSpPr/>
            <p:nvPr/>
          </p:nvSpPr>
          <p:spPr>
            <a:xfrm>
              <a:off x="3498811" y="1303504"/>
              <a:ext cx="24490" cy="10049"/>
            </a:xfrm>
            <a:custGeom>
              <a:avLst/>
              <a:gdLst/>
              <a:ahLst/>
              <a:cxnLst/>
              <a:rect l="l" t="t" r="r" b="b"/>
              <a:pathLst>
                <a:path w="1065" h="437" extrusionOk="0">
                  <a:moveTo>
                    <a:pt x="216" y="1"/>
                  </a:moveTo>
                  <a:cubicBezTo>
                    <a:pt x="100" y="1"/>
                    <a:pt x="1" y="100"/>
                    <a:pt x="1" y="222"/>
                  </a:cubicBezTo>
                  <a:cubicBezTo>
                    <a:pt x="1" y="338"/>
                    <a:pt x="100" y="437"/>
                    <a:pt x="216" y="437"/>
                  </a:cubicBezTo>
                  <a:lnTo>
                    <a:pt x="850" y="437"/>
                  </a:lnTo>
                  <a:cubicBezTo>
                    <a:pt x="972" y="437"/>
                    <a:pt x="1065" y="338"/>
                    <a:pt x="1065" y="222"/>
                  </a:cubicBezTo>
                  <a:cubicBezTo>
                    <a:pt x="1065" y="100"/>
                    <a:pt x="972" y="1"/>
                    <a:pt x="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32;p44">
              <a:extLst>
                <a:ext uri="{FF2B5EF4-FFF2-40B4-BE49-F238E27FC236}">
                  <a16:creationId xmlns:a16="http://schemas.microsoft.com/office/drawing/2014/main" id="{7164DBAC-9205-6DBF-FA49-6A2EE0641D95}"/>
                </a:ext>
              </a:extLst>
            </p:cNvPr>
            <p:cNvSpPr/>
            <p:nvPr/>
          </p:nvSpPr>
          <p:spPr>
            <a:xfrm>
              <a:off x="3535580" y="1303504"/>
              <a:ext cx="50175" cy="10049"/>
            </a:xfrm>
            <a:custGeom>
              <a:avLst/>
              <a:gdLst/>
              <a:ahLst/>
              <a:cxnLst/>
              <a:rect l="l" t="t" r="r" b="b"/>
              <a:pathLst>
                <a:path w="2182" h="437" extrusionOk="0">
                  <a:moveTo>
                    <a:pt x="216" y="1"/>
                  </a:moveTo>
                  <a:cubicBezTo>
                    <a:pt x="100" y="1"/>
                    <a:pt x="1" y="100"/>
                    <a:pt x="1" y="222"/>
                  </a:cubicBezTo>
                  <a:cubicBezTo>
                    <a:pt x="1" y="338"/>
                    <a:pt x="100" y="437"/>
                    <a:pt x="216" y="437"/>
                  </a:cubicBezTo>
                  <a:lnTo>
                    <a:pt x="1961" y="437"/>
                  </a:lnTo>
                  <a:cubicBezTo>
                    <a:pt x="2083" y="437"/>
                    <a:pt x="2182" y="338"/>
                    <a:pt x="2182" y="222"/>
                  </a:cubicBezTo>
                  <a:cubicBezTo>
                    <a:pt x="2182" y="100"/>
                    <a:pt x="2083" y="1"/>
                    <a:pt x="19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33;p44">
              <a:extLst>
                <a:ext uri="{FF2B5EF4-FFF2-40B4-BE49-F238E27FC236}">
                  <a16:creationId xmlns:a16="http://schemas.microsoft.com/office/drawing/2014/main" id="{33101EA5-67FC-98C8-6CC5-823CBD5A7DA0}"/>
                </a:ext>
              </a:extLst>
            </p:cNvPr>
            <p:cNvSpPr/>
            <p:nvPr/>
          </p:nvSpPr>
          <p:spPr>
            <a:xfrm>
              <a:off x="3409084" y="1327994"/>
              <a:ext cx="40149" cy="10049"/>
            </a:xfrm>
            <a:custGeom>
              <a:avLst/>
              <a:gdLst/>
              <a:ahLst/>
              <a:cxnLst/>
              <a:rect l="l" t="t" r="r" b="b"/>
              <a:pathLst>
                <a:path w="1746" h="437" extrusionOk="0">
                  <a:moveTo>
                    <a:pt x="221" y="0"/>
                  </a:moveTo>
                  <a:cubicBezTo>
                    <a:pt x="99" y="0"/>
                    <a:pt x="0" y="99"/>
                    <a:pt x="0" y="221"/>
                  </a:cubicBezTo>
                  <a:cubicBezTo>
                    <a:pt x="0" y="343"/>
                    <a:pt x="99" y="436"/>
                    <a:pt x="221" y="436"/>
                  </a:cubicBezTo>
                  <a:lnTo>
                    <a:pt x="1530" y="436"/>
                  </a:lnTo>
                  <a:cubicBezTo>
                    <a:pt x="1646" y="436"/>
                    <a:pt x="1745" y="343"/>
                    <a:pt x="1745" y="221"/>
                  </a:cubicBezTo>
                  <a:cubicBezTo>
                    <a:pt x="1745" y="99"/>
                    <a:pt x="1646" y="0"/>
                    <a:pt x="1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34;p44">
              <a:extLst>
                <a:ext uri="{FF2B5EF4-FFF2-40B4-BE49-F238E27FC236}">
                  <a16:creationId xmlns:a16="http://schemas.microsoft.com/office/drawing/2014/main" id="{626FD2C3-FBA9-C838-D2C4-A63AE755BBE4}"/>
                </a:ext>
              </a:extLst>
            </p:cNvPr>
            <p:cNvSpPr/>
            <p:nvPr/>
          </p:nvSpPr>
          <p:spPr>
            <a:xfrm>
              <a:off x="3461513" y="1327994"/>
              <a:ext cx="66869" cy="10049"/>
            </a:xfrm>
            <a:custGeom>
              <a:avLst/>
              <a:gdLst/>
              <a:ahLst/>
              <a:cxnLst/>
              <a:rect l="l" t="t" r="r" b="b"/>
              <a:pathLst>
                <a:path w="2908" h="437" extrusionOk="0">
                  <a:moveTo>
                    <a:pt x="215" y="0"/>
                  </a:moveTo>
                  <a:cubicBezTo>
                    <a:pt x="93" y="0"/>
                    <a:pt x="0" y="99"/>
                    <a:pt x="0" y="221"/>
                  </a:cubicBezTo>
                  <a:cubicBezTo>
                    <a:pt x="0" y="343"/>
                    <a:pt x="93" y="436"/>
                    <a:pt x="215" y="436"/>
                  </a:cubicBezTo>
                  <a:lnTo>
                    <a:pt x="2687" y="436"/>
                  </a:lnTo>
                  <a:cubicBezTo>
                    <a:pt x="2809" y="436"/>
                    <a:pt x="2908" y="343"/>
                    <a:pt x="2908" y="221"/>
                  </a:cubicBezTo>
                  <a:cubicBezTo>
                    <a:pt x="2908" y="99"/>
                    <a:pt x="2809" y="0"/>
                    <a:pt x="2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35;p44">
              <a:extLst>
                <a:ext uri="{FF2B5EF4-FFF2-40B4-BE49-F238E27FC236}">
                  <a16:creationId xmlns:a16="http://schemas.microsoft.com/office/drawing/2014/main" id="{BC3647F4-97F4-72F2-BFC1-8A402CC21CC8}"/>
                </a:ext>
              </a:extLst>
            </p:cNvPr>
            <p:cNvSpPr/>
            <p:nvPr/>
          </p:nvSpPr>
          <p:spPr>
            <a:xfrm>
              <a:off x="3539995" y="1327994"/>
              <a:ext cx="63558" cy="10049"/>
            </a:xfrm>
            <a:custGeom>
              <a:avLst/>
              <a:gdLst/>
              <a:ahLst/>
              <a:cxnLst/>
              <a:rect l="l" t="t" r="r" b="b"/>
              <a:pathLst>
                <a:path w="2764" h="437" extrusionOk="0">
                  <a:moveTo>
                    <a:pt x="222" y="0"/>
                  </a:moveTo>
                  <a:cubicBezTo>
                    <a:pt x="100" y="0"/>
                    <a:pt x="1" y="99"/>
                    <a:pt x="1" y="221"/>
                  </a:cubicBezTo>
                  <a:cubicBezTo>
                    <a:pt x="1" y="343"/>
                    <a:pt x="100" y="436"/>
                    <a:pt x="222" y="436"/>
                  </a:cubicBezTo>
                  <a:lnTo>
                    <a:pt x="2548" y="436"/>
                  </a:lnTo>
                  <a:cubicBezTo>
                    <a:pt x="2670" y="436"/>
                    <a:pt x="2763" y="343"/>
                    <a:pt x="2763" y="221"/>
                  </a:cubicBezTo>
                  <a:cubicBezTo>
                    <a:pt x="2763" y="99"/>
                    <a:pt x="2670" y="0"/>
                    <a:pt x="25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副標題 2">
            <a:extLst>
              <a:ext uri="{FF2B5EF4-FFF2-40B4-BE49-F238E27FC236}">
                <a16:creationId xmlns:a16="http://schemas.microsoft.com/office/drawing/2014/main" id="{7AC2852D-DE1A-BB8F-E1C8-E8294B4626AD}"/>
              </a:ext>
            </a:extLst>
          </p:cNvPr>
          <p:cNvSpPr txBox="1">
            <a:spLocks/>
          </p:cNvSpPr>
          <p:nvPr/>
        </p:nvSpPr>
        <p:spPr>
          <a:xfrm>
            <a:off x="2410691" y="1584626"/>
            <a:ext cx="4068294" cy="86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zh-TW" altLang="en-US" sz="3600">
                <a:latin typeface="微軟正黑體" panose="020B0604030504040204" pitchFamily="34" charset="-120"/>
                <a:ea typeface="微軟正黑體" panose="020B0604030504040204" pitchFamily="34" charset="-120"/>
              </a:rPr>
              <a:t>創新學習平台</a:t>
            </a:r>
          </a:p>
        </p:txBody>
      </p:sp>
    </p:spTree>
    <p:extLst>
      <p:ext uri="{BB962C8B-B14F-4D97-AF65-F5344CB8AC3E}">
        <p14:creationId xmlns:p14="http://schemas.microsoft.com/office/powerpoint/2010/main" val="2790307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>
          <a:extLst>
            <a:ext uri="{FF2B5EF4-FFF2-40B4-BE49-F238E27FC236}">
              <a16:creationId xmlns:a16="http://schemas.microsoft.com/office/drawing/2014/main" id="{5F298EF2-5B71-C5D9-C139-D458660AE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7" name="Google Shape;677;p39">
            <a:extLst>
              <a:ext uri="{FF2B5EF4-FFF2-40B4-BE49-F238E27FC236}">
                <a16:creationId xmlns:a16="http://schemas.microsoft.com/office/drawing/2014/main" id="{84F397FD-0481-3F6D-D68D-D00C9C7B30CC}"/>
              </a:ext>
            </a:extLst>
          </p:cNvPr>
          <p:cNvGrpSpPr/>
          <p:nvPr/>
        </p:nvGrpSpPr>
        <p:grpSpPr>
          <a:xfrm flipH="1">
            <a:off x="6126500" y="838493"/>
            <a:ext cx="2697874" cy="3765515"/>
            <a:chOff x="-5808398" y="445034"/>
            <a:chExt cx="2883268" cy="4024276"/>
          </a:xfrm>
        </p:grpSpPr>
        <p:sp>
          <p:nvSpPr>
            <p:cNvPr id="678" name="Google Shape;678;p39">
              <a:extLst>
                <a:ext uri="{FF2B5EF4-FFF2-40B4-BE49-F238E27FC236}">
                  <a16:creationId xmlns:a16="http://schemas.microsoft.com/office/drawing/2014/main" id="{D8CD19D4-2E7E-62C7-6E6E-DB0CCB9B9D8E}"/>
                </a:ext>
              </a:extLst>
            </p:cNvPr>
            <p:cNvSpPr/>
            <p:nvPr/>
          </p:nvSpPr>
          <p:spPr>
            <a:xfrm rot="2744938">
              <a:off x="-3819530" y="1542726"/>
              <a:ext cx="754654" cy="708578"/>
            </a:xfrm>
            <a:custGeom>
              <a:avLst/>
              <a:gdLst/>
              <a:ahLst/>
              <a:cxnLst/>
              <a:rect l="l" t="t" r="r" b="b"/>
              <a:pathLst>
                <a:path w="13414" h="12595" extrusionOk="0">
                  <a:moveTo>
                    <a:pt x="6393" y="1"/>
                  </a:moveTo>
                  <a:cubicBezTo>
                    <a:pt x="6010" y="1"/>
                    <a:pt x="5626" y="38"/>
                    <a:pt x="5242" y="124"/>
                  </a:cubicBezTo>
                  <a:cubicBezTo>
                    <a:pt x="2766" y="598"/>
                    <a:pt x="354" y="2515"/>
                    <a:pt x="177" y="5048"/>
                  </a:cubicBezTo>
                  <a:cubicBezTo>
                    <a:pt x="0" y="7821"/>
                    <a:pt x="3063" y="10064"/>
                    <a:pt x="5129" y="11330"/>
                  </a:cubicBezTo>
                  <a:cubicBezTo>
                    <a:pt x="6309" y="12076"/>
                    <a:pt x="7558" y="12595"/>
                    <a:pt x="8729" y="12595"/>
                  </a:cubicBezTo>
                  <a:cubicBezTo>
                    <a:pt x="9868" y="12595"/>
                    <a:pt x="10932" y="12105"/>
                    <a:pt x="11786" y="10856"/>
                  </a:cubicBezTo>
                  <a:cubicBezTo>
                    <a:pt x="13144" y="8854"/>
                    <a:pt x="13413" y="6137"/>
                    <a:pt x="12409" y="3959"/>
                  </a:cubicBezTo>
                  <a:cubicBezTo>
                    <a:pt x="11404" y="1751"/>
                    <a:pt x="9169" y="160"/>
                    <a:pt x="6749" y="11"/>
                  </a:cubicBezTo>
                  <a:cubicBezTo>
                    <a:pt x="6631" y="4"/>
                    <a:pt x="6512" y="1"/>
                    <a:pt x="63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9">
              <a:extLst>
                <a:ext uri="{FF2B5EF4-FFF2-40B4-BE49-F238E27FC236}">
                  <a16:creationId xmlns:a16="http://schemas.microsoft.com/office/drawing/2014/main" id="{DC940AC8-28A3-BD68-A764-3C97649D3175}"/>
                </a:ext>
              </a:extLst>
            </p:cNvPr>
            <p:cNvSpPr/>
            <p:nvPr/>
          </p:nvSpPr>
          <p:spPr>
            <a:xfrm rot="6300017">
              <a:off x="-5588098" y="1340012"/>
              <a:ext cx="2259327" cy="2189777"/>
            </a:xfrm>
            <a:custGeom>
              <a:avLst/>
              <a:gdLst/>
              <a:ahLst/>
              <a:cxnLst/>
              <a:rect l="l" t="t" r="r" b="b"/>
              <a:pathLst>
                <a:path w="34694" h="33626" extrusionOk="0">
                  <a:moveTo>
                    <a:pt x="26961" y="0"/>
                  </a:moveTo>
                  <a:cubicBezTo>
                    <a:pt x="26141" y="0"/>
                    <a:pt x="25322" y="151"/>
                    <a:pt x="24556" y="464"/>
                  </a:cubicBezTo>
                  <a:cubicBezTo>
                    <a:pt x="21698" y="1610"/>
                    <a:pt x="20134" y="4617"/>
                    <a:pt x="17835" y="6683"/>
                  </a:cubicBezTo>
                  <a:cubicBezTo>
                    <a:pt x="14743" y="9484"/>
                    <a:pt x="10676" y="9541"/>
                    <a:pt x="7223" y="11514"/>
                  </a:cubicBezTo>
                  <a:cubicBezTo>
                    <a:pt x="4217" y="13226"/>
                    <a:pt x="1712" y="16000"/>
                    <a:pt x="680" y="19332"/>
                  </a:cubicBezTo>
                  <a:cubicBezTo>
                    <a:pt x="121" y="21065"/>
                    <a:pt x="0" y="23223"/>
                    <a:pt x="382" y="25281"/>
                  </a:cubicBezTo>
                  <a:cubicBezTo>
                    <a:pt x="800" y="27432"/>
                    <a:pt x="1769" y="29441"/>
                    <a:pt x="3361" y="30679"/>
                  </a:cubicBezTo>
                  <a:cubicBezTo>
                    <a:pt x="6075" y="32748"/>
                    <a:pt x="9754" y="33625"/>
                    <a:pt x="13212" y="33625"/>
                  </a:cubicBezTo>
                  <a:cubicBezTo>
                    <a:pt x="14035" y="33625"/>
                    <a:pt x="14846" y="33576"/>
                    <a:pt x="15628" y="33480"/>
                  </a:cubicBezTo>
                  <a:cubicBezTo>
                    <a:pt x="16066" y="33417"/>
                    <a:pt x="16512" y="33360"/>
                    <a:pt x="16922" y="33268"/>
                  </a:cubicBezTo>
                  <a:cubicBezTo>
                    <a:pt x="19455" y="32801"/>
                    <a:pt x="21931" y="31768"/>
                    <a:pt x="23763" y="29971"/>
                  </a:cubicBezTo>
                  <a:cubicBezTo>
                    <a:pt x="25765" y="27998"/>
                    <a:pt x="26798" y="25840"/>
                    <a:pt x="27767" y="23251"/>
                  </a:cubicBezTo>
                  <a:cubicBezTo>
                    <a:pt x="28892" y="20273"/>
                    <a:pt x="30774" y="17676"/>
                    <a:pt x="32217" y="14846"/>
                  </a:cubicBezTo>
                  <a:cubicBezTo>
                    <a:pt x="33667" y="12045"/>
                    <a:pt x="34693" y="8805"/>
                    <a:pt x="33929" y="5742"/>
                  </a:cubicBezTo>
                  <a:cubicBezTo>
                    <a:pt x="33427" y="3768"/>
                    <a:pt x="32160" y="1964"/>
                    <a:pt x="30420" y="938"/>
                  </a:cubicBezTo>
                  <a:cubicBezTo>
                    <a:pt x="29369" y="324"/>
                    <a:pt x="28163" y="0"/>
                    <a:pt x="26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80" name="Google Shape;680;p39">
              <a:extLst>
                <a:ext uri="{FF2B5EF4-FFF2-40B4-BE49-F238E27FC236}">
                  <a16:creationId xmlns:a16="http://schemas.microsoft.com/office/drawing/2014/main" id="{3B86404D-8245-512A-D9BA-B8C0830CAA71}"/>
                </a:ext>
              </a:extLst>
            </p:cNvPr>
            <p:cNvGrpSpPr/>
            <p:nvPr/>
          </p:nvGrpSpPr>
          <p:grpSpPr>
            <a:xfrm>
              <a:off x="-5163380" y="1291096"/>
              <a:ext cx="1547505" cy="3178214"/>
              <a:chOff x="-2207555" y="876296"/>
              <a:chExt cx="1547505" cy="3178214"/>
            </a:xfrm>
          </p:grpSpPr>
          <p:grpSp>
            <p:nvGrpSpPr>
              <p:cNvPr id="681" name="Google Shape;681;p39">
                <a:extLst>
                  <a:ext uri="{FF2B5EF4-FFF2-40B4-BE49-F238E27FC236}">
                    <a16:creationId xmlns:a16="http://schemas.microsoft.com/office/drawing/2014/main" id="{66D317A9-7D37-7000-2265-DF6E93EA2327}"/>
                  </a:ext>
                </a:extLst>
              </p:cNvPr>
              <p:cNvGrpSpPr/>
              <p:nvPr/>
            </p:nvGrpSpPr>
            <p:grpSpPr>
              <a:xfrm>
                <a:off x="-2207555" y="876296"/>
                <a:ext cx="1547505" cy="3178214"/>
                <a:chOff x="-6810083" y="-1297691"/>
                <a:chExt cx="5037450" cy="10345749"/>
              </a:xfrm>
            </p:grpSpPr>
            <p:sp>
              <p:nvSpPr>
                <p:cNvPr id="682" name="Google Shape;682;p39">
                  <a:extLst>
                    <a:ext uri="{FF2B5EF4-FFF2-40B4-BE49-F238E27FC236}">
                      <a16:creationId xmlns:a16="http://schemas.microsoft.com/office/drawing/2014/main" id="{DBDDF2D0-1A34-2C29-AE24-95140D74B605}"/>
                    </a:ext>
                  </a:extLst>
                </p:cNvPr>
                <p:cNvSpPr/>
                <p:nvPr/>
              </p:nvSpPr>
              <p:spPr>
                <a:xfrm>
                  <a:off x="-5891066" y="-605503"/>
                  <a:ext cx="3025992" cy="1331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7" h="2841" extrusionOk="0">
                      <a:moveTo>
                        <a:pt x="3104" y="1"/>
                      </a:moveTo>
                      <a:cubicBezTo>
                        <a:pt x="2964" y="175"/>
                        <a:pt x="2740" y="226"/>
                        <a:pt x="2506" y="226"/>
                      </a:cubicBezTo>
                      <a:cubicBezTo>
                        <a:pt x="2448" y="226"/>
                        <a:pt x="2390" y="223"/>
                        <a:pt x="2332" y="218"/>
                      </a:cubicBezTo>
                      <a:cubicBezTo>
                        <a:pt x="2068" y="175"/>
                        <a:pt x="1804" y="64"/>
                        <a:pt x="1518" y="64"/>
                      </a:cubicBezTo>
                      <a:cubicBezTo>
                        <a:pt x="1495" y="63"/>
                        <a:pt x="1472" y="63"/>
                        <a:pt x="1449" y="63"/>
                      </a:cubicBezTo>
                      <a:cubicBezTo>
                        <a:pt x="1098" y="63"/>
                        <a:pt x="756" y="213"/>
                        <a:pt x="508" y="461"/>
                      </a:cubicBezTo>
                      <a:cubicBezTo>
                        <a:pt x="22" y="947"/>
                        <a:pt x="1" y="1804"/>
                        <a:pt x="440" y="2311"/>
                      </a:cubicBezTo>
                      <a:cubicBezTo>
                        <a:pt x="709" y="2606"/>
                        <a:pt x="1111" y="2760"/>
                        <a:pt x="1503" y="2760"/>
                      </a:cubicBezTo>
                      <a:cubicBezTo>
                        <a:pt x="1788" y="2760"/>
                        <a:pt x="2068" y="2679"/>
                        <a:pt x="2290" y="2512"/>
                      </a:cubicBezTo>
                      <a:lnTo>
                        <a:pt x="5372" y="2840"/>
                      </a:lnTo>
                      <a:cubicBezTo>
                        <a:pt x="5880" y="2819"/>
                        <a:pt x="6345" y="2380"/>
                        <a:pt x="6409" y="1851"/>
                      </a:cubicBezTo>
                      <a:cubicBezTo>
                        <a:pt x="6456" y="1344"/>
                        <a:pt x="6060" y="815"/>
                        <a:pt x="5552" y="704"/>
                      </a:cubicBezTo>
                      <a:cubicBezTo>
                        <a:pt x="5351" y="662"/>
                        <a:pt x="5156" y="683"/>
                        <a:pt x="4955" y="593"/>
                      </a:cubicBezTo>
                      <a:cubicBezTo>
                        <a:pt x="4759" y="530"/>
                        <a:pt x="4558" y="350"/>
                        <a:pt x="4648" y="175"/>
                      </a:cubicBezTo>
                      <a:cubicBezTo>
                        <a:pt x="4119" y="86"/>
                        <a:pt x="3633" y="64"/>
                        <a:pt x="310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3" name="Google Shape;683;p39">
                  <a:extLst>
                    <a:ext uri="{FF2B5EF4-FFF2-40B4-BE49-F238E27FC236}">
                      <a16:creationId xmlns:a16="http://schemas.microsoft.com/office/drawing/2014/main" id="{F8237933-7A84-BCED-8ABF-CA5D6F5CBFD3}"/>
                    </a:ext>
                  </a:extLst>
                </p:cNvPr>
                <p:cNvSpPr/>
                <p:nvPr/>
              </p:nvSpPr>
              <p:spPr>
                <a:xfrm>
                  <a:off x="-4661805" y="-429293"/>
                  <a:ext cx="805588" cy="1217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2597" extrusionOk="0">
                      <a:moveTo>
                        <a:pt x="571" y="0"/>
                      </a:moveTo>
                      <a:lnTo>
                        <a:pt x="0" y="1803"/>
                      </a:lnTo>
                      <a:lnTo>
                        <a:pt x="85" y="2464"/>
                      </a:lnTo>
                      <a:lnTo>
                        <a:pt x="1718" y="2596"/>
                      </a:lnTo>
                      <a:lnTo>
                        <a:pt x="1718" y="2596"/>
                      </a:lnTo>
                      <a:lnTo>
                        <a:pt x="1586" y="2068"/>
                      </a:lnTo>
                      <a:lnTo>
                        <a:pt x="1607" y="878"/>
                      </a:lnTo>
                      <a:lnTo>
                        <a:pt x="571" y="0"/>
                      </a:lnTo>
                      <a:close/>
                    </a:path>
                  </a:pathLst>
                </a:custGeom>
                <a:solidFill>
                  <a:srgbClr val="A3484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4" name="Google Shape;684;p39">
                  <a:extLst>
                    <a:ext uri="{FF2B5EF4-FFF2-40B4-BE49-F238E27FC236}">
                      <a16:creationId xmlns:a16="http://schemas.microsoft.com/office/drawing/2014/main" id="{105A506E-1B68-C134-F9EB-6EBCDF4643A8}"/>
                    </a:ext>
                  </a:extLst>
                </p:cNvPr>
                <p:cNvSpPr/>
                <p:nvPr/>
              </p:nvSpPr>
              <p:spPr>
                <a:xfrm>
                  <a:off x="-4218476" y="-119525"/>
                  <a:ext cx="359900" cy="46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" h="989" extrusionOk="0">
                      <a:moveTo>
                        <a:pt x="349" y="0"/>
                      </a:moveTo>
                      <a:cubicBezTo>
                        <a:pt x="244" y="43"/>
                        <a:pt x="133" y="85"/>
                        <a:pt x="0" y="132"/>
                      </a:cubicBezTo>
                      <a:cubicBezTo>
                        <a:pt x="85" y="481"/>
                        <a:pt x="328" y="814"/>
                        <a:pt x="640" y="989"/>
                      </a:cubicBezTo>
                      <a:lnTo>
                        <a:pt x="661" y="265"/>
                      </a:lnTo>
                      <a:lnTo>
                        <a:pt x="34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5" name="Google Shape;685;p39">
                  <a:extLst>
                    <a:ext uri="{FF2B5EF4-FFF2-40B4-BE49-F238E27FC236}">
                      <a16:creationId xmlns:a16="http://schemas.microsoft.com/office/drawing/2014/main" id="{DE8C8F30-66D7-A516-54C6-377B61389C71}"/>
                    </a:ext>
                  </a:extLst>
                </p:cNvPr>
                <p:cNvSpPr/>
                <p:nvPr/>
              </p:nvSpPr>
              <p:spPr>
                <a:xfrm>
                  <a:off x="-5777185" y="415673"/>
                  <a:ext cx="2961320" cy="743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9" h="1587" extrusionOk="0">
                      <a:moveTo>
                        <a:pt x="2380" y="0"/>
                      </a:moveTo>
                      <a:cubicBezTo>
                        <a:pt x="2380" y="0"/>
                        <a:pt x="1455" y="90"/>
                        <a:pt x="1058" y="265"/>
                      </a:cubicBezTo>
                      <a:cubicBezTo>
                        <a:pt x="746" y="397"/>
                        <a:pt x="1" y="1586"/>
                        <a:pt x="1" y="1586"/>
                      </a:cubicBezTo>
                      <a:lnTo>
                        <a:pt x="6319" y="1586"/>
                      </a:lnTo>
                      <a:cubicBezTo>
                        <a:pt x="6319" y="1586"/>
                        <a:pt x="5595" y="619"/>
                        <a:pt x="5351" y="465"/>
                      </a:cubicBezTo>
                      <a:cubicBezTo>
                        <a:pt x="5087" y="312"/>
                        <a:pt x="3966" y="265"/>
                        <a:pt x="3966" y="265"/>
                      </a:cubicBezTo>
                      <a:cubicBezTo>
                        <a:pt x="3827" y="438"/>
                        <a:pt x="3651" y="503"/>
                        <a:pt x="3468" y="503"/>
                      </a:cubicBezTo>
                      <a:cubicBezTo>
                        <a:pt x="2954" y="503"/>
                        <a:pt x="2380" y="0"/>
                        <a:pt x="238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6" name="Google Shape;686;p39">
                  <a:extLst>
                    <a:ext uri="{FF2B5EF4-FFF2-40B4-BE49-F238E27FC236}">
                      <a16:creationId xmlns:a16="http://schemas.microsoft.com/office/drawing/2014/main" id="{48AFE08D-70BD-751E-0EA9-FDDA89D59C48}"/>
                    </a:ext>
                  </a:extLst>
                </p:cNvPr>
                <p:cNvSpPr/>
                <p:nvPr/>
              </p:nvSpPr>
              <p:spPr>
                <a:xfrm>
                  <a:off x="-4446227" y="-1297691"/>
                  <a:ext cx="1095206" cy="14494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7" h="3093" extrusionOk="0">
                      <a:moveTo>
                        <a:pt x="1228" y="0"/>
                      </a:moveTo>
                      <a:cubicBezTo>
                        <a:pt x="842" y="0"/>
                        <a:pt x="583" y="151"/>
                        <a:pt x="397" y="352"/>
                      </a:cubicBezTo>
                      <a:cubicBezTo>
                        <a:pt x="174" y="595"/>
                        <a:pt x="69" y="928"/>
                        <a:pt x="21" y="1124"/>
                      </a:cubicBezTo>
                      <a:lnTo>
                        <a:pt x="21" y="1166"/>
                      </a:lnTo>
                      <a:lnTo>
                        <a:pt x="21" y="1192"/>
                      </a:lnTo>
                      <a:lnTo>
                        <a:pt x="0" y="1192"/>
                      </a:lnTo>
                      <a:lnTo>
                        <a:pt x="0" y="1214"/>
                      </a:lnTo>
                      <a:lnTo>
                        <a:pt x="0" y="1256"/>
                      </a:lnTo>
                      <a:lnTo>
                        <a:pt x="0" y="1298"/>
                      </a:lnTo>
                      <a:lnTo>
                        <a:pt x="21" y="1367"/>
                      </a:lnTo>
                      <a:lnTo>
                        <a:pt x="418" y="2710"/>
                      </a:lnTo>
                      <a:cubicBezTo>
                        <a:pt x="418" y="2710"/>
                        <a:pt x="742" y="3093"/>
                        <a:pt x="1197" y="3093"/>
                      </a:cubicBezTo>
                      <a:cubicBezTo>
                        <a:pt x="1369" y="3093"/>
                        <a:pt x="1561" y="3037"/>
                        <a:pt x="1761" y="2884"/>
                      </a:cubicBezTo>
                      <a:cubicBezTo>
                        <a:pt x="2157" y="2578"/>
                        <a:pt x="2337" y="1721"/>
                        <a:pt x="2205" y="992"/>
                      </a:cubicBezTo>
                      <a:cubicBezTo>
                        <a:pt x="2184" y="970"/>
                        <a:pt x="2184" y="949"/>
                        <a:pt x="2184" y="928"/>
                      </a:cubicBezTo>
                      <a:lnTo>
                        <a:pt x="2184" y="902"/>
                      </a:lnTo>
                      <a:cubicBezTo>
                        <a:pt x="2157" y="881"/>
                        <a:pt x="2157" y="859"/>
                        <a:pt x="2157" y="838"/>
                      </a:cubicBezTo>
                      <a:lnTo>
                        <a:pt x="2157" y="817"/>
                      </a:lnTo>
                      <a:cubicBezTo>
                        <a:pt x="2136" y="796"/>
                        <a:pt x="2136" y="796"/>
                        <a:pt x="2136" y="770"/>
                      </a:cubicBezTo>
                      <a:cubicBezTo>
                        <a:pt x="2136" y="748"/>
                        <a:pt x="2115" y="727"/>
                        <a:pt x="2115" y="706"/>
                      </a:cubicBezTo>
                      <a:cubicBezTo>
                        <a:pt x="2025" y="463"/>
                        <a:pt x="1919" y="267"/>
                        <a:pt x="1739" y="156"/>
                      </a:cubicBezTo>
                      <a:cubicBezTo>
                        <a:pt x="1697" y="109"/>
                        <a:pt x="1655" y="88"/>
                        <a:pt x="1607" y="66"/>
                      </a:cubicBezTo>
                      <a:cubicBezTo>
                        <a:pt x="1586" y="66"/>
                        <a:pt x="1565" y="66"/>
                        <a:pt x="1544" y="45"/>
                      </a:cubicBezTo>
                      <a:cubicBezTo>
                        <a:pt x="1523" y="45"/>
                        <a:pt x="1496" y="45"/>
                        <a:pt x="1496" y="24"/>
                      </a:cubicBezTo>
                      <a:cubicBezTo>
                        <a:pt x="1433" y="24"/>
                        <a:pt x="1390" y="24"/>
                        <a:pt x="1343" y="3"/>
                      </a:cubicBezTo>
                      <a:lnTo>
                        <a:pt x="1322" y="3"/>
                      </a:lnTo>
                      <a:cubicBezTo>
                        <a:pt x="1290" y="1"/>
                        <a:pt x="1258" y="0"/>
                        <a:pt x="1228" y="0"/>
                      </a:cubicBezTo>
                      <a:close/>
                    </a:path>
                  </a:pathLst>
                </a:custGeom>
                <a:solidFill>
                  <a:srgbClr val="A3484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7" name="Google Shape;687;p39">
                  <a:extLst>
                    <a:ext uri="{FF2B5EF4-FFF2-40B4-BE49-F238E27FC236}">
                      <a16:creationId xmlns:a16="http://schemas.microsoft.com/office/drawing/2014/main" id="{18992EDC-9522-3B34-DDA2-D2FD6A7D4DA2}"/>
                    </a:ext>
                  </a:extLst>
                </p:cNvPr>
                <p:cNvSpPr/>
                <p:nvPr/>
              </p:nvSpPr>
              <p:spPr>
                <a:xfrm>
                  <a:off x="-4622438" y="-781245"/>
                  <a:ext cx="332733" cy="4283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" h="914" extrusionOk="0">
                      <a:moveTo>
                        <a:pt x="487" y="1"/>
                      </a:moveTo>
                      <a:cubicBezTo>
                        <a:pt x="397" y="1"/>
                        <a:pt x="313" y="22"/>
                        <a:pt x="223" y="90"/>
                      </a:cubicBezTo>
                      <a:cubicBezTo>
                        <a:pt x="69" y="223"/>
                        <a:pt x="1" y="461"/>
                        <a:pt x="91" y="661"/>
                      </a:cubicBezTo>
                      <a:cubicBezTo>
                        <a:pt x="167" y="811"/>
                        <a:pt x="353" y="914"/>
                        <a:pt x="531" y="914"/>
                      </a:cubicBezTo>
                      <a:cubicBezTo>
                        <a:pt x="561" y="914"/>
                        <a:pt x="590" y="911"/>
                        <a:pt x="619" y="905"/>
                      </a:cubicBezTo>
                      <a:lnTo>
                        <a:pt x="709" y="154"/>
                      </a:lnTo>
                      <a:cubicBezTo>
                        <a:pt x="662" y="64"/>
                        <a:pt x="577" y="22"/>
                        <a:pt x="487" y="1"/>
                      </a:cubicBezTo>
                      <a:close/>
                    </a:path>
                  </a:pathLst>
                </a:custGeom>
                <a:solidFill>
                  <a:srgbClr val="A3484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8" name="Google Shape;688;p39">
                  <a:extLst>
                    <a:ext uri="{FF2B5EF4-FFF2-40B4-BE49-F238E27FC236}">
                      <a16:creationId xmlns:a16="http://schemas.microsoft.com/office/drawing/2014/main" id="{001C554E-D43D-E946-43C3-B320B762BD14}"/>
                    </a:ext>
                  </a:extLst>
                </p:cNvPr>
                <p:cNvSpPr/>
                <p:nvPr/>
              </p:nvSpPr>
              <p:spPr>
                <a:xfrm>
                  <a:off x="-4436385" y="-1297691"/>
                  <a:ext cx="1001478" cy="565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7" h="1207" extrusionOk="0">
                      <a:moveTo>
                        <a:pt x="1207" y="0"/>
                      </a:moveTo>
                      <a:cubicBezTo>
                        <a:pt x="821" y="0"/>
                        <a:pt x="562" y="151"/>
                        <a:pt x="376" y="352"/>
                      </a:cubicBezTo>
                      <a:cubicBezTo>
                        <a:pt x="153" y="595"/>
                        <a:pt x="48" y="928"/>
                        <a:pt x="0" y="1124"/>
                      </a:cubicBezTo>
                      <a:cubicBezTo>
                        <a:pt x="92" y="1178"/>
                        <a:pt x="201" y="1207"/>
                        <a:pt x="311" y="1207"/>
                      </a:cubicBezTo>
                      <a:cubicBezTo>
                        <a:pt x="385" y="1207"/>
                        <a:pt x="459" y="1194"/>
                        <a:pt x="529" y="1166"/>
                      </a:cubicBezTo>
                      <a:cubicBezTo>
                        <a:pt x="751" y="1103"/>
                        <a:pt x="904" y="949"/>
                        <a:pt x="1058" y="770"/>
                      </a:cubicBezTo>
                      <a:cubicBezTo>
                        <a:pt x="1211" y="595"/>
                        <a:pt x="1343" y="373"/>
                        <a:pt x="1433" y="156"/>
                      </a:cubicBezTo>
                      <a:cubicBezTo>
                        <a:pt x="1454" y="241"/>
                        <a:pt x="1502" y="331"/>
                        <a:pt x="1544" y="421"/>
                      </a:cubicBezTo>
                      <a:cubicBezTo>
                        <a:pt x="1655" y="616"/>
                        <a:pt x="1851" y="796"/>
                        <a:pt x="2073" y="817"/>
                      </a:cubicBezTo>
                      <a:lnTo>
                        <a:pt x="2136" y="817"/>
                      </a:lnTo>
                      <a:cubicBezTo>
                        <a:pt x="2115" y="796"/>
                        <a:pt x="2115" y="796"/>
                        <a:pt x="2115" y="770"/>
                      </a:cubicBezTo>
                      <a:cubicBezTo>
                        <a:pt x="2115" y="748"/>
                        <a:pt x="2094" y="727"/>
                        <a:pt x="2094" y="706"/>
                      </a:cubicBezTo>
                      <a:cubicBezTo>
                        <a:pt x="2004" y="463"/>
                        <a:pt x="1898" y="267"/>
                        <a:pt x="1718" y="156"/>
                      </a:cubicBezTo>
                      <a:cubicBezTo>
                        <a:pt x="1676" y="109"/>
                        <a:pt x="1634" y="88"/>
                        <a:pt x="1586" y="66"/>
                      </a:cubicBezTo>
                      <a:cubicBezTo>
                        <a:pt x="1565" y="66"/>
                        <a:pt x="1544" y="66"/>
                        <a:pt x="1523" y="45"/>
                      </a:cubicBezTo>
                      <a:cubicBezTo>
                        <a:pt x="1502" y="45"/>
                        <a:pt x="1475" y="45"/>
                        <a:pt x="1475" y="24"/>
                      </a:cubicBezTo>
                      <a:cubicBezTo>
                        <a:pt x="1412" y="24"/>
                        <a:pt x="1369" y="24"/>
                        <a:pt x="1322" y="3"/>
                      </a:cubicBezTo>
                      <a:lnTo>
                        <a:pt x="1301" y="3"/>
                      </a:lnTo>
                      <a:cubicBezTo>
                        <a:pt x="1269" y="1"/>
                        <a:pt x="1237" y="0"/>
                        <a:pt x="120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9" name="Google Shape;689;p39">
                  <a:extLst>
                    <a:ext uri="{FF2B5EF4-FFF2-40B4-BE49-F238E27FC236}">
                      <a16:creationId xmlns:a16="http://schemas.microsoft.com/office/drawing/2014/main" id="{41C1B294-FA50-F94C-C954-BB09CDD55D34}"/>
                    </a:ext>
                  </a:extLst>
                </p:cNvPr>
                <p:cNvSpPr/>
                <p:nvPr/>
              </p:nvSpPr>
              <p:spPr>
                <a:xfrm>
                  <a:off x="-3608755" y="8096285"/>
                  <a:ext cx="1836122" cy="9517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8" h="2031" extrusionOk="0">
                      <a:moveTo>
                        <a:pt x="0" y="1"/>
                      </a:moveTo>
                      <a:lnTo>
                        <a:pt x="217" y="2031"/>
                      </a:lnTo>
                      <a:lnTo>
                        <a:pt x="3918" y="2031"/>
                      </a:lnTo>
                      <a:cubicBezTo>
                        <a:pt x="3918" y="1740"/>
                        <a:pt x="3764" y="1502"/>
                        <a:pt x="3542" y="1370"/>
                      </a:cubicBezTo>
                      <a:cubicBezTo>
                        <a:pt x="3347" y="1212"/>
                        <a:pt x="3082" y="1169"/>
                        <a:pt x="2860" y="1106"/>
                      </a:cubicBezTo>
                      <a:cubicBezTo>
                        <a:pt x="2617" y="1058"/>
                        <a:pt x="2379" y="974"/>
                        <a:pt x="2178" y="815"/>
                      </a:cubicBezTo>
                      <a:cubicBezTo>
                        <a:pt x="1956" y="619"/>
                        <a:pt x="1850" y="334"/>
                        <a:pt x="1824" y="22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0" name="Google Shape;690;p39">
                  <a:extLst>
                    <a:ext uri="{FF2B5EF4-FFF2-40B4-BE49-F238E27FC236}">
                      <a16:creationId xmlns:a16="http://schemas.microsoft.com/office/drawing/2014/main" id="{13ED95B4-8DAF-1C73-7637-265DFEC446C2}"/>
                    </a:ext>
                  </a:extLst>
                </p:cNvPr>
                <p:cNvSpPr/>
                <p:nvPr/>
              </p:nvSpPr>
              <p:spPr>
                <a:xfrm>
                  <a:off x="-6128670" y="8096285"/>
                  <a:ext cx="1900794" cy="9517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6" h="2031" extrusionOk="0">
                      <a:moveTo>
                        <a:pt x="460" y="1"/>
                      </a:moveTo>
                      <a:lnTo>
                        <a:pt x="0" y="2031"/>
                      </a:lnTo>
                      <a:lnTo>
                        <a:pt x="4029" y="2031"/>
                      </a:lnTo>
                      <a:cubicBezTo>
                        <a:pt x="4055" y="1740"/>
                        <a:pt x="3876" y="1502"/>
                        <a:pt x="3680" y="1370"/>
                      </a:cubicBezTo>
                      <a:cubicBezTo>
                        <a:pt x="3458" y="1212"/>
                        <a:pt x="3215" y="1169"/>
                        <a:pt x="2971" y="1106"/>
                      </a:cubicBezTo>
                      <a:cubicBezTo>
                        <a:pt x="2734" y="1058"/>
                        <a:pt x="2490" y="974"/>
                        <a:pt x="2311" y="815"/>
                      </a:cubicBezTo>
                      <a:cubicBezTo>
                        <a:pt x="2094" y="619"/>
                        <a:pt x="1962" y="334"/>
                        <a:pt x="1962" y="22"/>
                      </a:cubicBezTo>
                      <a:lnTo>
                        <a:pt x="46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1" name="Google Shape;691;p39">
                  <a:extLst>
                    <a:ext uri="{FF2B5EF4-FFF2-40B4-BE49-F238E27FC236}">
                      <a16:creationId xmlns:a16="http://schemas.microsoft.com/office/drawing/2014/main" id="{9EFDEFD9-7AFB-7B7C-32D8-F512043658D7}"/>
                    </a:ext>
                  </a:extLst>
                </p:cNvPr>
                <p:cNvSpPr/>
                <p:nvPr/>
              </p:nvSpPr>
              <p:spPr>
                <a:xfrm>
                  <a:off x="-6170848" y="2377887"/>
                  <a:ext cx="3778624" cy="58127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63" h="12404" extrusionOk="0">
                      <a:moveTo>
                        <a:pt x="2776" y="0"/>
                      </a:moveTo>
                      <a:cubicBezTo>
                        <a:pt x="682" y="2929"/>
                        <a:pt x="0" y="12404"/>
                        <a:pt x="0" y="12404"/>
                      </a:cubicBezTo>
                      <a:lnTo>
                        <a:pt x="2998" y="12404"/>
                      </a:lnTo>
                      <a:lnTo>
                        <a:pt x="3590" y="8460"/>
                      </a:lnTo>
                      <a:lnTo>
                        <a:pt x="3791" y="6985"/>
                      </a:lnTo>
                      <a:lnTo>
                        <a:pt x="4098" y="8814"/>
                      </a:lnTo>
                      <a:lnTo>
                        <a:pt x="4716" y="12404"/>
                      </a:lnTo>
                      <a:lnTo>
                        <a:pt x="8063" y="12404"/>
                      </a:lnTo>
                      <a:lnTo>
                        <a:pt x="581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2" name="Google Shape;692;p39">
                  <a:extLst>
                    <a:ext uri="{FF2B5EF4-FFF2-40B4-BE49-F238E27FC236}">
                      <a16:creationId xmlns:a16="http://schemas.microsoft.com/office/drawing/2014/main" id="{4EAE22D6-303A-2A14-0A96-FA2871C1D01C}"/>
                    </a:ext>
                  </a:extLst>
                </p:cNvPr>
                <p:cNvSpPr/>
                <p:nvPr/>
              </p:nvSpPr>
              <p:spPr>
                <a:xfrm>
                  <a:off x="-5851231" y="2563939"/>
                  <a:ext cx="1065682" cy="56365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4" h="12028" extrusionOk="0">
                      <a:moveTo>
                        <a:pt x="2163" y="0"/>
                      </a:moveTo>
                      <a:cubicBezTo>
                        <a:pt x="1655" y="1475"/>
                        <a:pt x="952" y="4055"/>
                        <a:pt x="423" y="7952"/>
                      </a:cubicBezTo>
                      <a:cubicBezTo>
                        <a:pt x="111" y="10288"/>
                        <a:pt x="0" y="11986"/>
                        <a:pt x="0" y="12007"/>
                      </a:cubicBezTo>
                      <a:lnTo>
                        <a:pt x="111" y="12028"/>
                      </a:lnTo>
                      <a:cubicBezTo>
                        <a:pt x="111" y="12007"/>
                        <a:pt x="222" y="10288"/>
                        <a:pt x="529" y="7973"/>
                      </a:cubicBezTo>
                      <a:cubicBezTo>
                        <a:pt x="1058" y="4076"/>
                        <a:pt x="1766" y="1496"/>
                        <a:pt x="2274" y="42"/>
                      </a:cubicBezTo>
                      <a:lnTo>
                        <a:pt x="216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3" name="Google Shape;693;p39">
                  <a:extLst>
                    <a:ext uri="{FF2B5EF4-FFF2-40B4-BE49-F238E27FC236}">
                      <a16:creationId xmlns:a16="http://schemas.microsoft.com/office/drawing/2014/main" id="{10E6BCC9-BE27-E5B4-29CB-DBA6C705849F}"/>
                    </a:ext>
                  </a:extLst>
                </p:cNvPr>
                <p:cNvSpPr/>
                <p:nvPr/>
              </p:nvSpPr>
              <p:spPr>
                <a:xfrm>
                  <a:off x="-6810083" y="1139260"/>
                  <a:ext cx="5027543" cy="3530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28" h="7534" extrusionOk="0">
                      <a:moveTo>
                        <a:pt x="0" y="0"/>
                      </a:moveTo>
                      <a:lnTo>
                        <a:pt x="0" y="7534"/>
                      </a:lnTo>
                      <a:lnTo>
                        <a:pt x="10728" y="7534"/>
                      </a:lnTo>
                      <a:lnTo>
                        <a:pt x="1072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4" name="Google Shape;694;p39">
                  <a:extLst>
                    <a:ext uri="{FF2B5EF4-FFF2-40B4-BE49-F238E27FC236}">
                      <a16:creationId xmlns:a16="http://schemas.microsoft.com/office/drawing/2014/main" id="{5FC66D21-3277-1FCB-7F83-979A22289BC5}"/>
                    </a:ext>
                  </a:extLst>
                </p:cNvPr>
                <p:cNvSpPr/>
                <p:nvPr/>
              </p:nvSpPr>
              <p:spPr>
                <a:xfrm>
                  <a:off x="-6170848" y="999604"/>
                  <a:ext cx="528154" cy="459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7" h="981" extrusionOk="0">
                      <a:moveTo>
                        <a:pt x="635" y="1"/>
                      </a:moveTo>
                      <a:cubicBezTo>
                        <a:pt x="360" y="1"/>
                        <a:pt x="31" y="102"/>
                        <a:pt x="0" y="229"/>
                      </a:cubicBezTo>
                      <a:cubicBezTo>
                        <a:pt x="0" y="388"/>
                        <a:pt x="418" y="938"/>
                        <a:pt x="508" y="938"/>
                      </a:cubicBezTo>
                      <a:cubicBezTo>
                        <a:pt x="619" y="938"/>
                        <a:pt x="619" y="848"/>
                        <a:pt x="619" y="848"/>
                      </a:cubicBezTo>
                      <a:cubicBezTo>
                        <a:pt x="619" y="848"/>
                        <a:pt x="682" y="980"/>
                        <a:pt x="751" y="980"/>
                      </a:cubicBezTo>
                      <a:cubicBezTo>
                        <a:pt x="841" y="980"/>
                        <a:pt x="862" y="917"/>
                        <a:pt x="862" y="917"/>
                      </a:cubicBezTo>
                      <a:cubicBezTo>
                        <a:pt x="862" y="917"/>
                        <a:pt x="896" y="961"/>
                        <a:pt x="948" y="961"/>
                      </a:cubicBezTo>
                      <a:cubicBezTo>
                        <a:pt x="968" y="961"/>
                        <a:pt x="991" y="955"/>
                        <a:pt x="1015" y="938"/>
                      </a:cubicBezTo>
                      <a:cubicBezTo>
                        <a:pt x="1126" y="869"/>
                        <a:pt x="1126" y="229"/>
                        <a:pt x="973" y="97"/>
                      </a:cubicBezTo>
                      <a:cubicBezTo>
                        <a:pt x="911" y="29"/>
                        <a:pt x="780" y="1"/>
                        <a:pt x="635" y="1"/>
                      </a:cubicBezTo>
                      <a:close/>
                    </a:path>
                  </a:pathLst>
                </a:custGeom>
                <a:solidFill>
                  <a:srgbClr val="A3484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5" name="Google Shape;695;p39">
                  <a:extLst>
                    <a:ext uri="{FF2B5EF4-FFF2-40B4-BE49-F238E27FC236}">
                      <a16:creationId xmlns:a16="http://schemas.microsoft.com/office/drawing/2014/main" id="{E7ACA728-B42F-A137-5901-95E12D5EE2A8}"/>
                    </a:ext>
                  </a:extLst>
                </p:cNvPr>
                <p:cNvSpPr/>
                <p:nvPr/>
              </p:nvSpPr>
              <p:spPr>
                <a:xfrm>
                  <a:off x="-5809053" y="1149101"/>
                  <a:ext cx="62329" cy="2802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" h="598" extrusionOk="0">
                      <a:moveTo>
                        <a:pt x="69" y="0"/>
                      </a:moveTo>
                      <a:lnTo>
                        <a:pt x="0" y="42"/>
                      </a:lnTo>
                      <a:cubicBezTo>
                        <a:pt x="69" y="333"/>
                        <a:pt x="69" y="571"/>
                        <a:pt x="69" y="598"/>
                      </a:cubicBezTo>
                      <a:lnTo>
                        <a:pt x="132" y="598"/>
                      </a:lnTo>
                      <a:cubicBezTo>
                        <a:pt x="132" y="571"/>
                        <a:pt x="132" y="307"/>
                        <a:pt x="6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" name="Google Shape;696;p39">
                  <a:extLst>
                    <a:ext uri="{FF2B5EF4-FFF2-40B4-BE49-F238E27FC236}">
                      <a16:creationId xmlns:a16="http://schemas.microsoft.com/office/drawing/2014/main" id="{66017141-E30C-470D-00D8-9B866366BC75}"/>
                    </a:ext>
                  </a:extLst>
                </p:cNvPr>
                <p:cNvSpPr/>
                <p:nvPr/>
              </p:nvSpPr>
              <p:spPr>
                <a:xfrm>
                  <a:off x="-5923403" y="1180969"/>
                  <a:ext cx="62797" cy="2258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" h="482" extrusionOk="0">
                      <a:moveTo>
                        <a:pt x="70" y="1"/>
                      </a:moveTo>
                      <a:lnTo>
                        <a:pt x="1" y="43"/>
                      </a:lnTo>
                      <a:cubicBezTo>
                        <a:pt x="49" y="239"/>
                        <a:pt x="70" y="482"/>
                        <a:pt x="70" y="482"/>
                      </a:cubicBezTo>
                      <a:lnTo>
                        <a:pt x="133" y="461"/>
                      </a:lnTo>
                      <a:cubicBezTo>
                        <a:pt x="133" y="440"/>
                        <a:pt x="112" y="218"/>
                        <a:pt x="7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7" name="Google Shape;697;p39">
                  <a:extLst>
                    <a:ext uri="{FF2B5EF4-FFF2-40B4-BE49-F238E27FC236}">
                      <a16:creationId xmlns:a16="http://schemas.microsoft.com/office/drawing/2014/main" id="{F1E8F31B-7427-FCAF-3F32-59889472B638}"/>
                    </a:ext>
                  </a:extLst>
                </p:cNvPr>
                <p:cNvSpPr/>
                <p:nvPr/>
              </p:nvSpPr>
              <p:spPr>
                <a:xfrm>
                  <a:off x="-2939995" y="999604"/>
                  <a:ext cx="528154" cy="459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7" h="981" extrusionOk="0">
                      <a:moveTo>
                        <a:pt x="642" y="1"/>
                      </a:moveTo>
                      <a:cubicBezTo>
                        <a:pt x="363" y="1"/>
                        <a:pt x="41" y="102"/>
                        <a:pt x="27" y="229"/>
                      </a:cubicBezTo>
                      <a:cubicBezTo>
                        <a:pt x="0" y="388"/>
                        <a:pt x="423" y="938"/>
                        <a:pt x="508" y="938"/>
                      </a:cubicBezTo>
                      <a:cubicBezTo>
                        <a:pt x="619" y="938"/>
                        <a:pt x="619" y="848"/>
                        <a:pt x="619" y="848"/>
                      </a:cubicBezTo>
                      <a:cubicBezTo>
                        <a:pt x="619" y="848"/>
                        <a:pt x="688" y="980"/>
                        <a:pt x="772" y="980"/>
                      </a:cubicBezTo>
                      <a:cubicBezTo>
                        <a:pt x="841" y="980"/>
                        <a:pt x="862" y="917"/>
                        <a:pt x="862" y="917"/>
                      </a:cubicBezTo>
                      <a:cubicBezTo>
                        <a:pt x="862" y="917"/>
                        <a:pt x="896" y="961"/>
                        <a:pt x="949" y="961"/>
                      </a:cubicBezTo>
                      <a:cubicBezTo>
                        <a:pt x="969" y="961"/>
                        <a:pt x="991" y="955"/>
                        <a:pt x="1016" y="938"/>
                      </a:cubicBezTo>
                      <a:cubicBezTo>
                        <a:pt x="1127" y="869"/>
                        <a:pt x="1127" y="229"/>
                        <a:pt x="994" y="97"/>
                      </a:cubicBezTo>
                      <a:cubicBezTo>
                        <a:pt x="925" y="29"/>
                        <a:pt x="790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A3484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8" name="Google Shape;698;p39">
                  <a:extLst>
                    <a:ext uri="{FF2B5EF4-FFF2-40B4-BE49-F238E27FC236}">
                      <a16:creationId xmlns:a16="http://schemas.microsoft.com/office/drawing/2014/main" id="{CCEFF9BF-4B2D-096D-9919-153D049F128A}"/>
                    </a:ext>
                  </a:extLst>
                </p:cNvPr>
                <p:cNvSpPr/>
                <p:nvPr/>
              </p:nvSpPr>
              <p:spPr>
                <a:xfrm>
                  <a:off x="-2588041" y="1149101"/>
                  <a:ext cx="62329" cy="2802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" h="598" extrusionOk="0">
                      <a:moveTo>
                        <a:pt x="69" y="0"/>
                      </a:moveTo>
                      <a:lnTo>
                        <a:pt x="0" y="42"/>
                      </a:lnTo>
                      <a:cubicBezTo>
                        <a:pt x="69" y="333"/>
                        <a:pt x="69" y="571"/>
                        <a:pt x="69" y="598"/>
                      </a:cubicBezTo>
                      <a:lnTo>
                        <a:pt x="132" y="598"/>
                      </a:lnTo>
                      <a:cubicBezTo>
                        <a:pt x="132" y="571"/>
                        <a:pt x="132" y="307"/>
                        <a:pt x="6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9" name="Google Shape;699;p39">
                  <a:extLst>
                    <a:ext uri="{FF2B5EF4-FFF2-40B4-BE49-F238E27FC236}">
                      <a16:creationId xmlns:a16="http://schemas.microsoft.com/office/drawing/2014/main" id="{484CB8CD-8243-B1E0-7D04-CD85EC71B835}"/>
                    </a:ext>
                  </a:extLst>
                </p:cNvPr>
                <p:cNvSpPr/>
                <p:nvPr/>
              </p:nvSpPr>
              <p:spPr>
                <a:xfrm>
                  <a:off x="-2701922" y="1180969"/>
                  <a:ext cx="52487" cy="2258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82" extrusionOk="0">
                      <a:moveTo>
                        <a:pt x="48" y="1"/>
                      </a:moveTo>
                      <a:lnTo>
                        <a:pt x="0" y="43"/>
                      </a:lnTo>
                      <a:cubicBezTo>
                        <a:pt x="48" y="239"/>
                        <a:pt x="69" y="482"/>
                        <a:pt x="69" y="482"/>
                      </a:cubicBezTo>
                      <a:lnTo>
                        <a:pt x="111" y="461"/>
                      </a:lnTo>
                      <a:cubicBezTo>
                        <a:pt x="111" y="440"/>
                        <a:pt x="90" y="218"/>
                        <a:pt x="4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0" name="Google Shape;700;p39">
                  <a:extLst>
                    <a:ext uri="{FF2B5EF4-FFF2-40B4-BE49-F238E27FC236}">
                      <a16:creationId xmlns:a16="http://schemas.microsoft.com/office/drawing/2014/main" id="{E438BB2F-F84C-B3C1-F07D-848CDCFAD022}"/>
                    </a:ext>
                  </a:extLst>
                </p:cNvPr>
                <p:cNvSpPr/>
                <p:nvPr/>
              </p:nvSpPr>
              <p:spPr>
                <a:xfrm>
                  <a:off x="-4488405" y="-729226"/>
                  <a:ext cx="146684" cy="124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" h="265" extrusionOk="0">
                      <a:moveTo>
                        <a:pt x="0" y="1"/>
                      </a:moveTo>
                      <a:lnTo>
                        <a:pt x="0" y="43"/>
                      </a:lnTo>
                      <a:cubicBezTo>
                        <a:pt x="69" y="43"/>
                        <a:pt x="132" y="64"/>
                        <a:pt x="180" y="112"/>
                      </a:cubicBezTo>
                      <a:cubicBezTo>
                        <a:pt x="243" y="133"/>
                        <a:pt x="264" y="196"/>
                        <a:pt x="264" y="265"/>
                      </a:cubicBezTo>
                      <a:lnTo>
                        <a:pt x="312" y="265"/>
                      </a:lnTo>
                      <a:cubicBezTo>
                        <a:pt x="312" y="196"/>
                        <a:pt x="264" y="112"/>
                        <a:pt x="222" y="64"/>
                      </a:cubicBezTo>
                      <a:cubicBezTo>
                        <a:pt x="159" y="22"/>
                        <a:pt x="90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1" name="Google Shape;701;p39">
                  <a:extLst>
                    <a:ext uri="{FF2B5EF4-FFF2-40B4-BE49-F238E27FC236}">
                      <a16:creationId xmlns:a16="http://schemas.microsoft.com/office/drawing/2014/main" id="{7E77D628-2337-6224-7E71-2D318AB9015E}"/>
                    </a:ext>
                  </a:extLst>
                </p:cNvPr>
                <p:cNvSpPr/>
                <p:nvPr/>
              </p:nvSpPr>
              <p:spPr>
                <a:xfrm>
                  <a:off x="-3980860" y="-233400"/>
                  <a:ext cx="359914" cy="162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" h="347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22" y="153"/>
                        <a:pt x="154" y="307"/>
                        <a:pt x="308" y="328"/>
                      </a:cubicBezTo>
                      <a:cubicBezTo>
                        <a:pt x="348" y="340"/>
                        <a:pt x="391" y="346"/>
                        <a:pt x="435" y="346"/>
                      </a:cubicBezTo>
                      <a:cubicBezTo>
                        <a:pt x="559" y="346"/>
                        <a:pt x="689" y="299"/>
                        <a:pt x="768" y="217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02" name="Google Shape;702;p39">
                <a:extLst>
                  <a:ext uri="{FF2B5EF4-FFF2-40B4-BE49-F238E27FC236}">
                    <a16:creationId xmlns:a16="http://schemas.microsoft.com/office/drawing/2014/main" id="{D72BA0AF-0FD9-FEF5-76A1-BDE470F40833}"/>
                  </a:ext>
                </a:extLst>
              </p:cNvPr>
              <p:cNvGrpSpPr/>
              <p:nvPr/>
            </p:nvGrpSpPr>
            <p:grpSpPr>
              <a:xfrm>
                <a:off x="-1949281" y="1820326"/>
                <a:ext cx="1051808" cy="229363"/>
                <a:chOff x="4002795" y="1877329"/>
                <a:chExt cx="345546" cy="75352"/>
              </a:xfrm>
            </p:grpSpPr>
            <p:sp>
              <p:nvSpPr>
                <p:cNvPr id="703" name="Google Shape;703;p39">
                  <a:extLst>
                    <a:ext uri="{FF2B5EF4-FFF2-40B4-BE49-F238E27FC236}">
                      <a16:creationId xmlns:a16="http://schemas.microsoft.com/office/drawing/2014/main" id="{7B1DE38F-878E-A693-81F2-FD2B4C77FF10}"/>
                    </a:ext>
                  </a:extLst>
                </p:cNvPr>
                <p:cNvSpPr/>
                <p:nvPr/>
              </p:nvSpPr>
              <p:spPr>
                <a:xfrm>
                  <a:off x="4002795" y="1877329"/>
                  <a:ext cx="345546" cy="75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7" h="2180" extrusionOk="0">
                      <a:moveTo>
                        <a:pt x="0" y="0"/>
                      </a:moveTo>
                      <a:lnTo>
                        <a:pt x="0" y="2179"/>
                      </a:lnTo>
                      <a:lnTo>
                        <a:pt x="9996" y="2179"/>
                      </a:lnTo>
                      <a:lnTo>
                        <a:pt x="999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4" name="Google Shape;704;p39">
                  <a:extLst>
                    <a:ext uri="{FF2B5EF4-FFF2-40B4-BE49-F238E27FC236}">
                      <a16:creationId xmlns:a16="http://schemas.microsoft.com/office/drawing/2014/main" id="{B13FCCCF-ED98-1D48-0966-5B6091C55DE6}"/>
                    </a:ext>
                  </a:extLst>
                </p:cNvPr>
                <p:cNvSpPr/>
                <p:nvPr/>
              </p:nvSpPr>
              <p:spPr>
                <a:xfrm>
                  <a:off x="4270785" y="1897619"/>
                  <a:ext cx="21569" cy="34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" h="1005" extrusionOk="0">
                      <a:moveTo>
                        <a:pt x="559" y="0"/>
                      </a:moveTo>
                      <a:lnTo>
                        <a:pt x="1" y="595"/>
                      </a:lnTo>
                      <a:lnTo>
                        <a:pt x="559" y="1005"/>
                      </a:lnTo>
                      <a:lnTo>
                        <a:pt x="623" y="948"/>
                      </a:lnTo>
                      <a:lnTo>
                        <a:pt x="121" y="595"/>
                      </a:lnTo>
                      <a:lnTo>
                        <a:pt x="623" y="64"/>
                      </a:lnTo>
                      <a:lnTo>
                        <a:pt x="55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5" name="Google Shape;705;p39">
                  <a:extLst>
                    <a:ext uri="{FF2B5EF4-FFF2-40B4-BE49-F238E27FC236}">
                      <a16:creationId xmlns:a16="http://schemas.microsoft.com/office/drawing/2014/main" id="{4DC72551-4980-036C-2585-72F23700F57C}"/>
                    </a:ext>
                  </a:extLst>
                </p:cNvPr>
                <p:cNvSpPr/>
                <p:nvPr/>
              </p:nvSpPr>
              <p:spPr>
                <a:xfrm>
                  <a:off x="4254401" y="1897619"/>
                  <a:ext cx="22536" cy="34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" h="1005" extrusionOk="0">
                      <a:moveTo>
                        <a:pt x="595" y="0"/>
                      </a:moveTo>
                      <a:lnTo>
                        <a:pt x="1" y="595"/>
                      </a:lnTo>
                      <a:lnTo>
                        <a:pt x="595" y="1005"/>
                      </a:lnTo>
                      <a:lnTo>
                        <a:pt x="651" y="948"/>
                      </a:lnTo>
                      <a:lnTo>
                        <a:pt x="149" y="595"/>
                      </a:lnTo>
                      <a:lnTo>
                        <a:pt x="651" y="64"/>
                      </a:lnTo>
                      <a:lnTo>
                        <a:pt x="5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6" name="Google Shape;706;p39">
                  <a:extLst>
                    <a:ext uri="{FF2B5EF4-FFF2-40B4-BE49-F238E27FC236}">
                      <a16:creationId xmlns:a16="http://schemas.microsoft.com/office/drawing/2014/main" id="{666FA0C1-F933-3F4A-3D6A-83986CB82990}"/>
                    </a:ext>
                  </a:extLst>
                </p:cNvPr>
                <p:cNvSpPr/>
                <p:nvPr/>
              </p:nvSpPr>
              <p:spPr>
                <a:xfrm>
                  <a:off x="4055854" y="1885970"/>
                  <a:ext cx="19356" cy="576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" h="1668" extrusionOk="0">
                      <a:moveTo>
                        <a:pt x="305" y="0"/>
                      </a:moveTo>
                      <a:cubicBezTo>
                        <a:pt x="264" y="0"/>
                        <a:pt x="226" y="22"/>
                        <a:pt x="205" y="47"/>
                      </a:cubicBezTo>
                      <a:cubicBezTo>
                        <a:pt x="149" y="76"/>
                        <a:pt x="85" y="160"/>
                        <a:pt x="85" y="252"/>
                      </a:cubicBezTo>
                      <a:cubicBezTo>
                        <a:pt x="57" y="309"/>
                        <a:pt x="85" y="401"/>
                        <a:pt x="85" y="458"/>
                      </a:cubicBezTo>
                      <a:cubicBezTo>
                        <a:pt x="120" y="514"/>
                        <a:pt x="120" y="542"/>
                        <a:pt x="120" y="578"/>
                      </a:cubicBezTo>
                      <a:cubicBezTo>
                        <a:pt x="120" y="691"/>
                        <a:pt x="85" y="783"/>
                        <a:pt x="0" y="811"/>
                      </a:cubicBezTo>
                      <a:lnTo>
                        <a:pt x="28" y="896"/>
                      </a:lnTo>
                      <a:lnTo>
                        <a:pt x="57" y="896"/>
                      </a:lnTo>
                      <a:cubicBezTo>
                        <a:pt x="85" y="932"/>
                        <a:pt x="120" y="932"/>
                        <a:pt x="120" y="960"/>
                      </a:cubicBezTo>
                      <a:lnTo>
                        <a:pt x="120" y="1108"/>
                      </a:lnTo>
                      <a:lnTo>
                        <a:pt x="120" y="1137"/>
                      </a:lnTo>
                      <a:cubicBezTo>
                        <a:pt x="85" y="1314"/>
                        <a:pt x="120" y="1427"/>
                        <a:pt x="177" y="1519"/>
                      </a:cubicBezTo>
                      <a:cubicBezTo>
                        <a:pt x="234" y="1604"/>
                        <a:pt x="326" y="1667"/>
                        <a:pt x="439" y="1667"/>
                      </a:cubicBezTo>
                      <a:cubicBezTo>
                        <a:pt x="474" y="1667"/>
                        <a:pt x="531" y="1667"/>
                        <a:pt x="559" y="1639"/>
                      </a:cubicBezTo>
                      <a:lnTo>
                        <a:pt x="531" y="1547"/>
                      </a:lnTo>
                      <a:cubicBezTo>
                        <a:pt x="498" y="1567"/>
                        <a:pt x="459" y="1576"/>
                        <a:pt x="421" y="1576"/>
                      </a:cubicBezTo>
                      <a:cubicBezTo>
                        <a:pt x="352" y="1576"/>
                        <a:pt x="285" y="1545"/>
                        <a:pt x="262" y="1490"/>
                      </a:cubicBezTo>
                      <a:cubicBezTo>
                        <a:pt x="205" y="1398"/>
                        <a:pt x="177" y="1285"/>
                        <a:pt x="205" y="1137"/>
                      </a:cubicBezTo>
                      <a:lnTo>
                        <a:pt x="205" y="932"/>
                      </a:lnTo>
                      <a:cubicBezTo>
                        <a:pt x="177" y="896"/>
                        <a:pt x="149" y="868"/>
                        <a:pt x="120" y="840"/>
                      </a:cubicBezTo>
                      <a:cubicBezTo>
                        <a:pt x="177" y="783"/>
                        <a:pt x="205" y="663"/>
                        <a:pt x="205" y="578"/>
                      </a:cubicBezTo>
                      <a:cubicBezTo>
                        <a:pt x="205" y="542"/>
                        <a:pt x="205" y="486"/>
                        <a:pt x="177" y="458"/>
                      </a:cubicBezTo>
                      <a:cubicBezTo>
                        <a:pt x="177" y="366"/>
                        <a:pt x="149" y="309"/>
                        <a:pt x="177" y="252"/>
                      </a:cubicBezTo>
                      <a:cubicBezTo>
                        <a:pt x="177" y="189"/>
                        <a:pt x="205" y="132"/>
                        <a:pt x="262" y="104"/>
                      </a:cubicBezTo>
                      <a:cubicBezTo>
                        <a:pt x="262" y="90"/>
                        <a:pt x="271" y="83"/>
                        <a:pt x="283" y="83"/>
                      </a:cubicBezTo>
                      <a:cubicBezTo>
                        <a:pt x="296" y="83"/>
                        <a:pt x="311" y="90"/>
                        <a:pt x="326" y="104"/>
                      </a:cubicBezTo>
                      <a:lnTo>
                        <a:pt x="354" y="12"/>
                      </a:lnTo>
                      <a:cubicBezTo>
                        <a:pt x="338" y="4"/>
                        <a:pt x="321" y="0"/>
                        <a:pt x="3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7" name="Google Shape;707;p39">
                  <a:extLst>
                    <a:ext uri="{FF2B5EF4-FFF2-40B4-BE49-F238E27FC236}">
                      <a16:creationId xmlns:a16="http://schemas.microsoft.com/office/drawing/2014/main" id="{E0DE559C-4898-7B38-0183-33D0109FD4AB}"/>
                    </a:ext>
                  </a:extLst>
                </p:cNvPr>
                <p:cNvSpPr/>
                <p:nvPr/>
              </p:nvSpPr>
              <p:spPr>
                <a:xfrm>
                  <a:off x="4034319" y="1888563"/>
                  <a:ext cx="9333" cy="51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" h="1501" extrusionOk="0">
                      <a:moveTo>
                        <a:pt x="213" y="1"/>
                      </a:moveTo>
                      <a:cubicBezTo>
                        <a:pt x="1" y="467"/>
                        <a:pt x="1" y="1033"/>
                        <a:pt x="177" y="1500"/>
                      </a:cubicBezTo>
                      <a:lnTo>
                        <a:pt x="269" y="1472"/>
                      </a:lnTo>
                      <a:cubicBezTo>
                        <a:pt x="93" y="1033"/>
                        <a:pt x="93" y="503"/>
                        <a:pt x="269" y="29"/>
                      </a:cubicBezTo>
                      <a:lnTo>
                        <a:pt x="21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8" name="Google Shape;708;p39">
                  <a:extLst>
                    <a:ext uri="{FF2B5EF4-FFF2-40B4-BE49-F238E27FC236}">
                      <a16:creationId xmlns:a16="http://schemas.microsoft.com/office/drawing/2014/main" id="{DFB61DA3-4F71-728A-0CA8-0D2230208621}"/>
                    </a:ext>
                  </a:extLst>
                </p:cNvPr>
                <p:cNvSpPr/>
                <p:nvPr/>
              </p:nvSpPr>
              <p:spPr>
                <a:xfrm>
                  <a:off x="4303311" y="1885970"/>
                  <a:ext cx="19598" cy="576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" h="1668" extrusionOk="0">
                      <a:moveTo>
                        <a:pt x="256" y="0"/>
                      </a:moveTo>
                      <a:cubicBezTo>
                        <a:pt x="243" y="0"/>
                        <a:pt x="229" y="4"/>
                        <a:pt x="213" y="12"/>
                      </a:cubicBezTo>
                      <a:lnTo>
                        <a:pt x="241" y="104"/>
                      </a:lnTo>
                      <a:cubicBezTo>
                        <a:pt x="255" y="90"/>
                        <a:pt x="262" y="83"/>
                        <a:pt x="269" y="83"/>
                      </a:cubicBezTo>
                      <a:cubicBezTo>
                        <a:pt x="276" y="83"/>
                        <a:pt x="283" y="90"/>
                        <a:pt x="298" y="104"/>
                      </a:cubicBezTo>
                      <a:cubicBezTo>
                        <a:pt x="354" y="132"/>
                        <a:pt x="390" y="189"/>
                        <a:pt x="390" y="252"/>
                      </a:cubicBezTo>
                      <a:lnTo>
                        <a:pt x="390" y="458"/>
                      </a:lnTo>
                      <a:cubicBezTo>
                        <a:pt x="354" y="486"/>
                        <a:pt x="354" y="542"/>
                        <a:pt x="354" y="578"/>
                      </a:cubicBezTo>
                      <a:cubicBezTo>
                        <a:pt x="354" y="663"/>
                        <a:pt x="390" y="783"/>
                        <a:pt x="446" y="840"/>
                      </a:cubicBezTo>
                      <a:cubicBezTo>
                        <a:pt x="390" y="868"/>
                        <a:pt x="390" y="896"/>
                        <a:pt x="354" y="932"/>
                      </a:cubicBezTo>
                      <a:cubicBezTo>
                        <a:pt x="326" y="988"/>
                        <a:pt x="354" y="1073"/>
                        <a:pt x="354" y="1137"/>
                      </a:cubicBezTo>
                      <a:cubicBezTo>
                        <a:pt x="390" y="1285"/>
                        <a:pt x="354" y="1398"/>
                        <a:pt x="298" y="1490"/>
                      </a:cubicBezTo>
                      <a:cubicBezTo>
                        <a:pt x="261" y="1545"/>
                        <a:pt x="198" y="1576"/>
                        <a:pt x="135" y="1576"/>
                      </a:cubicBezTo>
                      <a:cubicBezTo>
                        <a:pt x="100" y="1576"/>
                        <a:pt x="66" y="1567"/>
                        <a:pt x="36" y="1547"/>
                      </a:cubicBezTo>
                      <a:lnTo>
                        <a:pt x="0" y="1639"/>
                      </a:lnTo>
                      <a:cubicBezTo>
                        <a:pt x="36" y="1667"/>
                        <a:pt x="92" y="1667"/>
                        <a:pt x="121" y="1667"/>
                      </a:cubicBezTo>
                      <a:cubicBezTo>
                        <a:pt x="213" y="1667"/>
                        <a:pt x="326" y="1604"/>
                        <a:pt x="390" y="1519"/>
                      </a:cubicBezTo>
                      <a:cubicBezTo>
                        <a:pt x="446" y="1427"/>
                        <a:pt x="474" y="1314"/>
                        <a:pt x="446" y="1137"/>
                      </a:cubicBezTo>
                      <a:lnTo>
                        <a:pt x="446" y="1108"/>
                      </a:lnTo>
                      <a:lnTo>
                        <a:pt x="446" y="960"/>
                      </a:lnTo>
                      <a:cubicBezTo>
                        <a:pt x="446" y="932"/>
                        <a:pt x="474" y="932"/>
                        <a:pt x="503" y="896"/>
                      </a:cubicBezTo>
                      <a:lnTo>
                        <a:pt x="531" y="896"/>
                      </a:lnTo>
                      <a:lnTo>
                        <a:pt x="566" y="811"/>
                      </a:lnTo>
                      <a:lnTo>
                        <a:pt x="531" y="811"/>
                      </a:lnTo>
                      <a:cubicBezTo>
                        <a:pt x="474" y="783"/>
                        <a:pt x="446" y="691"/>
                        <a:pt x="446" y="578"/>
                      </a:cubicBezTo>
                      <a:cubicBezTo>
                        <a:pt x="446" y="542"/>
                        <a:pt x="446" y="514"/>
                        <a:pt x="474" y="458"/>
                      </a:cubicBezTo>
                      <a:lnTo>
                        <a:pt x="474" y="252"/>
                      </a:lnTo>
                      <a:cubicBezTo>
                        <a:pt x="474" y="160"/>
                        <a:pt x="418" y="76"/>
                        <a:pt x="354" y="47"/>
                      </a:cubicBezTo>
                      <a:cubicBezTo>
                        <a:pt x="314" y="22"/>
                        <a:pt x="288" y="0"/>
                        <a:pt x="25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9" name="Google Shape;709;p39">
                  <a:extLst>
                    <a:ext uri="{FF2B5EF4-FFF2-40B4-BE49-F238E27FC236}">
                      <a16:creationId xmlns:a16="http://schemas.microsoft.com/office/drawing/2014/main" id="{F50E506B-D2CA-11BF-D135-3CFBA8D1D454}"/>
                    </a:ext>
                  </a:extLst>
                </p:cNvPr>
                <p:cNvSpPr/>
                <p:nvPr/>
              </p:nvSpPr>
              <p:spPr>
                <a:xfrm>
                  <a:off x="4167847" y="1898587"/>
                  <a:ext cx="21534" cy="31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" h="921" extrusionOk="0">
                      <a:moveTo>
                        <a:pt x="531" y="93"/>
                      </a:moveTo>
                      <a:lnTo>
                        <a:pt x="531" y="828"/>
                      </a:lnTo>
                      <a:lnTo>
                        <a:pt x="92" y="828"/>
                      </a:lnTo>
                      <a:lnTo>
                        <a:pt x="92" y="93"/>
                      </a:lnTo>
                      <a:close/>
                      <a:moveTo>
                        <a:pt x="0" y="1"/>
                      </a:moveTo>
                      <a:lnTo>
                        <a:pt x="0" y="920"/>
                      </a:lnTo>
                      <a:lnTo>
                        <a:pt x="623" y="920"/>
                      </a:lnTo>
                      <a:lnTo>
                        <a:pt x="6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0" name="Google Shape;710;p39">
                  <a:extLst>
                    <a:ext uri="{FF2B5EF4-FFF2-40B4-BE49-F238E27FC236}">
                      <a16:creationId xmlns:a16="http://schemas.microsoft.com/office/drawing/2014/main" id="{1EC55450-B098-1AAE-B66D-830221A882A2}"/>
                    </a:ext>
                  </a:extLst>
                </p:cNvPr>
                <p:cNvSpPr/>
                <p:nvPr/>
              </p:nvSpPr>
              <p:spPr>
                <a:xfrm>
                  <a:off x="4128235" y="1898587"/>
                  <a:ext cx="29622" cy="31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" h="921" extrusionOk="0">
                      <a:moveTo>
                        <a:pt x="764" y="93"/>
                      </a:moveTo>
                      <a:lnTo>
                        <a:pt x="764" y="828"/>
                      </a:lnTo>
                      <a:lnTo>
                        <a:pt x="85" y="828"/>
                      </a:lnTo>
                      <a:lnTo>
                        <a:pt x="85" y="93"/>
                      </a:lnTo>
                      <a:close/>
                      <a:moveTo>
                        <a:pt x="0" y="1"/>
                      </a:moveTo>
                      <a:lnTo>
                        <a:pt x="0" y="920"/>
                      </a:lnTo>
                      <a:lnTo>
                        <a:pt x="856" y="920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1" name="Google Shape;711;p39">
                  <a:extLst>
                    <a:ext uri="{FF2B5EF4-FFF2-40B4-BE49-F238E27FC236}">
                      <a16:creationId xmlns:a16="http://schemas.microsoft.com/office/drawing/2014/main" id="{352FFE5D-91DA-737B-6012-B6D8386CDAB9}"/>
                    </a:ext>
                  </a:extLst>
                </p:cNvPr>
                <p:cNvSpPr/>
                <p:nvPr/>
              </p:nvSpPr>
              <p:spPr>
                <a:xfrm>
                  <a:off x="4086410" y="1898587"/>
                  <a:ext cx="32560" cy="31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2" h="921" extrusionOk="0">
                      <a:moveTo>
                        <a:pt x="856" y="93"/>
                      </a:moveTo>
                      <a:lnTo>
                        <a:pt x="856" y="828"/>
                      </a:lnTo>
                      <a:lnTo>
                        <a:pt x="85" y="828"/>
                      </a:lnTo>
                      <a:lnTo>
                        <a:pt x="85" y="93"/>
                      </a:lnTo>
                      <a:close/>
                      <a:moveTo>
                        <a:pt x="0" y="1"/>
                      </a:moveTo>
                      <a:lnTo>
                        <a:pt x="0" y="920"/>
                      </a:lnTo>
                      <a:lnTo>
                        <a:pt x="941" y="920"/>
                      </a:lnTo>
                      <a:lnTo>
                        <a:pt x="94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" name="Google Shape;712;p39">
                  <a:extLst>
                    <a:ext uri="{FF2B5EF4-FFF2-40B4-BE49-F238E27FC236}">
                      <a16:creationId xmlns:a16="http://schemas.microsoft.com/office/drawing/2014/main" id="{5322CCC2-0F42-0C59-7988-3CD16E10342E}"/>
                    </a:ext>
                  </a:extLst>
                </p:cNvPr>
                <p:cNvSpPr/>
                <p:nvPr/>
              </p:nvSpPr>
              <p:spPr>
                <a:xfrm>
                  <a:off x="4223844" y="1897619"/>
                  <a:ext cx="22536" cy="34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" h="1005" extrusionOk="0">
                      <a:moveTo>
                        <a:pt x="326" y="92"/>
                      </a:moveTo>
                      <a:cubicBezTo>
                        <a:pt x="446" y="92"/>
                        <a:pt x="566" y="269"/>
                        <a:pt x="566" y="503"/>
                      </a:cubicBezTo>
                      <a:cubicBezTo>
                        <a:pt x="566" y="708"/>
                        <a:pt x="446" y="913"/>
                        <a:pt x="326" y="913"/>
                      </a:cubicBezTo>
                      <a:cubicBezTo>
                        <a:pt x="177" y="913"/>
                        <a:pt x="92" y="708"/>
                        <a:pt x="92" y="503"/>
                      </a:cubicBezTo>
                      <a:cubicBezTo>
                        <a:pt x="92" y="269"/>
                        <a:pt x="177" y="92"/>
                        <a:pt x="326" y="92"/>
                      </a:cubicBezTo>
                      <a:close/>
                      <a:moveTo>
                        <a:pt x="326" y="0"/>
                      </a:moveTo>
                      <a:cubicBezTo>
                        <a:pt x="149" y="0"/>
                        <a:pt x="0" y="205"/>
                        <a:pt x="0" y="503"/>
                      </a:cubicBezTo>
                      <a:cubicBezTo>
                        <a:pt x="0" y="771"/>
                        <a:pt x="149" y="1005"/>
                        <a:pt x="326" y="1005"/>
                      </a:cubicBezTo>
                      <a:cubicBezTo>
                        <a:pt x="503" y="1005"/>
                        <a:pt x="651" y="771"/>
                        <a:pt x="651" y="503"/>
                      </a:cubicBezTo>
                      <a:cubicBezTo>
                        <a:pt x="651" y="205"/>
                        <a:pt x="503" y="0"/>
                        <a:pt x="32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" name="Google Shape;713;p39">
                  <a:extLst>
                    <a:ext uri="{FF2B5EF4-FFF2-40B4-BE49-F238E27FC236}">
                      <a16:creationId xmlns:a16="http://schemas.microsoft.com/office/drawing/2014/main" id="{B1C50FB3-3830-D83E-9EA4-D9979684270D}"/>
                    </a:ext>
                  </a:extLst>
                </p:cNvPr>
                <p:cNvSpPr/>
                <p:nvPr/>
              </p:nvSpPr>
              <p:spPr>
                <a:xfrm>
                  <a:off x="4200616" y="1899831"/>
                  <a:ext cx="2973" cy="30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885" extrusionOk="0">
                      <a:moveTo>
                        <a:pt x="0" y="0"/>
                      </a:moveTo>
                      <a:lnTo>
                        <a:pt x="0" y="884"/>
                      </a:lnTo>
                      <a:lnTo>
                        <a:pt x="85" y="884"/>
                      </a:lnTo>
                      <a:lnTo>
                        <a:pt x="8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14" name="Google Shape;714;p39">
                <a:extLst>
                  <a:ext uri="{FF2B5EF4-FFF2-40B4-BE49-F238E27FC236}">
                    <a16:creationId xmlns:a16="http://schemas.microsoft.com/office/drawing/2014/main" id="{23F8DE96-7152-B81C-2D97-44645AC5CB41}"/>
                  </a:ext>
                </a:extLst>
              </p:cNvPr>
              <p:cNvGrpSpPr/>
              <p:nvPr/>
            </p:nvGrpSpPr>
            <p:grpSpPr>
              <a:xfrm>
                <a:off x="-2025807" y="2235105"/>
                <a:ext cx="1184014" cy="258193"/>
                <a:chOff x="3734768" y="858742"/>
                <a:chExt cx="1184014" cy="258193"/>
              </a:xfrm>
            </p:grpSpPr>
            <p:grpSp>
              <p:nvGrpSpPr>
                <p:cNvPr id="715" name="Google Shape;715;p39">
                  <a:extLst>
                    <a:ext uri="{FF2B5EF4-FFF2-40B4-BE49-F238E27FC236}">
                      <a16:creationId xmlns:a16="http://schemas.microsoft.com/office/drawing/2014/main" id="{B95D8E12-31F8-8333-210A-F87232BAD462}"/>
                    </a:ext>
                  </a:extLst>
                </p:cNvPr>
                <p:cNvGrpSpPr/>
                <p:nvPr/>
              </p:nvGrpSpPr>
              <p:grpSpPr>
                <a:xfrm>
                  <a:off x="3734768" y="858742"/>
                  <a:ext cx="1184014" cy="258193"/>
                  <a:chOff x="4002795" y="1877329"/>
                  <a:chExt cx="345546" cy="75352"/>
                </a:xfrm>
              </p:grpSpPr>
              <p:sp>
                <p:nvSpPr>
                  <p:cNvPr id="716" name="Google Shape;716;p39">
                    <a:extLst>
                      <a:ext uri="{FF2B5EF4-FFF2-40B4-BE49-F238E27FC236}">
                        <a16:creationId xmlns:a16="http://schemas.microsoft.com/office/drawing/2014/main" id="{EC6358DC-7D27-48A6-ECD3-12B0BAC4E26F}"/>
                      </a:ext>
                    </a:extLst>
                  </p:cNvPr>
                  <p:cNvSpPr/>
                  <p:nvPr/>
                </p:nvSpPr>
                <p:spPr>
                  <a:xfrm>
                    <a:off x="4002795" y="1877329"/>
                    <a:ext cx="345546" cy="753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97" h="2180" extrusionOk="0">
                        <a:moveTo>
                          <a:pt x="0" y="0"/>
                        </a:moveTo>
                        <a:lnTo>
                          <a:pt x="0" y="2179"/>
                        </a:lnTo>
                        <a:lnTo>
                          <a:pt x="9996" y="2179"/>
                        </a:lnTo>
                        <a:lnTo>
                          <a:pt x="9996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7" name="Google Shape;717;p39">
                    <a:extLst>
                      <a:ext uri="{FF2B5EF4-FFF2-40B4-BE49-F238E27FC236}">
                        <a16:creationId xmlns:a16="http://schemas.microsoft.com/office/drawing/2014/main" id="{F8352BCF-5E2C-EE64-D703-103921A4BDB5}"/>
                      </a:ext>
                    </a:extLst>
                  </p:cNvPr>
                  <p:cNvSpPr/>
                  <p:nvPr/>
                </p:nvSpPr>
                <p:spPr>
                  <a:xfrm>
                    <a:off x="4270785" y="1897619"/>
                    <a:ext cx="21569" cy="347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4" h="1005" extrusionOk="0">
                        <a:moveTo>
                          <a:pt x="559" y="0"/>
                        </a:moveTo>
                        <a:lnTo>
                          <a:pt x="1" y="595"/>
                        </a:lnTo>
                        <a:lnTo>
                          <a:pt x="559" y="1005"/>
                        </a:lnTo>
                        <a:lnTo>
                          <a:pt x="623" y="948"/>
                        </a:lnTo>
                        <a:lnTo>
                          <a:pt x="121" y="595"/>
                        </a:lnTo>
                        <a:lnTo>
                          <a:pt x="623" y="64"/>
                        </a:lnTo>
                        <a:lnTo>
                          <a:pt x="559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8" name="Google Shape;718;p39">
                    <a:extLst>
                      <a:ext uri="{FF2B5EF4-FFF2-40B4-BE49-F238E27FC236}">
                        <a16:creationId xmlns:a16="http://schemas.microsoft.com/office/drawing/2014/main" id="{417003AD-39A2-75DF-2EA2-06500809FDBB}"/>
                      </a:ext>
                    </a:extLst>
                  </p:cNvPr>
                  <p:cNvSpPr/>
                  <p:nvPr/>
                </p:nvSpPr>
                <p:spPr>
                  <a:xfrm>
                    <a:off x="4254401" y="1897619"/>
                    <a:ext cx="22536" cy="347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2" h="1005" extrusionOk="0">
                        <a:moveTo>
                          <a:pt x="595" y="0"/>
                        </a:moveTo>
                        <a:lnTo>
                          <a:pt x="1" y="595"/>
                        </a:lnTo>
                        <a:lnTo>
                          <a:pt x="595" y="1005"/>
                        </a:lnTo>
                        <a:lnTo>
                          <a:pt x="651" y="948"/>
                        </a:lnTo>
                        <a:lnTo>
                          <a:pt x="149" y="595"/>
                        </a:lnTo>
                        <a:lnTo>
                          <a:pt x="651" y="64"/>
                        </a:lnTo>
                        <a:lnTo>
                          <a:pt x="595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9" name="Google Shape;719;p39">
                    <a:extLst>
                      <a:ext uri="{FF2B5EF4-FFF2-40B4-BE49-F238E27FC236}">
                        <a16:creationId xmlns:a16="http://schemas.microsoft.com/office/drawing/2014/main" id="{85B4928D-4EED-D93C-837B-EF2DD25A4519}"/>
                      </a:ext>
                    </a:extLst>
                  </p:cNvPr>
                  <p:cNvSpPr/>
                  <p:nvPr/>
                </p:nvSpPr>
                <p:spPr>
                  <a:xfrm>
                    <a:off x="4055854" y="1885970"/>
                    <a:ext cx="19356" cy="576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0" h="1668" extrusionOk="0">
                        <a:moveTo>
                          <a:pt x="305" y="0"/>
                        </a:moveTo>
                        <a:cubicBezTo>
                          <a:pt x="264" y="0"/>
                          <a:pt x="226" y="22"/>
                          <a:pt x="205" y="47"/>
                        </a:cubicBezTo>
                        <a:cubicBezTo>
                          <a:pt x="149" y="76"/>
                          <a:pt x="85" y="160"/>
                          <a:pt x="85" y="252"/>
                        </a:cubicBezTo>
                        <a:cubicBezTo>
                          <a:pt x="57" y="309"/>
                          <a:pt x="85" y="401"/>
                          <a:pt x="85" y="458"/>
                        </a:cubicBezTo>
                        <a:cubicBezTo>
                          <a:pt x="120" y="514"/>
                          <a:pt x="120" y="542"/>
                          <a:pt x="120" y="578"/>
                        </a:cubicBezTo>
                        <a:cubicBezTo>
                          <a:pt x="120" y="691"/>
                          <a:pt x="85" y="783"/>
                          <a:pt x="0" y="811"/>
                        </a:cubicBezTo>
                        <a:lnTo>
                          <a:pt x="28" y="896"/>
                        </a:lnTo>
                        <a:lnTo>
                          <a:pt x="57" y="896"/>
                        </a:lnTo>
                        <a:cubicBezTo>
                          <a:pt x="85" y="932"/>
                          <a:pt x="120" y="932"/>
                          <a:pt x="120" y="960"/>
                        </a:cubicBezTo>
                        <a:lnTo>
                          <a:pt x="120" y="1108"/>
                        </a:lnTo>
                        <a:lnTo>
                          <a:pt x="120" y="1137"/>
                        </a:lnTo>
                        <a:cubicBezTo>
                          <a:pt x="85" y="1314"/>
                          <a:pt x="120" y="1427"/>
                          <a:pt x="177" y="1519"/>
                        </a:cubicBezTo>
                        <a:cubicBezTo>
                          <a:pt x="234" y="1604"/>
                          <a:pt x="326" y="1667"/>
                          <a:pt x="439" y="1667"/>
                        </a:cubicBezTo>
                        <a:cubicBezTo>
                          <a:pt x="474" y="1667"/>
                          <a:pt x="531" y="1667"/>
                          <a:pt x="559" y="1639"/>
                        </a:cubicBezTo>
                        <a:lnTo>
                          <a:pt x="531" y="1547"/>
                        </a:lnTo>
                        <a:cubicBezTo>
                          <a:pt x="498" y="1567"/>
                          <a:pt x="459" y="1576"/>
                          <a:pt x="421" y="1576"/>
                        </a:cubicBezTo>
                        <a:cubicBezTo>
                          <a:pt x="352" y="1576"/>
                          <a:pt x="285" y="1545"/>
                          <a:pt x="262" y="1490"/>
                        </a:cubicBezTo>
                        <a:cubicBezTo>
                          <a:pt x="205" y="1398"/>
                          <a:pt x="177" y="1285"/>
                          <a:pt x="205" y="1137"/>
                        </a:cubicBezTo>
                        <a:lnTo>
                          <a:pt x="205" y="932"/>
                        </a:lnTo>
                        <a:cubicBezTo>
                          <a:pt x="177" y="896"/>
                          <a:pt x="149" y="868"/>
                          <a:pt x="120" y="840"/>
                        </a:cubicBezTo>
                        <a:cubicBezTo>
                          <a:pt x="177" y="783"/>
                          <a:pt x="205" y="663"/>
                          <a:pt x="205" y="578"/>
                        </a:cubicBezTo>
                        <a:cubicBezTo>
                          <a:pt x="205" y="542"/>
                          <a:pt x="205" y="486"/>
                          <a:pt x="177" y="458"/>
                        </a:cubicBezTo>
                        <a:cubicBezTo>
                          <a:pt x="177" y="366"/>
                          <a:pt x="149" y="309"/>
                          <a:pt x="177" y="252"/>
                        </a:cubicBezTo>
                        <a:cubicBezTo>
                          <a:pt x="177" y="189"/>
                          <a:pt x="205" y="132"/>
                          <a:pt x="262" y="104"/>
                        </a:cubicBezTo>
                        <a:cubicBezTo>
                          <a:pt x="262" y="90"/>
                          <a:pt x="271" y="83"/>
                          <a:pt x="283" y="83"/>
                        </a:cubicBezTo>
                        <a:cubicBezTo>
                          <a:pt x="296" y="83"/>
                          <a:pt x="311" y="90"/>
                          <a:pt x="326" y="104"/>
                        </a:cubicBezTo>
                        <a:lnTo>
                          <a:pt x="354" y="12"/>
                        </a:lnTo>
                        <a:cubicBezTo>
                          <a:pt x="338" y="4"/>
                          <a:pt x="321" y="0"/>
                          <a:pt x="305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0" name="Google Shape;720;p39">
                    <a:extLst>
                      <a:ext uri="{FF2B5EF4-FFF2-40B4-BE49-F238E27FC236}">
                        <a16:creationId xmlns:a16="http://schemas.microsoft.com/office/drawing/2014/main" id="{4C56FB6E-B576-E45E-15FF-E2D4E584CDB8}"/>
                      </a:ext>
                    </a:extLst>
                  </p:cNvPr>
                  <p:cNvSpPr/>
                  <p:nvPr/>
                </p:nvSpPr>
                <p:spPr>
                  <a:xfrm>
                    <a:off x="4034319" y="1888563"/>
                    <a:ext cx="9333" cy="518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0" h="1501" extrusionOk="0">
                        <a:moveTo>
                          <a:pt x="213" y="1"/>
                        </a:moveTo>
                        <a:cubicBezTo>
                          <a:pt x="1" y="467"/>
                          <a:pt x="1" y="1033"/>
                          <a:pt x="177" y="1500"/>
                        </a:cubicBezTo>
                        <a:lnTo>
                          <a:pt x="269" y="1472"/>
                        </a:lnTo>
                        <a:cubicBezTo>
                          <a:pt x="93" y="1033"/>
                          <a:pt x="93" y="503"/>
                          <a:pt x="269" y="29"/>
                        </a:cubicBezTo>
                        <a:lnTo>
                          <a:pt x="213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1" name="Google Shape;721;p39">
                    <a:extLst>
                      <a:ext uri="{FF2B5EF4-FFF2-40B4-BE49-F238E27FC236}">
                        <a16:creationId xmlns:a16="http://schemas.microsoft.com/office/drawing/2014/main" id="{0F7BCA2F-387F-791F-9A1E-684734409CA7}"/>
                      </a:ext>
                    </a:extLst>
                  </p:cNvPr>
                  <p:cNvSpPr/>
                  <p:nvPr/>
                </p:nvSpPr>
                <p:spPr>
                  <a:xfrm>
                    <a:off x="4303311" y="1885970"/>
                    <a:ext cx="19598" cy="576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1668" extrusionOk="0">
                        <a:moveTo>
                          <a:pt x="256" y="0"/>
                        </a:moveTo>
                        <a:cubicBezTo>
                          <a:pt x="243" y="0"/>
                          <a:pt x="229" y="4"/>
                          <a:pt x="213" y="12"/>
                        </a:cubicBezTo>
                        <a:lnTo>
                          <a:pt x="241" y="104"/>
                        </a:lnTo>
                        <a:cubicBezTo>
                          <a:pt x="255" y="90"/>
                          <a:pt x="262" y="83"/>
                          <a:pt x="269" y="83"/>
                        </a:cubicBezTo>
                        <a:cubicBezTo>
                          <a:pt x="276" y="83"/>
                          <a:pt x="283" y="90"/>
                          <a:pt x="298" y="104"/>
                        </a:cubicBezTo>
                        <a:cubicBezTo>
                          <a:pt x="354" y="132"/>
                          <a:pt x="390" y="189"/>
                          <a:pt x="390" y="252"/>
                        </a:cubicBezTo>
                        <a:lnTo>
                          <a:pt x="390" y="458"/>
                        </a:lnTo>
                        <a:cubicBezTo>
                          <a:pt x="354" y="486"/>
                          <a:pt x="354" y="542"/>
                          <a:pt x="354" y="578"/>
                        </a:cubicBezTo>
                        <a:cubicBezTo>
                          <a:pt x="354" y="663"/>
                          <a:pt x="390" y="783"/>
                          <a:pt x="446" y="840"/>
                        </a:cubicBezTo>
                        <a:cubicBezTo>
                          <a:pt x="390" y="868"/>
                          <a:pt x="390" y="896"/>
                          <a:pt x="354" y="932"/>
                        </a:cubicBezTo>
                        <a:cubicBezTo>
                          <a:pt x="326" y="988"/>
                          <a:pt x="354" y="1073"/>
                          <a:pt x="354" y="1137"/>
                        </a:cubicBezTo>
                        <a:cubicBezTo>
                          <a:pt x="390" y="1285"/>
                          <a:pt x="354" y="1398"/>
                          <a:pt x="298" y="1490"/>
                        </a:cubicBezTo>
                        <a:cubicBezTo>
                          <a:pt x="261" y="1545"/>
                          <a:pt x="198" y="1576"/>
                          <a:pt x="135" y="1576"/>
                        </a:cubicBezTo>
                        <a:cubicBezTo>
                          <a:pt x="100" y="1576"/>
                          <a:pt x="66" y="1567"/>
                          <a:pt x="36" y="1547"/>
                        </a:cubicBezTo>
                        <a:lnTo>
                          <a:pt x="0" y="1639"/>
                        </a:lnTo>
                        <a:cubicBezTo>
                          <a:pt x="36" y="1667"/>
                          <a:pt x="92" y="1667"/>
                          <a:pt x="121" y="1667"/>
                        </a:cubicBezTo>
                        <a:cubicBezTo>
                          <a:pt x="213" y="1667"/>
                          <a:pt x="326" y="1604"/>
                          <a:pt x="390" y="1519"/>
                        </a:cubicBezTo>
                        <a:cubicBezTo>
                          <a:pt x="446" y="1427"/>
                          <a:pt x="474" y="1314"/>
                          <a:pt x="446" y="1137"/>
                        </a:cubicBezTo>
                        <a:lnTo>
                          <a:pt x="446" y="1108"/>
                        </a:lnTo>
                        <a:lnTo>
                          <a:pt x="446" y="960"/>
                        </a:lnTo>
                        <a:cubicBezTo>
                          <a:pt x="446" y="932"/>
                          <a:pt x="474" y="932"/>
                          <a:pt x="503" y="896"/>
                        </a:cubicBezTo>
                        <a:lnTo>
                          <a:pt x="531" y="896"/>
                        </a:lnTo>
                        <a:lnTo>
                          <a:pt x="566" y="811"/>
                        </a:lnTo>
                        <a:lnTo>
                          <a:pt x="531" y="811"/>
                        </a:lnTo>
                        <a:cubicBezTo>
                          <a:pt x="474" y="783"/>
                          <a:pt x="446" y="691"/>
                          <a:pt x="446" y="578"/>
                        </a:cubicBezTo>
                        <a:cubicBezTo>
                          <a:pt x="446" y="542"/>
                          <a:pt x="446" y="514"/>
                          <a:pt x="474" y="458"/>
                        </a:cubicBezTo>
                        <a:lnTo>
                          <a:pt x="474" y="252"/>
                        </a:lnTo>
                        <a:cubicBezTo>
                          <a:pt x="474" y="160"/>
                          <a:pt x="418" y="76"/>
                          <a:pt x="354" y="47"/>
                        </a:cubicBezTo>
                        <a:cubicBezTo>
                          <a:pt x="314" y="22"/>
                          <a:pt x="288" y="0"/>
                          <a:pt x="256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722" name="Google Shape;722;p39">
                  <a:extLst>
                    <a:ext uri="{FF2B5EF4-FFF2-40B4-BE49-F238E27FC236}">
                      <a16:creationId xmlns:a16="http://schemas.microsoft.com/office/drawing/2014/main" id="{AD996FC5-0D0D-8E47-78BE-BD4E99848042}"/>
                    </a:ext>
                  </a:extLst>
                </p:cNvPr>
                <p:cNvGrpSpPr/>
                <p:nvPr/>
              </p:nvGrpSpPr>
              <p:grpSpPr>
                <a:xfrm>
                  <a:off x="3990034" y="875479"/>
                  <a:ext cx="568881" cy="224795"/>
                  <a:chOff x="300879" y="4170864"/>
                  <a:chExt cx="505357" cy="199693"/>
                </a:xfrm>
              </p:grpSpPr>
              <p:sp>
                <p:nvSpPr>
                  <p:cNvPr id="723" name="Google Shape;723;p39">
                    <a:extLst>
                      <a:ext uri="{FF2B5EF4-FFF2-40B4-BE49-F238E27FC236}">
                        <a16:creationId xmlns:a16="http://schemas.microsoft.com/office/drawing/2014/main" id="{547133D0-41E7-B3F8-C82B-6246A0D2C662}"/>
                      </a:ext>
                    </a:extLst>
                  </p:cNvPr>
                  <p:cNvSpPr/>
                  <p:nvPr/>
                </p:nvSpPr>
                <p:spPr>
                  <a:xfrm>
                    <a:off x="518149" y="4197063"/>
                    <a:ext cx="71544" cy="111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0" h="1062" extrusionOk="0">
                        <a:moveTo>
                          <a:pt x="57" y="0"/>
                        </a:moveTo>
                        <a:lnTo>
                          <a:pt x="1" y="57"/>
                        </a:lnTo>
                        <a:lnTo>
                          <a:pt x="531" y="616"/>
                        </a:lnTo>
                        <a:lnTo>
                          <a:pt x="1" y="1005"/>
                        </a:lnTo>
                        <a:lnTo>
                          <a:pt x="57" y="1061"/>
                        </a:lnTo>
                        <a:lnTo>
                          <a:pt x="680" y="651"/>
                        </a:lnTo>
                        <a:lnTo>
                          <a:pt x="57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4" name="Google Shape;724;p39">
                    <a:extLst>
                      <a:ext uri="{FF2B5EF4-FFF2-40B4-BE49-F238E27FC236}">
                        <a16:creationId xmlns:a16="http://schemas.microsoft.com/office/drawing/2014/main" id="{1E94525B-E6D2-4DB1-EF43-B550725083C6}"/>
                      </a:ext>
                    </a:extLst>
                  </p:cNvPr>
                  <p:cNvSpPr/>
                  <p:nvPr/>
                </p:nvSpPr>
                <p:spPr>
                  <a:xfrm>
                    <a:off x="568021" y="4197063"/>
                    <a:ext cx="71544" cy="111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0" h="1062" extrusionOk="0">
                        <a:moveTo>
                          <a:pt x="57" y="0"/>
                        </a:moveTo>
                        <a:lnTo>
                          <a:pt x="1" y="57"/>
                        </a:lnTo>
                        <a:lnTo>
                          <a:pt x="531" y="616"/>
                        </a:lnTo>
                        <a:lnTo>
                          <a:pt x="1" y="1005"/>
                        </a:lnTo>
                        <a:lnTo>
                          <a:pt x="57" y="1061"/>
                        </a:lnTo>
                        <a:lnTo>
                          <a:pt x="680" y="651"/>
                        </a:lnTo>
                        <a:lnTo>
                          <a:pt x="57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5" name="Google Shape;725;p39">
                    <a:extLst>
                      <a:ext uri="{FF2B5EF4-FFF2-40B4-BE49-F238E27FC236}">
                        <a16:creationId xmlns:a16="http://schemas.microsoft.com/office/drawing/2014/main" id="{BE0DDE3D-A003-BE4A-BA92-5ECC2FBA5EE8}"/>
                      </a:ext>
                    </a:extLst>
                  </p:cNvPr>
                  <p:cNvSpPr/>
                  <p:nvPr/>
                </p:nvSpPr>
                <p:spPr>
                  <a:xfrm>
                    <a:off x="623794" y="4170864"/>
                    <a:ext cx="64811" cy="1878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6" h="1785" extrusionOk="0">
                        <a:moveTo>
                          <a:pt x="286" y="1"/>
                        </a:moveTo>
                        <a:cubicBezTo>
                          <a:pt x="268" y="1"/>
                          <a:pt x="251" y="5"/>
                          <a:pt x="234" y="16"/>
                        </a:cubicBezTo>
                        <a:lnTo>
                          <a:pt x="262" y="101"/>
                        </a:lnTo>
                        <a:lnTo>
                          <a:pt x="354" y="101"/>
                        </a:lnTo>
                        <a:cubicBezTo>
                          <a:pt x="383" y="157"/>
                          <a:pt x="411" y="221"/>
                          <a:pt x="439" y="278"/>
                        </a:cubicBezTo>
                        <a:cubicBezTo>
                          <a:pt x="439" y="334"/>
                          <a:pt x="411" y="398"/>
                          <a:pt x="411" y="483"/>
                        </a:cubicBezTo>
                        <a:cubicBezTo>
                          <a:pt x="411" y="511"/>
                          <a:pt x="383" y="575"/>
                          <a:pt x="383" y="631"/>
                        </a:cubicBezTo>
                        <a:cubicBezTo>
                          <a:pt x="383" y="723"/>
                          <a:pt x="411" y="836"/>
                          <a:pt x="467" y="900"/>
                        </a:cubicBezTo>
                        <a:cubicBezTo>
                          <a:pt x="439" y="928"/>
                          <a:pt x="411" y="957"/>
                          <a:pt x="411" y="985"/>
                        </a:cubicBezTo>
                        <a:cubicBezTo>
                          <a:pt x="383" y="1077"/>
                          <a:pt x="383" y="1134"/>
                          <a:pt x="383" y="1190"/>
                        </a:cubicBezTo>
                        <a:lnTo>
                          <a:pt x="411" y="1218"/>
                        </a:lnTo>
                        <a:cubicBezTo>
                          <a:pt x="411" y="1367"/>
                          <a:pt x="411" y="1487"/>
                          <a:pt x="354" y="1572"/>
                        </a:cubicBezTo>
                        <a:cubicBezTo>
                          <a:pt x="308" y="1639"/>
                          <a:pt x="218" y="1687"/>
                          <a:pt x="139" y="1687"/>
                        </a:cubicBezTo>
                        <a:cubicBezTo>
                          <a:pt x="109" y="1687"/>
                          <a:pt x="81" y="1680"/>
                          <a:pt x="57" y="1664"/>
                        </a:cubicBezTo>
                        <a:lnTo>
                          <a:pt x="1" y="1721"/>
                        </a:lnTo>
                        <a:cubicBezTo>
                          <a:pt x="57" y="1749"/>
                          <a:pt x="85" y="1784"/>
                          <a:pt x="142" y="1784"/>
                        </a:cubicBezTo>
                        <a:cubicBezTo>
                          <a:pt x="234" y="1784"/>
                          <a:pt x="354" y="1721"/>
                          <a:pt x="411" y="1636"/>
                        </a:cubicBezTo>
                        <a:cubicBezTo>
                          <a:pt x="467" y="1516"/>
                          <a:pt x="496" y="1395"/>
                          <a:pt x="467" y="1218"/>
                        </a:cubicBezTo>
                        <a:lnTo>
                          <a:pt x="467" y="1190"/>
                        </a:lnTo>
                        <a:lnTo>
                          <a:pt x="467" y="1013"/>
                        </a:lnTo>
                        <a:cubicBezTo>
                          <a:pt x="496" y="985"/>
                          <a:pt x="496" y="985"/>
                          <a:pt x="531" y="957"/>
                        </a:cubicBezTo>
                        <a:lnTo>
                          <a:pt x="588" y="957"/>
                        </a:lnTo>
                        <a:lnTo>
                          <a:pt x="616" y="865"/>
                        </a:lnTo>
                        <a:lnTo>
                          <a:pt x="588" y="865"/>
                        </a:lnTo>
                        <a:cubicBezTo>
                          <a:pt x="496" y="836"/>
                          <a:pt x="467" y="723"/>
                          <a:pt x="467" y="631"/>
                        </a:cubicBezTo>
                        <a:cubicBezTo>
                          <a:pt x="467" y="575"/>
                          <a:pt x="496" y="546"/>
                          <a:pt x="496" y="483"/>
                        </a:cubicBezTo>
                        <a:cubicBezTo>
                          <a:pt x="496" y="426"/>
                          <a:pt x="531" y="334"/>
                          <a:pt x="531" y="249"/>
                        </a:cubicBezTo>
                        <a:cubicBezTo>
                          <a:pt x="496" y="193"/>
                          <a:pt x="467" y="101"/>
                          <a:pt x="383" y="44"/>
                        </a:cubicBezTo>
                        <a:cubicBezTo>
                          <a:pt x="363" y="24"/>
                          <a:pt x="326" y="1"/>
                          <a:pt x="286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6" name="Google Shape;726;p39">
                    <a:extLst>
                      <a:ext uri="{FF2B5EF4-FFF2-40B4-BE49-F238E27FC236}">
                        <a16:creationId xmlns:a16="http://schemas.microsoft.com/office/drawing/2014/main" id="{1E440E1E-8001-CE43-922A-915A4DE0B777}"/>
                      </a:ext>
                    </a:extLst>
                  </p:cNvPr>
                  <p:cNvSpPr/>
                  <p:nvPr/>
                </p:nvSpPr>
                <p:spPr>
                  <a:xfrm>
                    <a:off x="725748" y="4178439"/>
                    <a:ext cx="31353" cy="1676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" h="1593" extrusionOk="0">
                        <a:moveTo>
                          <a:pt x="93" y="0"/>
                        </a:moveTo>
                        <a:lnTo>
                          <a:pt x="1" y="29"/>
                        </a:lnTo>
                        <a:cubicBezTo>
                          <a:pt x="206" y="531"/>
                          <a:pt x="206" y="1090"/>
                          <a:pt x="1" y="1564"/>
                        </a:cubicBezTo>
                        <a:lnTo>
                          <a:pt x="93" y="1592"/>
                        </a:lnTo>
                        <a:cubicBezTo>
                          <a:pt x="298" y="1090"/>
                          <a:pt x="298" y="503"/>
                          <a:pt x="93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7" name="Google Shape;727;p39">
                    <a:extLst>
                      <a:ext uri="{FF2B5EF4-FFF2-40B4-BE49-F238E27FC236}">
                        <a16:creationId xmlns:a16="http://schemas.microsoft.com/office/drawing/2014/main" id="{A70A9E7A-060B-C904-0A2A-4C4E80C6FA12}"/>
                      </a:ext>
                    </a:extLst>
                  </p:cNvPr>
                  <p:cNvSpPr/>
                  <p:nvPr/>
                </p:nvSpPr>
                <p:spPr>
                  <a:xfrm>
                    <a:off x="765940" y="4175493"/>
                    <a:ext cx="40296" cy="19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" h="1854" extrusionOk="0">
                        <a:moveTo>
                          <a:pt x="121" y="0"/>
                        </a:moveTo>
                        <a:lnTo>
                          <a:pt x="29" y="28"/>
                        </a:lnTo>
                        <a:cubicBezTo>
                          <a:pt x="298" y="587"/>
                          <a:pt x="270" y="1266"/>
                          <a:pt x="1" y="1825"/>
                        </a:cubicBezTo>
                        <a:lnTo>
                          <a:pt x="64" y="1854"/>
                        </a:lnTo>
                        <a:cubicBezTo>
                          <a:pt x="383" y="1295"/>
                          <a:pt x="383" y="587"/>
                          <a:pt x="121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8" name="Google Shape;728;p39">
                    <a:extLst>
                      <a:ext uri="{FF2B5EF4-FFF2-40B4-BE49-F238E27FC236}">
                        <a16:creationId xmlns:a16="http://schemas.microsoft.com/office/drawing/2014/main" id="{D993ADA8-5ADE-7407-E3F3-E6C2FE4BF89B}"/>
                      </a:ext>
                    </a:extLst>
                  </p:cNvPr>
                  <p:cNvSpPr/>
                  <p:nvPr/>
                </p:nvSpPr>
                <p:spPr>
                  <a:xfrm>
                    <a:off x="419141" y="4170864"/>
                    <a:ext cx="64916" cy="1878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7" h="1785" extrusionOk="0">
                        <a:moveTo>
                          <a:pt x="331" y="1"/>
                        </a:moveTo>
                        <a:cubicBezTo>
                          <a:pt x="291" y="1"/>
                          <a:pt x="254" y="24"/>
                          <a:pt x="234" y="44"/>
                        </a:cubicBezTo>
                        <a:cubicBezTo>
                          <a:pt x="149" y="101"/>
                          <a:pt x="114" y="193"/>
                          <a:pt x="86" y="249"/>
                        </a:cubicBezTo>
                        <a:cubicBezTo>
                          <a:pt x="86" y="334"/>
                          <a:pt x="114" y="426"/>
                          <a:pt x="114" y="483"/>
                        </a:cubicBezTo>
                        <a:cubicBezTo>
                          <a:pt x="114" y="546"/>
                          <a:pt x="149" y="575"/>
                          <a:pt x="149" y="631"/>
                        </a:cubicBezTo>
                        <a:cubicBezTo>
                          <a:pt x="149" y="723"/>
                          <a:pt x="114" y="836"/>
                          <a:pt x="29" y="865"/>
                        </a:cubicBezTo>
                        <a:lnTo>
                          <a:pt x="1" y="865"/>
                        </a:lnTo>
                        <a:lnTo>
                          <a:pt x="29" y="957"/>
                        </a:lnTo>
                        <a:lnTo>
                          <a:pt x="86" y="957"/>
                        </a:lnTo>
                        <a:cubicBezTo>
                          <a:pt x="114" y="985"/>
                          <a:pt x="114" y="985"/>
                          <a:pt x="149" y="1013"/>
                        </a:cubicBezTo>
                        <a:lnTo>
                          <a:pt x="149" y="1190"/>
                        </a:lnTo>
                        <a:lnTo>
                          <a:pt x="114" y="1218"/>
                        </a:lnTo>
                        <a:cubicBezTo>
                          <a:pt x="114" y="1395"/>
                          <a:pt x="149" y="1516"/>
                          <a:pt x="206" y="1636"/>
                        </a:cubicBezTo>
                        <a:cubicBezTo>
                          <a:pt x="263" y="1721"/>
                          <a:pt x="383" y="1784"/>
                          <a:pt x="468" y="1784"/>
                        </a:cubicBezTo>
                        <a:cubicBezTo>
                          <a:pt x="531" y="1784"/>
                          <a:pt x="560" y="1749"/>
                          <a:pt x="616" y="1721"/>
                        </a:cubicBezTo>
                        <a:lnTo>
                          <a:pt x="560" y="1664"/>
                        </a:lnTo>
                        <a:cubicBezTo>
                          <a:pt x="534" y="1680"/>
                          <a:pt x="505" y="1687"/>
                          <a:pt x="475" y="1687"/>
                        </a:cubicBezTo>
                        <a:cubicBezTo>
                          <a:pt x="396" y="1687"/>
                          <a:pt x="309" y="1639"/>
                          <a:pt x="263" y="1572"/>
                        </a:cubicBezTo>
                        <a:cubicBezTo>
                          <a:pt x="206" y="1487"/>
                          <a:pt x="206" y="1367"/>
                          <a:pt x="206" y="1218"/>
                        </a:cubicBezTo>
                        <a:lnTo>
                          <a:pt x="234" y="1190"/>
                        </a:lnTo>
                        <a:cubicBezTo>
                          <a:pt x="234" y="1134"/>
                          <a:pt x="234" y="1077"/>
                          <a:pt x="206" y="985"/>
                        </a:cubicBezTo>
                        <a:cubicBezTo>
                          <a:pt x="206" y="957"/>
                          <a:pt x="178" y="928"/>
                          <a:pt x="149" y="900"/>
                        </a:cubicBezTo>
                        <a:cubicBezTo>
                          <a:pt x="206" y="836"/>
                          <a:pt x="234" y="723"/>
                          <a:pt x="234" y="631"/>
                        </a:cubicBezTo>
                        <a:cubicBezTo>
                          <a:pt x="234" y="575"/>
                          <a:pt x="206" y="511"/>
                          <a:pt x="206" y="483"/>
                        </a:cubicBezTo>
                        <a:cubicBezTo>
                          <a:pt x="206" y="398"/>
                          <a:pt x="178" y="334"/>
                          <a:pt x="178" y="278"/>
                        </a:cubicBezTo>
                        <a:cubicBezTo>
                          <a:pt x="206" y="221"/>
                          <a:pt x="234" y="157"/>
                          <a:pt x="263" y="101"/>
                        </a:cubicBezTo>
                        <a:lnTo>
                          <a:pt x="355" y="101"/>
                        </a:lnTo>
                        <a:lnTo>
                          <a:pt x="383" y="16"/>
                        </a:lnTo>
                        <a:cubicBezTo>
                          <a:pt x="366" y="5"/>
                          <a:pt x="348" y="1"/>
                          <a:pt x="331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9" name="Google Shape;729;p39">
                    <a:extLst>
                      <a:ext uri="{FF2B5EF4-FFF2-40B4-BE49-F238E27FC236}">
                        <a16:creationId xmlns:a16="http://schemas.microsoft.com/office/drawing/2014/main" id="{F0EA532D-7731-6054-B79B-DE7417353812}"/>
                      </a:ext>
                    </a:extLst>
                  </p:cNvPr>
                  <p:cNvSpPr/>
                  <p:nvPr/>
                </p:nvSpPr>
                <p:spPr>
                  <a:xfrm>
                    <a:off x="350751" y="4178439"/>
                    <a:ext cx="31353" cy="1676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" h="1593" extrusionOk="0">
                        <a:moveTo>
                          <a:pt x="205" y="0"/>
                        </a:moveTo>
                        <a:cubicBezTo>
                          <a:pt x="0" y="503"/>
                          <a:pt x="0" y="1090"/>
                          <a:pt x="205" y="1592"/>
                        </a:cubicBezTo>
                        <a:lnTo>
                          <a:pt x="297" y="1564"/>
                        </a:lnTo>
                        <a:cubicBezTo>
                          <a:pt x="92" y="1090"/>
                          <a:pt x="92" y="531"/>
                          <a:pt x="297" y="29"/>
                        </a:cubicBezTo>
                        <a:lnTo>
                          <a:pt x="205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0" name="Google Shape;730;p39">
                    <a:extLst>
                      <a:ext uri="{FF2B5EF4-FFF2-40B4-BE49-F238E27FC236}">
                        <a16:creationId xmlns:a16="http://schemas.microsoft.com/office/drawing/2014/main" id="{5E17B59C-3D39-B915-4A27-D403BFBBF77B}"/>
                      </a:ext>
                    </a:extLst>
                  </p:cNvPr>
                  <p:cNvSpPr/>
                  <p:nvPr/>
                </p:nvSpPr>
                <p:spPr>
                  <a:xfrm>
                    <a:off x="300879" y="4175493"/>
                    <a:ext cx="41033" cy="19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0" h="1854" extrusionOk="0">
                        <a:moveTo>
                          <a:pt x="269" y="0"/>
                        </a:moveTo>
                        <a:lnTo>
                          <a:pt x="269" y="0"/>
                        </a:lnTo>
                        <a:cubicBezTo>
                          <a:pt x="0" y="587"/>
                          <a:pt x="0" y="1295"/>
                          <a:pt x="325" y="1854"/>
                        </a:cubicBezTo>
                        <a:lnTo>
                          <a:pt x="389" y="1825"/>
                        </a:lnTo>
                        <a:cubicBezTo>
                          <a:pt x="120" y="1266"/>
                          <a:pt x="92" y="587"/>
                          <a:pt x="354" y="28"/>
                        </a:cubicBezTo>
                        <a:lnTo>
                          <a:pt x="269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731" name="Google Shape;731;p39">
              <a:extLst>
                <a:ext uri="{FF2B5EF4-FFF2-40B4-BE49-F238E27FC236}">
                  <a16:creationId xmlns:a16="http://schemas.microsoft.com/office/drawing/2014/main" id="{42DAB61D-EC5D-2417-6A92-265C8DAC5858}"/>
                </a:ext>
              </a:extLst>
            </p:cNvPr>
            <p:cNvGrpSpPr/>
            <p:nvPr/>
          </p:nvGrpSpPr>
          <p:grpSpPr>
            <a:xfrm>
              <a:off x="-5163370" y="445034"/>
              <a:ext cx="1789390" cy="838699"/>
              <a:chOff x="-4182420" y="20059"/>
              <a:chExt cx="1789390" cy="838699"/>
            </a:xfrm>
          </p:grpSpPr>
          <p:grpSp>
            <p:nvGrpSpPr>
              <p:cNvPr id="732" name="Google Shape;732;p39">
                <a:extLst>
                  <a:ext uri="{FF2B5EF4-FFF2-40B4-BE49-F238E27FC236}">
                    <a16:creationId xmlns:a16="http://schemas.microsoft.com/office/drawing/2014/main" id="{98FE8542-CA73-807C-E101-5A745F40E140}"/>
                  </a:ext>
                </a:extLst>
              </p:cNvPr>
              <p:cNvGrpSpPr/>
              <p:nvPr/>
            </p:nvGrpSpPr>
            <p:grpSpPr>
              <a:xfrm>
                <a:off x="-3554488" y="20059"/>
                <a:ext cx="688617" cy="567202"/>
                <a:chOff x="4646862" y="1815214"/>
                <a:chExt cx="226229" cy="186341"/>
              </a:xfrm>
            </p:grpSpPr>
            <p:sp>
              <p:nvSpPr>
                <p:cNvPr id="733" name="Google Shape;733;p39">
                  <a:extLst>
                    <a:ext uri="{FF2B5EF4-FFF2-40B4-BE49-F238E27FC236}">
                      <a16:creationId xmlns:a16="http://schemas.microsoft.com/office/drawing/2014/main" id="{FA5B64F2-FD25-122B-87EC-3CC93A17A300}"/>
                    </a:ext>
                  </a:extLst>
                </p:cNvPr>
                <p:cNvSpPr/>
                <p:nvPr/>
              </p:nvSpPr>
              <p:spPr>
                <a:xfrm>
                  <a:off x="4646862" y="1841622"/>
                  <a:ext cx="199578" cy="1599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4" h="4627" extrusionOk="0">
                      <a:moveTo>
                        <a:pt x="1" y="0"/>
                      </a:moveTo>
                      <a:lnTo>
                        <a:pt x="1" y="4627"/>
                      </a:lnTo>
                      <a:lnTo>
                        <a:pt x="5774" y="4627"/>
                      </a:lnTo>
                      <a:lnTo>
                        <a:pt x="577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4" name="Google Shape;734;p39">
                  <a:extLst>
                    <a:ext uri="{FF2B5EF4-FFF2-40B4-BE49-F238E27FC236}">
                      <a16:creationId xmlns:a16="http://schemas.microsoft.com/office/drawing/2014/main" id="{9CB98C87-D9CB-5B5B-BDBE-A181284AA5B5}"/>
                    </a:ext>
                  </a:extLst>
                </p:cNvPr>
                <p:cNvSpPr/>
                <p:nvPr/>
              </p:nvSpPr>
              <p:spPr>
                <a:xfrm>
                  <a:off x="4673271" y="1815214"/>
                  <a:ext cx="199820" cy="1599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81" h="4627" extrusionOk="0">
                      <a:moveTo>
                        <a:pt x="1" y="0"/>
                      </a:moveTo>
                      <a:lnTo>
                        <a:pt x="1" y="4627"/>
                      </a:lnTo>
                      <a:lnTo>
                        <a:pt x="5781" y="4627"/>
                      </a:lnTo>
                      <a:lnTo>
                        <a:pt x="578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5" name="Google Shape;735;p39">
                  <a:extLst>
                    <a:ext uri="{FF2B5EF4-FFF2-40B4-BE49-F238E27FC236}">
                      <a16:creationId xmlns:a16="http://schemas.microsoft.com/office/drawing/2014/main" id="{E62928B6-C50D-3EDD-6046-BDB54678F58E}"/>
                    </a:ext>
                  </a:extLst>
                </p:cNvPr>
                <p:cNvSpPr/>
                <p:nvPr/>
              </p:nvSpPr>
              <p:spPr>
                <a:xfrm>
                  <a:off x="4844441" y="1827415"/>
                  <a:ext cx="16418" cy="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" h="115" extrusionOk="0">
                      <a:moveTo>
                        <a:pt x="1" y="1"/>
                      </a:moveTo>
                      <a:lnTo>
                        <a:pt x="1" y="114"/>
                      </a:lnTo>
                      <a:lnTo>
                        <a:pt x="475" y="114"/>
                      </a:lnTo>
                      <a:lnTo>
                        <a:pt x="475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6" name="Google Shape;736;p39">
                  <a:extLst>
                    <a:ext uri="{FF2B5EF4-FFF2-40B4-BE49-F238E27FC236}">
                      <a16:creationId xmlns:a16="http://schemas.microsoft.com/office/drawing/2014/main" id="{0C9141EB-F631-C1A2-D897-B8A564434D37}"/>
                    </a:ext>
                  </a:extLst>
                </p:cNvPr>
                <p:cNvSpPr/>
                <p:nvPr/>
              </p:nvSpPr>
              <p:spPr>
                <a:xfrm>
                  <a:off x="4735386" y="1827415"/>
                  <a:ext cx="90768" cy="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6" h="115" extrusionOk="0">
                      <a:moveTo>
                        <a:pt x="1" y="1"/>
                      </a:moveTo>
                      <a:lnTo>
                        <a:pt x="1" y="114"/>
                      </a:lnTo>
                      <a:lnTo>
                        <a:pt x="2625" y="114"/>
                      </a:lnTo>
                      <a:lnTo>
                        <a:pt x="2625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7" name="Google Shape;737;p39">
                  <a:extLst>
                    <a:ext uri="{FF2B5EF4-FFF2-40B4-BE49-F238E27FC236}">
                      <a16:creationId xmlns:a16="http://schemas.microsoft.com/office/drawing/2014/main" id="{963D3F9E-D383-98A5-A41C-A99665EBBBBC}"/>
                    </a:ext>
                  </a:extLst>
                </p:cNvPr>
                <p:cNvSpPr/>
                <p:nvPr/>
              </p:nvSpPr>
              <p:spPr>
                <a:xfrm>
                  <a:off x="4843473" y="1847740"/>
                  <a:ext cx="3940" cy="26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" h="765" extrusionOk="0">
                      <a:moveTo>
                        <a:pt x="1" y="0"/>
                      </a:moveTo>
                      <a:lnTo>
                        <a:pt x="1" y="764"/>
                      </a:lnTo>
                      <a:lnTo>
                        <a:pt x="114" y="764"/>
                      </a:lnTo>
                      <a:lnTo>
                        <a:pt x="11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8" name="Google Shape;738;p39">
                  <a:extLst>
                    <a:ext uri="{FF2B5EF4-FFF2-40B4-BE49-F238E27FC236}">
                      <a16:creationId xmlns:a16="http://schemas.microsoft.com/office/drawing/2014/main" id="{0AE03CFB-B6D1-806D-D761-6B36BF2DE317}"/>
                    </a:ext>
                  </a:extLst>
                </p:cNvPr>
                <p:cNvSpPr/>
                <p:nvPr/>
              </p:nvSpPr>
              <p:spPr>
                <a:xfrm>
                  <a:off x="4843473" y="1886350"/>
                  <a:ext cx="3940" cy="54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" h="1565" extrusionOk="0">
                      <a:moveTo>
                        <a:pt x="1" y="1"/>
                      </a:moveTo>
                      <a:lnTo>
                        <a:pt x="1" y="1564"/>
                      </a:lnTo>
                      <a:lnTo>
                        <a:pt x="114" y="1564"/>
                      </a:lnTo>
                      <a:lnTo>
                        <a:pt x="114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9" name="Google Shape;739;p39">
                  <a:extLst>
                    <a:ext uri="{FF2B5EF4-FFF2-40B4-BE49-F238E27FC236}">
                      <a16:creationId xmlns:a16="http://schemas.microsoft.com/office/drawing/2014/main" id="{98695287-C449-1119-1B8A-1399657EECCB}"/>
                    </a:ext>
                  </a:extLst>
                </p:cNvPr>
                <p:cNvSpPr/>
                <p:nvPr/>
              </p:nvSpPr>
              <p:spPr>
                <a:xfrm>
                  <a:off x="4855710" y="1904705"/>
                  <a:ext cx="3940" cy="18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" h="532" extrusionOk="0">
                      <a:moveTo>
                        <a:pt x="0" y="0"/>
                      </a:moveTo>
                      <a:lnTo>
                        <a:pt x="0" y="531"/>
                      </a:lnTo>
                      <a:lnTo>
                        <a:pt x="114" y="531"/>
                      </a:lnTo>
                      <a:lnTo>
                        <a:pt x="11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40" name="Google Shape;740;p39">
                <a:extLst>
                  <a:ext uri="{FF2B5EF4-FFF2-40B4-BE49-F238E27FC236}">
                    <a16:creationId xmlns:a16="http://schemas.microsoft.com/office/drawing/2014/main" id="{F59178B5-6C51-510B-28D6-C68BB914584B}"/>
                  </a:ext>
                </a:extLst>
              </p:cNvPr>
              <p:cNvGrpSpPr/>
              <p:nvPr/>
            </p:nvGrpSpPr>
            <p:grpSpPr>
              <a:xfrm>
                <a:off x="-4182420" y="71225"/>
                <a:ext cx="1789390" cy="787533"/>
                <a:chOff x="4802651" y="2120880"/>
                <a:chExt cx="587861" cy="258725"/>
              </a:xfrm>
            </p:grpSpPr>
            <p:sp>
              <p:nvSpPr>
                <p:cNvPr id="741" name="Google Shape;741;p39">
                  <a:extLst>
                    <a:ext uri="{FF2B5EF4-FFF2-40B4-BE49-F238E27FC236}">
                      <a16:creationId xmlns:a16="http://schemas.microsoft.com/office/drawing/2014/main" id="{5C03442C-2EF3-F407-53A4-D69CF6AA0E8E}"/>
                    </a:ext>
                  </a:extLst>
                </p:cNvPr>
                <p:cNvSpPr/>
                <p:nvPr/>
              </p:nvSpPr>
              <p:spPr>
                <a:xfrm>
                  <a:off x="4820971" y="2152404"/>
                  <a:ext cx="538972" cy="22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3" h="6453" extrusionOk="0">
                      <a:moveTo>
                        <a:pt x="15388" y="1"/>
                      </a:moveTo>
                      <a:lnTo>
                        <a:pt x="11235" y="6042"/>
                      </a:lnTo>
                      <a:lnTo>
                        <a:pt x="8228" y="2180"/>
                      </a:lnTo>
                      <a:lnTo>
                        <a:pt x="5101" y="6071"/>
                      </a:lnTo>
                      <a:lnTo>
                        <a:pt x="2420" y="2774"/>
                      </a:lnTo>
                      <a:lnTo>
                        <a:pt x="1" y="5865"/>
                      </a:lnTo>
                      <a:lnTo>
                        <a:pt x="178" y="6014"/>
                      </a:lnTo>
                      <a:lnTo>
                        <a:pt x="2420" y="3156"/>
                      </a:lnTo>
                      <a:lnTo>
                        <a:pt x="5101" y="6424"/>
                      </a:lnTo>
                      <a:lnTo>
                        <a:pt x="8228" y="2562"/>
                      </a:lnTo>
                      <a:lnTo>
                        <a:pt x="11235" y="6453"/>
                      </a:lnTo>
                      <a:lnTo>
                        <a:pt x="15593" y="121"/>
                      </a:lnTo>
                      <a:lnTo>
                        <a:pt x="15388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2" name="Google Shape;742;p39">
                  <a:extLst>
                    <a:ext uri="{FF2B5EF4-FFF2-40B4-BE49-F238E27FC236}">
                      <a16:creationId xmlns:a16="http://schemas.microsoft.com/office/drawing/2014/main" id="{06E92C86-2BF8-22C6-70DF-4C39668A85B2}"/>
                    </a:ext>
                  </a:extLst>
                </p:cNvPr>
                <p:cNvSpPr/>
                <p:nvPr/>
              </p:nvSpPr>
              <p:spPr>
                <a:xfrm>
                  <a:off x="4802651" y="2335811"/>
                  <a:ext cx="42826" cy="437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9" h="1267" extrusionOk="0">
                      <a:moveTo>
                        <a:pt x="623" y="1"/>
                      </a:moveTo>
                      <a:cubicBezTo>
                        <a:pt x="269" y="1"/>
                        <a:pt x="0" y="262"/>
                        <a:pt x="0" y="616"/>
                      </a:cubicBezTo>
                      <a:cubicBezTo>
                        <a:pt x="0" y="970"/>
                        <a:pt x="269" y="1267"/>
                        <a:pt x="623" y="1267"/>
                      </a:cubicBezTo>
                      <a:cubicBezTo>
                        <a:pt x="977" y="1267"/>
                        <a:pt x="1238" y="970"/>
                        <a:pt x="1238" y="616"/>
                      </a:cubicBezTo>
                      <a:cubicBezTo>
                        <a:pt x="1238" y="262"/>
                        <a:pt x="977" y="1"/>
                        <a:pt x="62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3" name="Google Shape;743;p39">
                  <a:extLst>
                    <a:ext uri="{FF2B5EF4-FFF2-40B4-BE49-F238E27FC236}">
                      <a16:creationId xmlns:a16="http://schemas.microsoft.com/office/drawing/2014/main" id="{2BD91953-B0E2-A09D-44B1-12F4AD1E00C9}"/>
                    </a:ext>
                  </a:extLst>
                </p:cNvPr>
                <p:cNvSpPr/>
                <p:nvPr/>
              </p:nvSpPr>
              <p:spPr>
                <a:xfrm>
                  <a:off x="4981875" y="2346077"/>
                  <a:ext cx="33805" cy="33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" h="970" extrusionOk="0">
                      <a:moveTo>
                        <a:pt x="475" y="1"/>
                      </a:moveTo>
                      <a:cubicBezTo>
                        <a:pt x="213" y="1"/>
                        <a:pt x="1" y="206"/>
                        <a:pt x="1" y="468"/>
                      </a:cubicBezTo>
                      <a:cubicBezTo>
                        <a:pt x="1" y="736"/>
                        <a:pt x="213" y="970"/>
                        <a:pt x="475" y="970"/>
                      </a:cubicBezTo>
                      <a:cubicBezTo>
                        <a:pt x="744" y="970"/>
                        <a:pt x="977" y="736"/>
                        <a:pt x="977" y="468"/>
                      </a:cubicBezTo>
                      <a:cubicBezTo>
                        <a:pt x="977" y="206"/>
                        <a:pt x="744" y="1"/>
                        <a:pt x="47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4" name="Google Shape;744;p39">
                  <a:extLst>
                    <a:ext uri="{FF2B5EF4-FFF2-40B4-BE49-F238E27FC236}">
                      <a16:creationId xmlns:a16="http://schemas.microsoft.com/office/drawing/2014/main" id="{993DE20F-A46D-BF43-274B-D6A41E1A86D9}"/>
                    </a:ext>
                  </a:extLst>
                </p:cNvPr>
                <p:cNvSpPr/>
                <p:nvPr/>
              </p:nvSpPr>
              <p:spPr>
                <a:xfrm>
                  <a:off x="5191932" y="2346077"/>
                  <a:ext cx="33528" cy="33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0" h="970" extrusionOk="0">
                      <a:moveTo>
                        <a:pt x="468" y="1"/>
                      </a:moveTo>
                      <a:cubicBezTo>
                        <a:pt x="206" y="1"/>
                        <a:pt x="1" y="206"/>
                        <a:pt x="1" y="468"/>
                      </a:cubicBezTo>
                      <a:cubicBezTo>
                        <a:pt x="1" y="736"/>
                        <a:pt x="206" y="970"/>
                        <a:pt x="468" y="970"/>
                      </a:cubicBezTo>
                      <a:cubicBezTo>
                        <a:pt x="736" y="970"/>
                        <a:pt x="970" y="736"/>
                        <a:pt x="970" y="468"/>
                      </a:cubicBezTo>
                      <a:cubicBezTo>
                        <a:pt x="970" y="206"/>
                        <a:pt x="736" y="1"/>
                        <a:pt x="46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5" name="Google Shape;745;p39">
                  <a:extLst>
                    <a:ext uri="{FF2B5EF4-FFF2-40B4-BE49-F238E27FC236}">
                      <a16:creationId xmlns:a16="http://schemas.microsoft.com/office/drawing/2014/main" id="{323085DB-355C-2E01-1DFE-2538BB8CF10D}"/>
                    </a:ext>
                  </a:extLst>
                </p:cNvPr>
                <p:cNvSpPr/>
                <p:nvPr/>
              </p:nvSpPr>
              <p:spPr>
                <a:xfrm>
                  <a:off x="5340600" y="2138232"/>
                  <a:ext cx="33805" cy="33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" h="970" extrusionOk="0">
                      <a:moveTo>
                        <a:pt x="475" y="1"/>
                      </a:moveTo>
                      <a:cubicBezTo>
                        <a:pt x="206" y="1"/>
                        <a:pt x="1" y="206"/>
                        <a:pt x="1" y="467"/>
                      </a:cubicBezTo>
                      <a:cubicBezTo>
                        <a:pt x="1" y="736"/>
                        <a:pt x="206" y="970"/>
                        <a:pt x="475" y="970"/>
                      </a:cubicBezTo>
                      <a:cubicBezTo>
                        <a:pt x="737" y="970"/>
                        <a:pt x="977" y="736"/>
                        <a:pt x="977" y="467"/>
                      </a:cubicBezTo>
                      <a:cubicBezTo>
                        <a:pt x="977" y="206"/>
                        <a:pt x="737" y="1"/>
                        <a:pt x="47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6" name="Google Shape;746;p39">
                  <a:extLst>
                    <a:ext uri="{FF2B5EF4-FFF2-40B4-BE49-F238E27FC236}">
                      <a16:creationId xmlns:a16="http://schemas.microsoft.com/office/drawing/2014/main" id="{22535A61-7E93-5BA3-2E6D-508BF64C4D61}"/>
                    </a:ext>
                  </a:extLst>
                </p:cNvPr>
                <p:cNvSpPr/>
                <p:nvPr/>
              </p:nvSpPr>
              <p:spPr>
                <a:xfrm>
                  <a:off x="4882118" y="2231906"/>
                  <a:ext cx="44796" cy="44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6" h="1295" extrusionOk="0">
                      <a:moveTo>
                        <a:pt x="651" y="0"/>
                      </a:moveTo>
                      <a:cubicBezTo>
                        <a:pt x="298" y="0"/>
                        <a:pt x="0" y="297"/>
                        <a:pt x="0" y="651"/>
                      </a:cubicBezTo>
                      <a:cubicBezTo>
                        <a:pt x="0" y="1005"/>
                        <a:pt x="298" y="1295"/>
                        <a:pt x="651" y="1295"/>
                      </a:cubicBezTo>
                      <a:cubicBezTo>
                        <a:pt x="1005" y="1295"/>
                        <a:pt x="1295" y="1005"/>
                        <a:pt x="1295" y="651"/>
                      </a:cubicBezTo>
                      <a:cubicBezTo>
                        <a:pt x="1295" y="297"/>
                        <a:pt x="1005" y="0"/>
                        <a:pt x="65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7" name="Google Shape;747;p39">
                  <a:extLst>
                    <a:ext uri="{FF2B5EF4-FFF2-40B4-BE49-F238E27FC236}">
                      <a16:creationId xmlns:a16="http://schemas.microsoft.com/office/drawing/2014/main" id="{620D327A-9A53-056C-AACE-144E14CF80CE}"/>
                    </a:ext>
                  </a:extLst>
                </p:cNvPr>
                <p:cNvSpPr/>
                <p:nvPr/>
              </p:nvSpPr>
              <p:spPr>
                <a:xfrm>
                  <a:off x="5088995" y="2213551"/>
                  <a:ext cx="38678" cy="386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1119" extrusionOk="0">
                      <a:moveTo>
                        <a:pt x="559" y="0"/>
                      </a:moveTo>
                      <a:cubicBezTo>
                        <a:pt x="234" y="0"/>
                        <a:pt x="0" y="262"/>
                        <a:pt x="0" y="559"/>
                      </a:cubicBezTo>
                      <a:cubicBezTo>
                        <a:pt x="0" y="885"/>
                        <a:pt x="234" y="1118"/>
                        <a:pt x="559" y="1118"/>
                      </a:cubicBezTo>
                      <a:cubicBezTo>
                        <a:pt x="856" y="1118"/>
                        <a:pt x="1118" y="885"/>
                        <a:pt x="1118" y="559"/>
                      </a:cubicBezTo>
                      <a:cubicBezTo>
                        <a:pt x="1118" y="262"/>
                        <a:pt x="856" y="0"/>
                        <a:pt x="55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8" name="Google Shape;748;p39">
                  <a:extLst>
                    <a:ext uri="{FF2B5EF4-FFF2-40B4-BE49-F238E27FC236}">
                      <a16:creationId xmlns:a16="http://schemas.microsoft.com/office/drawing/2014/main" id="{B84D1DB2-E397-B8F6-335F-8FD4E90A04D0}"/>
                    </a:ext>
                  </a:extLst>
                </p:cNvPr>
                <p:cNvSpPr/>
                <p:nvPr/>
              </p:nvSpPr>
              <p:spPr>
                <a:xfrm>
                  <a:off x="5323248" y="2120880"/>
                  <a:ext cx="67263" cy="67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6" h="1946" extrusionOk="0">
                      <a:moveTo>
                        <a:pt x="977" y="113"/>
                      </a:moveTo>
                      <a:cubicBezTo>
                        <a:pt x="1444" y="113"/>
                        <a:pt x="1833" y="503"/>
                        <a:pt x="1833" y="969"/>
                      </a:cubicBezTo>
                      <a:cubicBezTo>
                        <a:pt x="1833" y="1443"/>
                        <a:pt x="1444" y="1825"/>
                        <a:pt x="977" y="1825"/>
                      </a:cubicBezTo>
                      <a:cubicBezTo>
                        <a:pt x="503" y="1825"/>
                        <a:pt x="121" y="1443"/>
                        <a:pt x="121" y="969"/>
                      </a:cubicBezTo>
                      <a:cubicBezTo>
                        <a:pt x="121" y="503"/>
                        <a:pt x="503" y="113"/>
                        <a:pt x="977" y="113"/>
                      </a:cubicBezTo>
                      <a:close/>
                      <a:moveTo>
                        <a:pt x="977" y="0"/>
                      </a:moveTo>
                      <a:cubicBezTo>
                        <a:pt x="446" y="0"/>
                        <a:pt x="1" y="439"/>
                        <a:pt x="1" y="969"/>
                      </a:cubicBezTo>
                      <a:cubicBezTo>
                        <a:pt x="1" y="1500"/>
                        <a:pt x="446" y="1946"/>
                        <a:pt x="977" y="1946"/>
                      </a:cubicBezTo>
                      <a:cubicBezTo>
                        <a:pt x="1507" y="1946"/>
                        <a:pt x="1946" y="1500"/>
                        <a:pt x="1946" y="969"/>
                      </a:cubicBezTo>
                      <a:cubicBezTo>
                        <a:pt x="1946" y="439"/>
                        <a:pt x="1507" y="0"/>
                        <a:pt x="97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749" name="Google Shape;749;p39">
            <a:extLst>
              <a:ext uri="{FF2B5EF4-FFF2-40B4-BE49-F238E27FC236}">
                <a16:creationId xmlns:a16="http://schemas.microsoft.com/office/drawing/2014/main" id="{C09CD294-E9A8-3FC5-3190-4A1E8436CF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4400">
                <a:latin typeface="微軟正黑體" panose="020B0604030504040204" pitchFamily="34" charset="-120"/>
                <a:ea typeface="微軟正黑體" panose="020B0604030504040204" pitchFamily="34" charset="-120"/>
              </a:rPr>
              <a:t>核心功能</a:t>
            </a:r>
          </a:p>
        </p:txBody>
      </p:sp>
      <p:sp>
        <p:nvSpPr>
          <p:cNvPr id="754" name="Google Shape;754;p39">
            <a:extLst>
              <a:ext uri="{FF2B5EF4-FFF2-40B4-BE49-F238E27FC236}">
                <a16:creationId xmlns:a16="http://schemas.microsoft.com/office/drawing/2014/main" id="{5D9BFDE4-1731-A313-1DB3-0D2E5ADFED89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088294" y="1661321"/>
            <a:ext cx="734700" cy="54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55" name="Google Shape;755;p39">
            <a:extLst>
              <a:ext uri="{FF2B5EF4-FFF2-40B4-BE49-F238E27FC236}">
                <a16:creationId xmlns:a16="http://schemas.microsoft.com/office/drawing/2014/main" id="{D8DB222E-41F6-93DD-724E-61FCCFA76D73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1088294" y="3101884"/>
            <a:ext cx="734700" cy="54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56" name="Google Shape;756;p39">
            <a:extLst>
              <a:ext uri="{FF2B5EF4-FFF2-40B4-BE49-F238E27FC236}">
                <a16:creationId xmlns:a16="http://schemas.microsoft.com/office/drawing/2014/main" id="{AD6FC670-CF9B-A8A9-2D69-6AABA3B7B437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3825665" y="1661321"/>
            <a:ext cx="734700" cy="54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57" name="Google Shape;757;p39">
            <a:extLst>
              <a:ext uri="{FF2B5EF4-FFF2-40B4-BE49-F238E27FC236}">
                <a16:creationId xmlns:a16="http://schemas.microsoft.com/office/drawing/2014/main" id="{6A39DD23-0318-0560-CD93-B85571AD1499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3825665" y="3101884"/>
            <a:ext cx="734700" cy="54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58" name="Google Shape;758;p39">
            <a:extLst>
              <a:ext uri="{FF2B5EF4-FFF2-40B4-BE49-F238E27FC236}">
                <a16:creationId xmlns:a16="http://schemas.microsoft.com/office/drawing/2014/main" id="{3D9C8F11-3BA2-043E-1704-B370AF6AD56F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1088294" y="230978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中文題庫</a:t>
            </a:r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9" name="Google Shape;759;p39">
            <a:extLst>
              <a:ext uri="{FF2B5EF4-FFF2-40B4-BE49-F238E27FC236}">
                <a16:creationId xmlns:a16="http://schemas.microsoft.com/office/drawing/2014/main" id="{F1D8072E-AC09-76A1-8897-329517F2C4E3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3825665" y="230978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精選解題影片</a:t>
            </a:r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0" name="Google Shape;760;p39">
            <a:extLst>
              <a:ext uri="{FF2B5EF4-FFF2-40B4-BE49-F238E27FC236}">
                <a16:creationId xmlns:a16="http://schemas.microsoft.com/office/drawing/2014/main" id="{D244C281-0A86-E0EB-F7BA-EB4543CFA24B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3827864" y="3750345"/>
            <a:ext cx="2694785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  <a:cs typeface="Poppins" panose="00000500000000000000" pitchFamily="2" charset="0"/>
              </a:rPr>
              <a:t>Dolos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  <a:cs typeface="Poppins" panose="00000500000000000000" pitchFamily="2" charset="0"/>
              </a:rPr>
              <a:t>程式碼分析</a:t>
            </a:r>
            <a:endParaRPr lang="zh-TW" altLang="en-US">
              <a:solidFill>
                <a:srgbClr val="1C1C1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Poppins" panose="00000500000000000000" pitchFamily="2" charset="0"/>
            </a:endParaRPr>
          </a:p>
        </p:txBody>
      </p:sp>
      <p:sp>
        <p:nvSpPr>
          <p:cNvPr id="761" name="Google Shape;761;p39">
            <a:extLst>
              <a:ext uri="{FF2B5EF4-FFF2-40B4-BE49-F238E27FC236}">
                <a16:creationId xmlns:a16="http://schemas.microsoft.com/office/drawing/2014/main" id="{136F2701-1E54-E96B-2214-D62290BC82AB}"/>
              </a:ext>
            </a:extLst>
          </p:cNvPr>
          <p:cNvSpPr txBox="1">
            <a:spLocks noGrp="1"/>
          </p:cNvSpPr>
          <p:nvPr>
            <p:ph type="subTitle" idx="15"/>
          </p:nvPr>
        </p:nvSpPr>
        <p:spPr>
          <a:xfrm>
            <a:off x="1131451" y="375034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競賽功能</a:t>
            </a:r>
          </a:p>
        </p:txBody>
      </p:sp>
    </p:spTree>
    <p:extLst>
      <p:ext uri="{BB962C8B-B14F-4D97-AF65-F5344CB8AC3E}">
        <p14:creationId xmlns:p14="http://schemas.microsoft.com/office/powerpoint/2010/main" val="1818347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1">
          <a:extLst>
            <a:ext uri="{FF2B5EF4-FFF2-40B4-BE49-F238E27FC236}">
              <a16:creationId xmlns:a16="http://schemas.microsoft.com/office/drawing/2014/main" id="{BC6F4176-1711-06FE-0C19-4A482D16E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50">
            <a:extLst>
              <a:ext uri="{FF2B5EF4-FFF2-40B4-BE49-F238E27FC236}">
                <a16:creationId xmlns:a16="http://schemas.microsoft.com/office/drawing/2014/main" id="{524C2053-4464-2195-E233-41E3CFAD75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0300" y="951574"/>
            <a:ext cx="385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altLang="zh-TW" sz="3600">
                <a:latin typeface="微軟正黑體" panose="020B0604030504040204" pitchFamily="34" charset="-120"/>
                <a:ea typeface="微軟正黑體" panose="020B0604030504040204" pitchFamily="34" charset="-120"/>
              </a:rPr>
              <a:t>Dolos</a:t>
            </a:r>
            <a:r>
              <a:rPr lang="zh-TW" altLang="en-US" sz="360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程式碼分析</a:t>
            </a:r>
          </a:p>
        </p:txBody>
      </p:sp>
      <p:sp>
        <p:nvSpPr>
          <p:cNvPr id="1651" name="Google Shape;1651;p50">
            <a:extLst>
              <a:ext uri="{FF2B5EF4-FFF2-40B4-BE49-F238E27FC236}">
                <a16:creationId xmlns:a16="http://schemas.microsoft.com/office/drawing/2014/main" id="{183A66F0-E257-BC8D-C5B9-969E31A65ECC}"/>
              </a:ext>
            </a:extLst>
          </p:cNvPr>
          <p:cNvSpPr/>
          <p:nvPr/>
        </p:nvSpPr>
        <p:spPr>
          <a:xfrm>
            <a:off x="6886268" y="1897055"/>
            <a:ext cx="2121227" cy="1883711"/>
          </a:xfrm>
          <a:custGeom>
            <a:avLst/>
            <a:gdLst/>
            <a:ahLst/>
            <a:cxnLst/>
            <a:rect l="l" t="t" r="r" b="b"/>
            <a:pathLst>
              <a:path w="34750" h="30859" extrusionOk="0">
                <a:moveTo>
                  <a:pt x="19927" y="1"/>
                </a:moveTo>
                <a:cubicBezTo>
                  <a:pt x="17317" y="1"/>
                  <a:pt x="14720" y="895"/>
                  <a:pt x="13116" y="2899"/>
                </a:cubicBezTo>
                <a:cubicBezTo>
                  <a:pt x="11970" y="4342"/>
                  <a:pt x="11440" y="6203"/>
                  <a:pt x="10492" y="7795"/>
                </a:cubicBezTo>
                <a:cubicBezTo>
                  <a:pt x="9346" y="9768"/>
                  <a:pt x="7606" y="11332"/>
                  <a:pt x="5837" y="12832"/>
                </a:cubicBezTo>
                <a:cubicBezTo>
                  <a:pt x="4542" y="13949"/>
                  <a:pt x="3184" y="15074"/>
                  <a:pt x="2208" y="16517"/>
                </a:cubicBezTo>
                <a:cubicBezTo>
                  <a:pt x="262" y="19290"/>
                  <a:pt x="1" y="23118"/>
                  <a:pt x="1472" y="26153"/>
                </a:cubicBezTo>
                <a:cubicBezTo>
                  <a:pt x="2859" y="28926"/>
                  <a:pt x="5250" y="30135"/>
                  <a:pt x="8221" y="30312"/>
                </a:cubicBezTo>
                <a:cubicBezTo>
                  <a:pt x="12027" y="30574"/>
                  <a:pt x="15826" y="30786"/>
                  <a:pt x="19632" y="30843"/>
                </a:cubicBezTo>
                <a:cubicBezTo>
                  <a:pt x="20489" y="30852"/>
                  <a:pt x="21343" y="30858"/>
                  <a:pt x="22195" y="30858"/>
                </a:cubicBezTo>
                <a:cubicBezTo>
                  <a:pt x="23952" y="30858"/>
                  <a:pt x="25703" y="30832"/>
                  <a:pt x="27470" y="30751"/>
                </a:cubicBezTo>
                <a:cubicBezTo>
                  <a:pt x="29126" y="30666"/>
                  <a:pt x="30894" y="30517"/>
                  <a:pt x="32246" y="29577"/>
                </a:cubicBezTo>
                <a:cubicBezTo>
                  <a:pt x="34042" y="28339"/>
                  <a:pt x="34750" y="25976"/>
                  <a:pt x="34488" y="23825"/>
                </a:cubicBezTo>
                <a:cubicBezTo>
                  <a:pt x="34219" y="21703"/>
                  <a:pt x="33102" y="19757"/>
                  <a:pt x="31863" y="17989"/>
                </a:cubicBezTo>
                <a:cubicBezTo>
                  <a:pt x="31099" y="16899"/>
                  <a:pt x="30243" y="15866"/>
                  <a:pt x="29656" y="14657"/>
                </a:cubicBezTo>
                <a:cubicBezTo>
                  <a:pt x="28680" y="12683"/>
                  <a:pt x="28447" y="10476"/>
                  <a:pt x="28029" y="8325"/>
                </a:cubicBezTo>
                <a:cubicBezTo>
                  <a:pt x="27591" y="6111"/>
                  <a:pt x="27675" y="3727"/>
                  <a:pt x="25971" y="1986"/>
                </a:cubicBezTo>
                <a:cubicBezTo>
                  <a:pt x="25058" y="1039"/>
                  <a:pt x="23728" y="543"/>
                  <a:pt x="22433" y="274"/>
                </a:cubicBezTo>
                <a:cubicBezTo>
                  <a:pt x="21619" y="95"/>
                  <a:pt x="20772" y="1"/>
                  <a:pt x="199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52" name="Google Shape;1652;p50">
            <a:extLst>
              <a:ext uri="{FF2B5EF4-FFF2-40B4-BE49-F238E27FC236}">
                <a16:creationId xmlns:a16="http://schemas.microsoft.com/office/drawing/2014/main" id="{8DF27FD1-5BED-2569-C772-9451EFDF5BD7}"/>
              </a:ext>
            </a:extLst>
          </p:cNvPr>
          <p:cNvGrpSpPr/>
          <p:nvPr/>
        </p:nvGrpSpPr>
        <p:grpSpPr>
          <a:xfrm>
            <a:off x="7406101" y="1186885"/>
            <a:ext cx="598344" cy="498891"/>
            <a:chOff x="2715768" y="1997386"/>
            <a:chExt cx="269330" cy="224564"/>
          </a:xfrm>
        </p:grpSpPr>
        <p:sp>
          <p:nvSpPr>
            <p:cNvPr id="1653" name="Google Shape;1653;p50">
              <a:extLst>
                <a:ext uri="{FF2B5EF4-FFF2-40B4-BE49-F238E27FC236}">
                  <a16:creationId xmlns:a16="http://schemas.microsoft.com/office/drawing/2014/main" id="{42509C75-76E2-009B-7883-EF54F5C9011D}"/>
                </a:ext>
              </a:extLst>
            </p:cNvPr>
            <p:cNvSpPr/>
            <p:nvPr/>
          </p:nvSpPr>
          <p:spPr>
            <a:xfrm>
              <a:off x="2868233" y="1997386"/>
              <a:ext cx="116866" cy="116832"/>
            </a:xfrm>
            <a:custGeom>
              <a:avLst/>
              <a:gdLst/>
              <a:ahLst/>
              <a:cxnLst/>
              <a:rect l="l" t="t" r="r" b="b"/>
              <a:pathLst>
                <a:path w="3454" h="3453" extrusionOk="0">
                  <a:moveTo>
                    <a:pt x="1729" y="947"/>
                  </a:moveTo>
                  <a:cubicBezTo>
                    <a:pt x="1938" y="947"/>
                    <a:pt x="2145" y="1036"/>
                    <a:pt x="2300" y="1210"/>
                  </a:cubicBezTo>
                  <a:cubicBezTo>
                    <a:pt x="2597" y="1536"/>
                    <a:pt x="2597" y="2038"/>
                    <a:pt x="2272" y="2328"/>
                  </a:cubicBezTo>
                  <a:cubicBezTo>
                    <a:pt x="2120" y="2466"/>
                    <a:pt x="1930" y="2534"/>
                    <a:pt x="1741" y="2534"/>
                  </a:cubicBezTo>
                  <a:cubicBezTo>
                    <a:pt x="1524" y="2534"/>
                    <a:pt x="1309" y="2445"/>
                    <a:pt x="1154" y="2271"/>
                  </a:cubicBezTo>
                  <a:cubicBezTo>
                    <a:pt x="857" y="1946"/>
                    <a:pt x="885" y="1444"/>
                    <a:pt x="1211" y="1154"/>
                  </a:cubicBezTo>
                  <a:cubicBezTo>
                    <a:pt x="1362" y="1015"/>
                    <a:pt x="1546" y="947"/>
                    <a:pt x="1729" y="947"/>
                  </a:cubicBezTo>
                  <a:close/>
                  <a:moveTo>
                    <a:pt x="1621" y="1"/>
                  </a:moveTo>
                  <a:cubicBezTo>
                    <a:pt x="1656" y="1"/>
                    <a:pt x="1656" y="29"/>
                    <a:pt x="1656" y="29"/>
                  </a:cubicBezTo>
                  <a:cubicBezTo>
                    <a:pt x="1684" y="177"/>
                    <a:pt x="1593" y="354"/>
                    <a:pt x="1444" y="383"/>
                  </a:cubicBezTo>
                  <a:cubicBezTo>
                    <a:pt x="1423" y="387"/>
                    <a:pt x="1402" y="389"/>
                    <a:pt x="1382" y="389"/>
                  </a:cubicBezTo>
                  <a:cubicBezTo>
                    <a:pt x="1235" y="389"/>
                    <a:pt x="1121" y="280"/>
                    <a:pt x="1090" y="149"/>
                  </a:cubicBezTo>
                  <a:lnTo>
                    <a:pt x="1090" y="121"/>
                  </a:lnTo>
                  <a:cubicBezTo>
                    <a:pt x="977" y="149"/>
                    <a:pt x="885" y="206"/>
                    <a:pt x="800" y="269"/>
                  </a:cubicBezTo>
                  <a:cubicBezTo>
                    <a:pt x="800" y="269"/>
                    <a:pt x="800" y="298"/>
                    <a:pt x="828" y="298"/>
                  </a:cubicBezTo>
                  <a:cubicBezTo>
                    <a:pt x="913" y="418"/>
                    <a:pt x="913" y="595"/>
                    <a:pt x="800" y="708"/>
                  </a:cubicBezTo>
                  <a:cubicBezTo>
                    <a:pt x="744" y="751"/>
                    <a:pt x="676" y="774"/>
                    <a:pt x="610" y="774"/>
                  </a:cubicBezTo>
                  <a:cubicBezTo>
                    <a:pt x="535" y="774"/>
                    <a:pt x="463" y="744"/>
                    <a:pt x="418" y="680"/>
                  </a:cubicBezTo>
                  <a:cubicBezTo>
                    <a:pt x="383" y="680"/>
                    <a:pt x="383" y="651"/>
                    <a:pt x="383" y="651"/>
                  </a:cubicBezTo>
                  <a:cubicBezTo>
                    <a:pt x="326" y="736"/>
                    <a:pt x="270" y="828"/>
                    <a:pt x="206" y="913"/>
                  </a:cubicBezTo>
                  <a:cubicBezTo>
                    <a:pt x="206" y="913"/>
                    <a:pt x="241" y="913"/>
                    <a:pt x="241" y="948"/>
                  </a:cubicBezTo>
                  <a:cubicBezTo>
                    <a:pt x="383" y="977"/>
                    <a:pt x="475" y="1154"/>
                    <a:pt x="418" y="1302"/>
                  </a:cubicBezTo>
                  <a:cubicBezTo>
                    <a:pt x="390" y="1415"/>
                    <a:pt x="272" y="1496"/>
                    <a:pt x="154" y="1496"/>
                  </a:cubicBezTo>
                  <a:cubicBezTo>
                    <a:pt x="124" y="1496"/>
                    <a:pt x="93" y="1491"/>
                    <a:pt x="64" y="1479"/>
                  </a:cubicBezTo>
                  <a:lnTo>
                    <a:pt x="29" y="1479"/>
                  </a:lnTo>
                  <a:cubicBezTo>
                    <a:pt x="29" y="1564"/>
                    <a:pt x="1" y="1684"/>
                    <a:pt x="29" y="1797"/>
                  </a:cubicBezTo>
                  <a:lnTo>
                    <a:pt x="64" y="1797"/>
                  </a:lnTo>
                  <a:cubicBezTo>
                    <a:pt x="89" y="1788"/>
                    <a:pt x="113" y="1783"/>
                    <a:pt x="138" y="1783"/>
                  </a:cubicBezTo>
                  <a:cubicBezTo>
                    <a:pt x="254" y="1783"/>
                    <a:pt x="359" y="1887"/>
                    <a:pt x="383" y="2010"/>
                  </a:cubicBezTo>
                  <a:cubicBezTo>
                    <a:pt x="418" y="2151"/>
                    <a:pt x="326" y="2300"/>
                    <a:pt x="178" y="2328"/>
                  </a:cubicBezTo>
                  <a:lnTo>
                    <a:pt x="149" y="2363"/>
                  </a:lnTo>
                  <a:cubicBezTo>
                    <a:pt x="178" y="2448"/>
                    <a:pt x="241" y="2569"/>
                    <a:pt x="298" y="2653"/>
                  </a:cubicBezTo>
                  <a:cubicBezTo>
                    <a:pt x="298" y="2653"/>
                    <a:pt x="298" y="2625"/>
                    <a:pt x="326" y="2625"/>
                  </a:cubicBezTo>
                  <a:cubicBezTo>
                    <a:pt x="378" y="2573"/>
                    <a:pt x="441" y="2550"/>
                    <a:pt x="502" y="2550"/>
                  </a:cubicBezTo>
                  <a:cubicBezTo>
                    <a:pt x="582" y="2550"/>
                    <a:pt x="660" y="2589"/>
                    <a:pt x="708" y="2653"/>
                  </a:cubicBezTo>
                  <a:cubicBezTo>
                    <a:pt x="828" y="2774"/>
                    <a:pt x="828" y="2951"/>
                    <a:pt x="708" y="3035"/>
                  </a:cubicBezTo>
                  <a:lnTo>
                    <a:pt x="680" y="3071"/>
                  </a:lnTo>
                  <a:cubicBezTo>
                    <a:pt x="772" y="3156"/>
                    <a:pt x="857" y="3212"/>
                    <a:pt x="949" y="3276"/>
                  </a:cubicBezTo>
                  <a:cubicBezTo>
                    <a:pt x="949" y="3248"/>
                    <a:pt x="949" y="3248"/>
                    <a:pt x="977" y="3212"/>
                  </a:cubicBezTo>
                  <a:cubicBezTo>
                    <a:pt x="1000" y="3100"/>
                    <a:pt x="1116" y="3018"/>
                    <a:pt x="1238" y="3018"/>
                  </a:cubicBezTo>
                  <a:cubicBezTo>
                    <a:pt x="1269" y="3018"/>
                    <a:pt x="1300" y="3024"/>
                    <a:pt x="1331" y="3035"/>
                  </a:cubicBezTo>
                  <a:cubicBezTo>
                    <a:pt x="1479" y="3099"/>
                    <a:pt x="1536" y="3248"/>
                    <a:pt x="1508" y="3389"/>
                  </a:cubicBezTo>
                  <a:cubicBezTo>
                    <a:pt x="1508" y="3425"/>
                    <a:pt x="1508" y="3425"/>
                    <a:pt x="1479" y="3453"/>
                  </a:cubicBezTo>
                  <a:lnTo>
                    <a:pt x="1833" y="3453"/>
                  </a:lnTo>
                  <a:cubicBezTo>
                    <a:pt x="1833" y="3453"/>
                    <a:pt x="1833" y="3425"/>
                    <a:pt x="1798" y="3425"/>
                  </a:cubicBezTo>
                  <a:cubicBezTo>
                    <a:pt x="1769" y="3276"/>
                    <a:pt x="1890" y="3127"/>
                    <a:pt x="2038" y="3071"/>
                  </a:cubicBezTo>
                  <a:cubicBezTo>
                    <a:pt x="2056" y="3067"/>
                    <a:pt x="2074" y="3065"/>
                    <a:pt x="2091" y="3065"/>
                  </a:cubicBezTo>
                  <a:cubicBezTo>
                    <a:pt x="2219" y="3065"/>
                    <a:pt x="2332" y="3173"/>
                    <a:pt x="2364" y="3304"/>
                  </a:cubicBezTo>
                  <a:lnTo>
                    <a:pt x="2364" y="3333"/>
                  </a:lnTo>
                  <a:cubicBezTo>
                    <a:pt x="2477" y="3304"/>
                    <a:pt x="2569" y="3248"/>
                    <a:pt x="2682" y="3184"/>
                  </a:cubicBezTo>
                  <a:cubicBezTo>
                    <a:pt x="2654" y="3184"/>
                    <a:pt x="2654" y="3184"/>
                    <a:pt x="2654" y="3156"/>
                  </a:cubicBezTo>
                  <a:cubicBezTo>
                    <a:pt x="2540" y="3035"/>
                    <a:pt x="2540" y="2859"/>
                    <a:pt x="2654" y="2774"/>
                  </a:cubicBezTo>
                  <a:cubicBezTo>
                    <a:pt x="2714" y="2714"/>
                    <a:pt x="2788" y="2683"/>
                    <a:pt x="2862" y="2683"/>
                  </a:cubicBezTo>
                  <a:cubicBezTo>
                    <a:pt x="2937" y="2683"/>
                    <a:pt x="3011" y="2714"/>
                    <a:pt x="3071" y="2774"/>
                  </a:cubicBezTo>
                  <a:cubicBezTo>
                    <a:pt x="3071" y="2802"/>
                    <a:pt x="3071" y="2802"/>
                    <a:pt x="3099" y="2830"/>
                  </a:cubicBezTo>
                  <a:cubicBezTo>
                    <a:pt x="3156" y="2717"/>
                    <a:pt x="3213" y="2625"/>
                    <a:pt x="3276" y="2540"/>
                  </a:cubicBezTo>
                  <a:cubicBezTo>
                    <a:pt x="3248" y="2540"/>
                    <a:pt x="3248" y="2540"/>
                    <a:pt x="3213" y="2505"/>
                  </a:cubicBezTo>
                  <a:cubicBezTo>
                    <a:pt x="3071" y="2477"/>
                    <a:pt x="2979" y="2300"/>
                    <a:pt x="3036" y="2151"/>
                  </a:cubicBezTo>
                  <a:cubicBezTo>
                    <a:pt x="3086" y="2039"/>
                    <a:pt x="3191" y="1957"/>
                    <a:pt x="3303" y="1957"/>
                  </a:cubicBezTo>
                  <a:cubicBezTo>
                    <a:pt x="3331" y="1957"/>
                    <a:pt x="3360" y="1963"/>
                    <a:pt x="3389" y="1974"/>
                  </a:cubicBezTo>
                  <a:cubicBezTo>
                    <a:pt x="3425" y="1974"/>
                    <a:pt x="3425" y="1974"/>
                    <a:pt x="3453" y="2010"/>
                  </a:cubicBezTo>
                  <a:lnTo>
                    <a:pt x="3453" y="1656"/>
                  </a:lnTo>
                  <a:cubicBezTo>
                    <a:pt x="3453" y="1656"/>
                    <a:pt x="3425" y="1656"/>
                    <a:pt x="3425" y="1684"/>
                  </a:cubicBezTo>
                  <a:cubicBezTo>
                    <a:pt x="3407" y="1687"/>
                    <a:pt x="3390" y="1688"/>
                    <a:pt x="3373" y="1688"/>
                  </a:cubicBezTo>
                  <a:cubicBezTo>
                    <a:pt x="3220" y="1688"/>
                    <a:pt x="3097" y="1578"/>
                    <a:pt x="3071" y="1444"/>
                  </a:cubicBezTo>
                  <a:cubicBezTo>
                    <a:pt x="3036" y="1302"/>
                    <a:pt x="3128" y="1154"/>
                    <a:pt x="3276" y="1125"/>
                  </a:cubicBezTo>
                  <a:cubicBezTo>
                    <a:pt x="3305" y="1090"/>
                    <a:pt x="3305" y="1090"/>
                    <a:pt x="3333" y="1090"/>
                  </a:cubicBezTo>
                  <a:cubicBezTo>
                    <a:pt x="3276" y="1005"/>
                    <a:pt x="3248" y="885"/>
                    <a:pt x="3156" y="800"/>
                  </a:cubicBezTo>
                  <a:lnTo>
                    <a:pt x="3156" y="828"/>
                  </a:lnTo>
                  <a:cubicBezTo>
                    <a:pt x="3104" y="880"/>
                    <a:pt x="3041" y="903"/>
                    <a:pt x="2978" y="903"/>
                  </a:cubicBezTo>
                  <a:cubicBezTo>
                    <a:pt x="2894" y="903"/>
                    <a:pt x="2810" y="864"/>
                    <a:pt x="2746" y="800"/>
                  </a:cubicBezTo>
                  <a:cubicBezTo>
                    <a:pt x="2625" y="680"/>
                    <a:pt x="2654" y="503"/>
                    <a:pt x="2774" y="418"/>
                  </a:cubicBezTo>
                  <a:cubicBezTo>
                    <a:pt x="2774" y="383"/>
                    <a:pt x="2774" y="383"/>
                    <a:pt x="2802" y="383"/>
                  </a:cubicBezTo>
                  <a:cubicBezTo>
                    <a:pt x="2717" y="326"/>
                    <a:pt x="2597" y="241"/>
                    <a:pt x="2505" y="206"/>
                  </a:cubicBezTo>
                  <a:lnTo>
                    <a:pt x="2505" y="241"/>
                  </a:lnTo>
                  <a:cubicBezTo>
                    <a:pt x="2460" y="354"/>
                    <a:pt x="2357" y="435"/>
                    <a:pt x="2242" y="435"/>
                  </a:cubicBezTo>
                  <a:cubicBezTo>
                    <a:pt x="2212" y="435"/>
                    <a:pt x="2182" y="429"/>
                    <a:pt x="2151" y="418"/>
                  </a:cubicBezTo>
                  <a:cubicBezTo>
                    <a:pt x="2010" y="354"/>
                    <a:pt x="1918" y="206"/>
                    <a:pt x="1946" y="64"/>
                  </a:cubicBezTo>
                  <a:cubicBezTo>
                    <a:pt x="1946" y="29"/>
                    <a:pt x="1975" y="29"/>
                    <a:pt x="1975" y="29"/>
                  </a:cubicBezTo>
                  <a:cubicBezTo>
                    <a:pt x="1861" y="1"/>
                    <a:pt x="1741" y="1"/>
                    <a:pt x="16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50">
              <a:extLst>
                <a:ext uri="{FF2B5EF4-FFF2-40B4-BE49-F238E27FC236}">
                  <a16:creationId xmlns:a16="http://schemas.microsoft.com/office/drawing/2014/main" id="{B641D680-342B-D65A-D45A-2DFA0BA7321F}"/>
                </a:ext>
              </a:extLst>
            </p:cNvPr>
            <p:cNvSpPr/>
            <p:nvPr/>
          </p:nvSpPr>
          <p:spPr>
            <a:xfrm>
              <a:off x="2888365" y="2020360"/>
              <a:ext cx="77821" cy="70884"/>
            </a:xfrm>
            <a:custGeom>
              <a:avLst/>
              <a:gdLst/>
              <a:ahLst/>
              <a:cxnLst/>
              <a:rect l="l" t="t" r="r" b="b"/>
              <a:pathLst>
                <a:path w="2300" h="2095" extrusionOk="0">
                  <a:moveTo>
                    <a:pt x="1118" y="57"/>
                  </a:moveTo>
                  <a:cubicBezTo>
                    <a:pt x="1415" y="57"/>
                    <a:pt x="1677" y="178"/>
                    <a:pt x="1854" y="383"/>
                  </a:cubicBezTo>
                  <a:cubicBezTo>
                    <a:pt x="2236" y="800"/>
                    <a:pt x="2207" y="1416"/>
                    <a:pt x="1797" y="1798"/>
                  </a:cubicBezTo>
                  <a:cubicBezTo>
                    <a:pt x="1620" y="1946"/>
                    <a:pt x="1380" y="2038"/>
                    <a:pt x="1146" y="2038"/>
                  </a:cubicBezTo>
                  <a:cubicBezTo>
                    <a:pt x="884" y="2038"/>
                    <a:pt x="616" y="1918"/>
                    <a:pt x="410" y="1713"/>
                  </a:cubicBezTo>
                  <a:cubicBezTo>
                    <a:pt x="57" y="1295"/>
                    <a:pt x="85" y="680"/>
                    <a:pt x="467" y="326"/>
                  </a:cubicBezTo>
                  <a:cubicBezTo>
                    <a:pt x="644" y="149"/>
                    <a:pt x="884" y="57"/>
                    <a:pt x="1118" y="57"/>
                  </a:cubicBezTo>
                  <a:close/>
                  <a:moveTo>
                    <a:pt x="1118" y="1"/>
                  </a:moveTo>
                  <a:cubicBezTo>
                    <a:pt x="884" y="1"/>
                    <a:pt x="616" y="93"/>
                    <a:pt x="439" y="269"/>
                  </a:cubicBezTo>
                  <a:cubicBezTo>
                    <a:pt x="0" y="652"/>
                    <a:pt x="0" y="1331"/>
                    <a:pt x="382" y="1741"/>
                  </a:cubicBezTo>
                  <a:cubicBezTo>
                    <a:pt x="587" y="1974"/>
                    <a:pt x="849" y="2095"/>
                    <a:pt x="1146" y="2095"/>
                  </a:cubicBezTo>
                  <a:cubicBezTo>
                    <a:pt x="1415" y="2095"/>
                    <a:pt x="1648" y="2003"/>
                    <a:pt x="1854" y="1826"/>
                  </a:cubicBezTo>
                  <a:cubicBezTo>
                    <a:pt x="2264" y="1444"/>
                    <a:pt x="2299" y="800"/>
                    <a:pt x="1910" y="354"/>
                  </a:cubicBezTo>
                  <a:cubicBezTo>
                    <a:pt x="1705" y="149"/>
                    <a:pt x="1415" y="1"/>
                    <a:pt x="1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50">
              <a:extLst>
                <a:ext uri="{FF2B5EF4-FFF2-40B4-BE49-F238E27FC236}">
                  <a16:creationId xmlns:a16="http://schemas.microsoft.com/office/drawing/2014/main" id="{59400E2C-1390-828B-31D0-31AC5ADAD2E0}"/>
                </a:ext>
              </a:extLst>
            </p:cNvPr>
            <p:cNvSpPr/>
            <p:nvPr/>
          </p:nvSpPr>
          <p:spPr>
            <a:xfrm>
              <a:off x="2715768" y="2042387"/>
              <a:ext cx="179562" cy="179562"/>
            </a:xfrm>
            <a:custGeom>
              <a:avLst/>
              <a:gdLst/>
              <a:ahLst/>
              <a:cxnLst/>
              <a:rect l="l" t="t" r="r" b="b"/>
              <a:pathLst>
                <a:path w="5307" h="5307" extrusionOk="0">
                  <a:moveTo>
                    <a:pt x="2625" y="861"/>
                  </a:moveTo>
                  <a:cubicBezTo>
                    <a:pt x="3132" y="861"/>
                    <a:pt x="3636" y="1078"/>
                    <a:pt x="3976" y="1500"/>
                  </a:cubicBezTo>
                  <a:cubicBezTo>
                    <a:pt x="4627" y="2271"/>
                    <a:pt x="4535" y="3389"/>
                    <a:pt x="3799" y="4040"/>
                  </a:cubicBezTo>
                  <a:cubicBezTo>
                    <a:pt x="3475" y="4312"/>
                    <a:pt x="3075" y="4447"/>
                    <a:pt x="2675" y="4447"/>
                  </a:cubicBezTo>
                  <a:cubicBezTo>
                    <a:pt x="2168" y="4447"/>
                    <a:pt x="1659" y="4230"/>
                    <a:pt x="1295" y="3799"/>
                  </a:cubicBezTo>
                  <a:cubicBezTo>
                    <a:pt x="644" y="3064"/>
                    <a:pt x="736" y="1918"/>
                    <a:pt x="1472" y="1295"/>
                  </a:cubicBezTo>
                  <a:cubicBezTo>
                    <a:pt x="1801" y="1004"/>
                    <a:pt x="2214" y="861"/>
                    <a:pt x="2625" y="861"/>
                  </a:cubicBezTo>
                  <a:close/>
                  <a:moveTo>
                    <a:pt x="2590" y="1"/>
                  </a:moveTo>
                  <a:lnTo>
                    <a:pt x="2590" y="29"/>
                  </a:lnTo>
                  <a:cubicBezTo>
                    <a:pt x="2653" y="262"/>
                    <a:pt x="2476" y="503"/>
                    <a:pt x="2236" y="559"/>
                  </a:cubicBezTo>
                  <a:cubicBezTo>
                    <a:pt x="2217" y="562"/>
                    <a:pt x="2198" y="563"/>
                    <a:pt x="2179" y="563"/>
                  </a:cubicBezTo>
                  <a:cubicBezTo>
                    <a:pt x="1966" y="563"/>
                    <a:pt x="1767" y="420"/>
                    <a:pt x="1741" y="206"/>
                  </a:cubicBezTo>
                  <a:lnTo>
                    <a:pt x="1741" y="149"/>
                  </a:lnTo>
                  <a:cubicBezTo>
                    <a:pt x="1564" y="206"/>
                    <a:pt x="1415" y="262"/>
                    <a:pt x="1267" y="354"/>
                  </a:cubicBezTo>
                  <a:cubicBezTo>
                    <a:pt x="1267" y="383"/>
                    <a:pt x="1295" y="383"/>
                    <a:pt x="1295" y="383"/>
                  </a:cubicBezTo>
                  <a:cubicBezTo>
                    <a:pt x="1472" y="588"/>
                    <a:pt x="1444" y="856"/>
                    <a:pt x="1267" y="998"/>
                  </a:cubicBezTo>
                  <a:cubicBezTo>
                    <a:pt x="1188" y="1077"/>
                    <a:pt x="1086" y="1115"/>
                    <a:pt x="983" y="1115"/>
                  </a:cubicBezTo>
                  <a:cubicBezTo>
                    <a:pt x="855" y="1115"/>
                    <a:pt x="727" y="1055"/>
                    <a:pt x="644" y="941"/>
                  </a:cubicBezTo>
                  <a:cubicBezTo>
                    <a:pt x="616" y="941"/>
                    <a:pt x="616" y="941"/>
                    <a:pt x="616" y="913"/>
                  </a:cubicBezTo>
                  <a:cubicBezTo>
                    <a:pt x="503" y="1062"/>
                    <a:pt x="411" y="1175"/>
                    <a:pt x="326" y="1323"/>
                  </a:cubicBezTo>
                  <a:cubicBezTo>
                    <a:pt x="354" y="1323"/>
                    <a:pt x="354" y="1352"/>
                    <a:pt x="382" y="1352"/>
                  </a:cubicBezTo>
                  <a:cubicBezTo>
                    <a:pt x="588" y="1444"/>
                    <a:pt x="708" y="1677"/>
                    <a:pt x="644" y="1918"/>
                  </a:cubicBezTo>
                  <a:cubicBezTo>
                    <a:pt x="579" y="2098"/>
                    <a:pt x="425" y="2210"/>
                    <a:pt x="248" y="2210"/>
                  </a:cubicBezTo>
                  <a:cubicBezTo>
                    <a:pt x="195" y="2210"/>
                    <a:pt x="140" y="2200"/>
                    <a:pt x="85" y="2179"/>
                  </a:cubicBezTo>
                  <a:cubicBezTo>
                    <a:pt x="57" y="2179"/>
                    <a:pt x="57" y="2151"/>
                    <a:pt x="29" y="2151"/>
                  </a:cubicBezTo>
                  <a:cubicBezTo>
                    <a:pt x="0" y="2328"/>
                    <a:pt x="0" y="2505"/>
                    <a:pt x="0" y="2653"/>
                  </a:cubicBezTo>
                  <a:lnTo>
                    <a:pt x="57" y="2653"/>
                  </a:lnTo>
                  <a:cubicBezTo>
                    <a:pt x="77" y="2651"/>
                    <a:pt x="96" y="2650"/>
                    <a:pt x="116" y="2650"/>
                  </a:cubicBezTo>
                  <a:cubicBezTo>
                    <a:pt x="325" y="2650"/>
                    <a:pt x="508" y="2787"/>
                    <a:pt x="559" y="3007"/>
                  </a:cubicBezTo>
                  <a:cubicBezTo>
                    <a:pt x="588" y="3241"/>
                    <a:pt x="439" y="3474"/>
                    <a:pt x="206" y="3509"/>
                  </a:cubicBezTo>
                  <a:lnTo>
                    <a:pt x="149" y="3509"/>
                  </a:lnTo>
                  <a:cubicBezTo>
                    <a:pt x="206" y="3686"/>
                    <a:pt x="290" y="3828"/>
                    <a:pt x="382" y="4005"/>
                  </a:cubicBezTo>
                  <a:cubicBezTo>
                    <a:pt x="382" y="3976"/>
                    <a:pt x="411" y="3976"/>
                    <a:pt x="411" y="3948"/>
                  </a:cubicBezTo>
                  <a:cubicBezTo>
                    <a:pt x="488" y="3883"/>
                    <a:pt x="587" y="3852"/>
                    <a:pt x="688" y="3852"/>
                  </a:cubicBezTo>
                  <a:cubicBezTo>
                    <a:pt x="818" y="3852"/>
                    <a:pt x="949" y="3905"/>
                    <a:pt x="1033" y="4005"/>
                  </a:cubicBezTo>
                  <a:cubicBezTo>
                    <a:pt x="1175" y="4181"/>
                    <a:pt x="1175" y="4479"/>
                    <a:pt x="970" y="4627"/>
                  </a:cubicBezTo>
                  <a:lnTo>
                    <a:pt x="941" y="4655"/>
                  </a:lnTo>
                  <a:cubicBezTo>
                    <a:pt x="1062" y="4776"/>
                    <a:pt x="1210" y="4889"/>
                    <a:pt x="1352" y="4981"/>
                  </a:cubicBezTo>
                  <a:cubicBezTo>
                    <a:pt x="1352" y="4953"/>
                    <a:pt x="1387" y="4924"/>
                    <a:pt x="1387" y="4889"/>
                  </a:cubicBezTo>
                  <a:cubicBezTo>
                    <a:pt x="1431" y="4731"/>
                    <a:pt x="1597" y="4627"/>
                    <a:pt x="1781" y="4627"/>
                  </a:cubicBezTo>
                  <a:cubicBezTo>
                    <a:pt x="1835" y="4627"/>
                    <a:pt x="1891" y="4636"/>
                    <a:pt x="1946" y="4655"/>
                  </a:cubicBezTo>
                  <a:cubicBezTo>
                    <a:pt x="2151" y="4712"/>
                    <a:pt x="2271" y="4981"/>
                    <a:pt x="2208" y="5214"/>
                  </a:cubicBezTo>
                  <a:cubicBezTo>
                    <a:pt x="2208" y="5214"/>
                    <a:pt x="2179" y="5243"/>
                    <a:pt x="2179" y="5278"/>
                  </a:cubicBezTo>
                  <a:cubicBezTo>
                    <a:pt x="2356" y="5306"/>
                    <a:pt x="2533" y="5306"/>
                    <a:pt x="2710" y="5306"/>
                  </a:cubicBezTo>
                  <a:cubicBezTo>
                    <a:pt x="2682" y="5306"/>
                    <a:pt x="2682" y="5278"/>
                    <a:pt x="2682" y="5243"/>
                  </a:cubicBezTo>
                  <a:cubicBezTo>
                    <a:pt x="2625" y="5009"/>
                    <a:pt x="2802" y="4776"/>
                    <a:pt x="3035" y="4747"/>
                  </a:cubicBezTo>
                  <a:cubicBezTo>
                    <a:pt x="3058" y="4744"/>
                    <a:pt x="3081" y="4742"/>
                    <a:pt x="3104" y="4742"/>
                  </a:cubicBezTo>
                  <a:cubicBezTo>
                    <a:pt x="3314" y="4742"/>
                    <a:pt x="3512" y="4884"/>
                    <a:pt x="3538" y="5101"/>
                  </a:cubicBezTo>
                  <a:lnTo>
                    <a:pt x="3538" y="5158"/>
                  </a:lnTo>
                  <a:cubicBezTo>
                    <a:pt x="3714" y="5129"/>
                    <a:pt x="3863" y="5037"/>
                    <a:pt x="4005" y="4953"/>
                  </a:cubicBezTo>
                  <a:cubicBezTo>
                    <a:pt x="4005" y="4924"/>
                    <a:pt x="3976" y="4924"/>
                    <a:pt x="3976" y="4889"/>
                  </a:cubicBezTo>
                  <a:cubicBezTo>
                    <a:pt x="3799" y="4712"/>
                    <a:pt x="3828" y="4450"/>
                    <a:pt x="4005" y="4273"/>
                  </a:cubicBezTo>
                  <a:cubicBezTo>
                    <a:pt x="4081" y="4209"/>
                    <a:pt x="4181" y="4178"/>
                    <a:pt x="4282" y="4178"/>
                  </a:cubicBezTo>
                  <a:cubicBezTo>
                    <a:pt x="4412" y="4178"/>
                    <a:pt x="4543" y="4230"/>
                    <a:pt x="4627" y="4330"/>
                  </a:cubicBezTo>
                  <a:cubicBezTo>
                    <a:pt x="4655" y="4358"/>
                    <a:pt x="4655" y="4358"/>
                    <a:pt x="4684" y="4394"/>
                  </a:cubicBezTo>
                  <a:cubicBezTo>
                    <a:pt x="4776" y="4273"/>
                    <a:pt x="4889" y="4125"/>
                    <a:pt x="4981" y="3948"/>
                  </a:cubicBezTo>
                  <a:lnTo>
                    <a:pt x="4889" y="3948"/>
                  </a:lnTo>
                  <a:cubicBezTo>
                    <a:pt x="4684" y="3863"/>
                    <a:pt x="4570" y="3594"/>
                    <a:pt x="4627" y="3389"/>
                  </a:cubicBezTo>
                  <a:cubicBezTo>
                    <a:pt x="4693" y="3206"/>
                    <a:pt x="4855" y="3093"/>
                    <a:pt x="5034" y="3093"/>
                  </a:cubicBezTo>
                  <a:cubicBezTo>
                    <a:pt x="5084" y="3093"/>
                    <a:pt x="5135" y="3102"/>
                    <a:pt x="5186" y="3120"/>
                  </a:cubicBezTo>
                  <a:cubicBezTo>
                    <a:pt x="5214" y="3120"/>
                    <a:pt x="5243" y="3120"/>
                    <a:pt x="5243" y="3156"/>
                  </a:cubicBezTo>
                  <a:cubicBezTo>
                    <a:pt x="5278" y="2979"/>
                    <a:pt x="5306" y="2802"/>
                    <a:pt x="5306" y="2625"/>
                  </a:cubicBezTo>
                  <a:cubicBezTo>
                    <a:pt x="5278" y="2625"/>
                    <a:pt x="5243" y="2625"/>
                    <a:pt x="5214" y="2653"/>
                  </a:cubicBezTo>
                  <a:cubicBezTo>
                    <a:pt x="5195" y="2656"/>
                    <a:pt x="5177" y="2657"/>
                    <a:pt x="5158" y="2657"/>
                  </a:cubicBezTo>
                  <a:cubicBezTo>
                    <a:pt x="4948" y="2657"/>
                    <a:pt x="4770" y="2512"/>
                    <a:pt x="4712" y="2271"/>
                  </a:cubicBezTo>
                  <a:cubicBezTo>
                    <a:pt x="4684" y="2031"/>
                    <a:pt x="4832" y="1826"/>
                    <a:pt x="5066" y="1769"/>
                  </a:cubicBezTo>
                  <a:lnTo>
                    <a:pt x="5129" y="1769"/>
                  </a:lnTo>
                  <a:cubicBezTo>
                    <a:pt x="5066" y="1592"/>
                    <a:pt x="4981" y="1444"/>
                    <a:pt x="4889" y="1295"/>
                  </a:cubicBezTo>
                  <a:lnTo>
                    <a:pt x="4861" y="1323"/>
                  </a:lnTo>
                  <a:cubicBezTo>
                    <a:pt x="4779" y="1405"/>
                    <a:pt x="4674" y="1443"/>
                    <a:pt x="4569" y="1443"/>
                  </a:cubicBezTo>
                  <a:cubicBezTo>
                    <a:pt x="4447" y="1443"/>
                    <a:pt x="4325" y="1391"/>
                    <a:pt x="4245" y="1295"/>
                  </a:cubicBezTo>
                  <a:cubicBezTo>
                    <a:pt x="4096" y="1090"/>
                    <a:pt x="4096" y="821"/>
                    <a:pt x="4302" y="680"/>
                  </a:cubicBezTo>
                  <a:cubicBezTo>
                    <a:pt x="4302" y="644"/>
                    <a:pt x="4330" y="644"/>
                    <a:pt x="4330" y="616"/>
                  </a:cubicBezTo>
                  <a:cubicBezTo>
                    <a:pt x="4217" y="531"/>
                    <a:pt x="4068" y="411"/>
                    <a:pt x="3920" y="326"/>
                  </a:cubicBezTo>
                  <a:cubicBezTo>
                    <a:pt x="3891" y="354"/>
                    <a:pt x="3891" y="354"/>
                    <a:pt x="3891" y="383"/>
                  </a:cubicBezTo>
                  <a:cubicBezTo>
                    <a:pt x="3842" y="563"/>
                    <a:pt x="3675" y="675"/>
                    <a:pt x="3494" y="675"/>
                  </a:cubicBezTo>
                  <a:cubicBezTo>
                    <a:pt x="3441" y="675"/>
                    <a:pt x="3386" y="665"/>
                    <a:pt x="3332" y="644"/>
                  </a:cubicBezTo>
                  <a:cubicBezTo>
                    <a:pt x="3120" y="559"/>
                    <a:pt x="2979" y="326"/>
                    <a:pt x="3064" y="85"/>
                  </a:cubicBezTo>
                  <a:cubicBezTo>
                    <a:pt x="3064" y="57"/>
                    <a:pt x="3092" y="57"/>
                    <a:pt x="3092" y="29"/>
                  </a:cubicBezTo>
                  <a:cubicBezTo>
                    <a:pt x="2915" y="1"/>
                    <a:pt x="2738" y="1"/>
                    <a:pt x="25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50">
              <a:extLst>
                <a:ext uri="{FF2B5EF4-FFF2-40B4-BE49-F238E27FC236}">
                  <a16:creationId xmlns:a16="http://schemas.microsoft.com/office/drawing/2014/main" id="{6CDFFA3C-3B77-4B99-406C-26CEA68D4520}"/>
                </a:ext>
              </a:extLst>
            </p:cNvPr>
            <p:cNvSpPr/>
            <p:nvPr/>
          </p:nvSpPr>
          <p:spPr>
            <a:xfrm>
              <a:off x="2726765" y="2063061"/>
              <a:ext cx="156588" cy="138148"/>
            </a:xfrm>
            <a:custGeom>
              <a:avLst/>
              <a:gdLst/>
              <a:ahLst/>
              <a:cxnLst/>
              <a:rect l="l" t="t" r="r" b="b"/>
              <a:pathLst>
                <a:path w="4628" h="4083" extrusionOk="0">
                  <a:moveTo>
                    <a:pt x="2326" y="675"/>
                  </a:moveTo>
                  <a:cubicBezTo>
                    <a:pt x="2813" y="675"/>
                    <a:pt x="3291" y="946"/>
                    <a:pt x="3538" y="1420"/>
                  </a:cubicBezTo>
                  <a:cubicBezTo>
                    <a:pt x="3856" y="2099"/>
                    <a:pt x="3623" y="2927"/>
                    <a:pt x="2944" y="3280"/>
                  </a:cubicBezTo>
                  <a:cubicBezTo>
                    <a:pt x="2749" y="3374"/>
                    <a:pt x="2545" y="3418"/>
                    <a:pt x="2345" y="3418"/>
                  </a:cubicBezTo>
                  <a:cubicBezTo>
                    <a:pt x="1847" y="3418"/>
                    <a:pt x="1371" y="3142"/>
                    <a:pt x="1119" y="2658"/>
                  </a:cubicBezTo>
                  <a:cubicBezTo>
                    <a:pt x="765" y="1979"/>
                    <a:pt x="1027" y="1158"/>
                    <a:pt x="1706" y="833"/>
                  </a:cubicBezTo>
                  <a:cubicBezTo>
                    <a:pt x="1902" y="726"/>
                    <a:pt x="2115" y="675"/>
                    <a:pt x="2326" y="675"/>
                  </a:cubicBezTo>
                  <a:close/>
                  <a:moveTo>
                    <a:pt x="2277" y="0"/>
                  </a:moveTo>
                  <a:cubicBezTo>
                    <a:pt x="1975" y="0"/>
                    <a:pt x="1669" y="68"/>
                    <a:pt x="1380" y="210"/>
                  </a:cubicBezTo>
                  <a:cubicBezTo>
                    <a:pt x="411" y="712"/>
                    <a:pt x="1" y="1950"/>
                    <a:pt x="531" y="2955"/>
                  </a:cubicBezTo>
                  <a:cubicBezTo>
                    <a:pt x="883" y="3668"/>
                    <a:pt x="1609" y="4082"/>
                    <a:pt x="2350" y="4082"/>
                  </a:cubicBezTo>
                  <a:cubicBezTo>
                    <a:pt x="2653" y="4082"/>
                    <a:pt x="2958" y="4013"/>
                    <a:pt x="3241" y="3868"/>
                  </a:cubicBezTo>
                  <a:cubicBezTo>
                    <a:pt x="4245" y="3365"/>
                    <a:pt x="4627" y="2127"/>
                    <a:pt x="4125" y="1130"/>
                  </a:cubicBezTo>
                  <a:cubicBezTo>
                    <a:pt x="3747" y="414"/>
                    <a:pt x="3025" y="0"/>
                    <a:pt x="22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50">
              <a:extLst>
                <a:ext uri="{FF2B5EF4-FFF2-40B4-BE49-F238E27FC236}">
                  <a16:creationId xmlns:a16="http://schemas.microsoft.com/office/drawing/2014/main" id="{ECF87F98-40B1-2552-23B1-1EAD80F87E9C}"/>
                </a:ext>
              </a:extLst>
            </p:cNvPr>
            <p:cNvSpPr/>
            <p:nvPr/>
          </p:nvSpPr>
          <p:spPr>
            <a:xfrm>
              <a:off x="2748555" y="2076121"/>
              <a:ext cx="113719" cy="111825"/>
            </a:xfrm>
            <a:custGeom>
              <a:avLst/>
              <a:gdLst/>
              <a:ahLst/>
              <a:cxnLst/>
              <a:rect l="l" t="t" r="r" b="b"/>
              <a:pathLst>
                <a:path w="3361" h="3305" extrusionOk="0">
                  <a:moveTo>
                    <a:pt x="1656" y="65"/>
                  </a:moveTo>
                  <a:cubicBezTo>
                    <a:pt x="2243" y="65"/>
                    <a:pt x="2802" y="418"/>
                    <a:pt x="3071" y="949"/>
                  </a:cubicBezTo>
                  <a:cubicBezTo>
                    <a:pt x="3276" y="1331"/>
                    <a:pt x="3304" y="1770"/>
                    <a:pt x="3156" y="2159"/>
                  </a:cubicBezTo>
                  <a:cubicBezTo>
                    <a:pt x="3036" y="2569"/>
                    <a:pt x="2774" y="2894"/>
                    <a:pt x="2392" y="3071"/>
                  </a:cubicBezTo>
                  <a:cubicBezTo>
                    <a:pt x="2187" y="3184"/>
                    <a:pt x="1946" y="3248"/>
                    <a:pt x="1713" y="3248"/>
                  </a:cubicBezTo>
                  <a:cubicBezTo>
                    <a:pt x="1090" y="3248"/>
                    <a:pt x="559" y="2894"/>
                    <a:pt x="269" y="2364"/>
                  </a:cubicBezTo>
                  <a:cubicBezTo>
                    <a:pt x="93" y="1982"/>
                    <a:pt x="64" y="1536"/>
                    <a:pt x="177" y="1154"/>
                  </a:cubicBezTo>
                  <a:cubicBezTo>
                    <a:pt x="298" y="744"/>
                    <a:pt x="595" y="418"/>
                    <a:pt x="949" y="242"/>
                  </a:cubicBezTo>
                  <a:cubicBezTo>
                    <a:pt x="1182" y="121"/>
                    <a:pt x="1415" y="65"/>
                    <a:pt x="1656" y="65"/>
                  </a:cubicBezTo>
                  <a:close/>
                  <a:moveTo>
                    <a:pt x="1656" y="1"/>
                  </a:moveTo>
                  <a:cubicBezTo>
                    <a:pt x="1387" y="1"/>
                    <a:pt x="1154" y="65"/>
                    <a:pt x="913" y="178"/>
                  </a:cubicBezTo>
                  <a:cubicBezTo>
                    <a:pt x="531" y="390"/>
                    <a:pt x="269" y="708"/>
                    <a:pt x="121" y="1126"/>
                  </a:cubicBezTo>
                  <a:cubicBezTo>
                    <a:pt x="1" y="1536"/>
                    <a:pt x="29" y="2010"/>
                    <a:pt x="241" y="2392"/>
                  </a:cubicBezTo>
                  <a:cubicBezTo>
                    <a:pt x="503" y="2951"/>
                    <a:pt x="1062" y="3305"/>
                    <a:pt x="1713" y="3305"/>
                  </a:cubicBezTo>
                  <a:cubicBezTo>
                    <a:pt x="1946" y="3305"/>
                    <a:pt x="2187" y="3248"/>
                    <a:pt x="2420" y="3128"/>
                  </a:cubicBezTo>
                  <a:cubicBezTo>
                    <a:pt x="2802" y="2923"/>
                    <a:pt x="3099" y="2597"/>
                    <a:pt x="3212" y="2187"/>
                  </a:cubicBezTo>
                  <a:cubicBezTo>
                    <a:pt x="3361" y="1770"/>
                    <a:pt x="3333" y="1331"/>
                    <a:pt x="3127" y="921"/>
                  </a:cubicBezTo>
                  <a:cubicBezTo>
                    <a:pt x="2830" y="355"/>
                    <a:pt x="2271" y="1"/>
                    <a:pt x="16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8" name="Google Shape;1658;p50">
            <a:extLst>
              <a:ext uri="{FF2B5EF4-FFF2-40B4-BE49-F238E27FC236}">
                <a16:creationId xmlns:a16="http://schemas.microsoft.com/office/drawing/2014/main" id="{02F7A2DF-C0AD-AB1C-7E09-9B5D892A2074}"/>
              </a:ext>
            </a:extLst>
          </p:cNvPr>
          <p:cNvGrpSpPr/>
          <p:nvPr/>
        </p:nvGrpSpPr>
        <p:grpSpPr>
          <a:xfrm>
            <a:off x="8189494" y="1816489"/>
            <a:ext cx="388315" cy="333067"/>
            <a:chOff x="-2044960" y="2439570"/>
            <a:chExt cx="388315" cy="333067"/>
          </a:xfrm>
        </p:grpSpPr>
        <p:sp>
          <p:nvSpPr>
            <p:cNvPr id="1659" name="Google Shape;1659;p50">
              <a:extLst>
                <a:ext uri="{FF2B5EF4-FFF2-40B4-BE49-F238E27FC236}">
                  <a16:creationId xmlns:a16="http://schemas.microsoft.com/office/drawing/2014/main" id="{0C849053-2893-F1A7-D59E-3B731BEBB1E3}"/>
                </a:ext>
              </a:extLst>
            </p:cNvPr>
            <p:cNvSpPr/>
            <p:nvPr/>
          </p:nvSpPr>
          <p:spPr>
            <a:xfrm>
              <a:off x="-2044960" y="2439570"/>
              <a:ext cx="388315" cy="333067"/>
            </a:xfrm>
            <a:custGeom>
              <a:avLst/>
              <a:gdLst/>
              <a:ahLst/>
              <a:cxnLst/>
              <a:rect l="l" t="t" r="r" b="b"/>
              <a:pathLst>
                <a:path w="5166" h="4431" extrusionOk="0">
                  <a:moveTo>
                    <a:pt x="3247" y="0"/>
                  </a:moveTo>
                  <a:cubicBezTo>
                    <a:pt x="2927" y="0"/>
                    <a:pt x="2637" y="146"/>
                    <a:pt x="2449" y="393"/>
                  </a:cubicBezTo>
                  <a:cubicBezTo>
                    <a:pt x="2300" y="301"/>
                    <a:pt x="2123" y="244"/>
                    <a:pt x="1946" y="216"/>
                  </a:cubicBezTo>
                  <a:cubicBezTo>
                    <a:pt x="1926" y="215"/>
                    <a:pt x="1907" y="214"/>
                    <a:pt x="1887" y="214"/>
                  </a:cubicBezTo>
                  <a:cubicBezTo>
                    <a:pt x="1382" y="214"/>
                    <a:pt x="950" y="646"/>
                    <a:pt x="977" y="1157"/>
                  </a:cubicBezTo>
                  <a:cubicBezTo>
                    <a:pt x="447" y="1157"/>
                    <a:pt x="1" y="1688"/>
                    <a:pt x="241" y="2246"/>
                  </a:cubicBezTo>
                  <a:cubicBezTo>
                    <a:pt x="298" y="2423"/>
                    <a:pt x="418" y="2572"/>
                    <a:pt x="567" y="2628"/>
                  </a:cubicBezTo>
                  <a:cubicBezTo>
                    <a:pt x="704" y="2699"/>
                    <a:pt x="837" y="2729"/>
                    <a:pt x="963" y="2729"/>
                  </a:cubicBezTo>
                  <a:cubicBezTo>
                    <a:pt x="1104" y="2729"/>
                    <a:pt x="1236" y="2692"/>
                    <a:pt x="1359" y="2628"/>
                  </a:cubicBezTo>
                  <a:cubicBezTo>
                    <a:pt x="1387" y="3010"/>
                    <a:pt x="1685" y="3308"/>
                    <a:pt x="2095" y="3336"/>
                  </a:cubicBezTo>
                  <a:cubicBezTo>
                    <a:pt x="2243" y="3336"/>
                    <a:pt x="2364" y="3308"/>
                    <a:pt x="2477" y="3251"/>
                  </a:cubicBezTo>
                  <a:cubicBezTo>
                    <a:pt x="2505" y="3573"/>
                    <a:pt x="2747" y="3809"/>
                    <a:pt x="3062" y="3809"/>
                  </a:cubicBezTo>
                  <a:cubicBezTo>
                    <a:pt x="3148" y="3809"/>
                    <a:pt x="3239" y="3791"/>
                    <a:pt x="3333" y="3753"/>
                  </a:cubicBezTo>
                  <a:lnTo>
                    <a:pt x="3807" y="4397"/>
                  </a:lnTo>
                  <a:cubicBezTo>
                    <a:pt x="3818" y="4421"/>
                    <a:pt x="3832" y="4431"/>
                    <a:pt x="3846" y="4431"/>
                  </a:cubicBezTo>
                  <a:cubicBezTo>
                    <a:pt x="3870" y="4431"/>
                    <a:pt x="3892" y="4404"/>
                    <a:pt x="3892" y="4369"/>
                  </a:cubicBezTo>
                  <a:lnTo>
                    <a:pt x="3892" y="3484"/>
                  </a:lnTo>
                  <a:cubicBezTo>
                    <a:pt x="3971" y="3510"/>
                    <a:pt x="4051" y="3524"/>
                    <a:pt x="4130" y="3524"/>
                  </a:cubicBezTo>
                  <a:cubicBezTo>
                    <a:pt x="4228" y="3524"/>
                    <a:pt x="4325" y="3503"/>
                    <a:pt x="4422" y="3456"/>
                  </a:cubicBezTo>
                  <a:cubicBezTo>
                    <a:pt x="4543" y="3428"/>
                    <a:pt x="4635" y="3336"/>
                    <a:pt x="4691" y="3223"/>
                  </a:cubicBezTo>
                  <a:cubicBezTo>
                    <a:pt x="4776" y="3046"/>
                    <a:pt x="4811" y="2834"/>
                    <a:pt x="4748" y="2692"/>
                  </a:cubicBezTo>
                  <a:cubicBezTo>
                    <a:pt x="4953" y="2480"/>
                    <a:pt x="5101" y="2218"/>
                    <a:pt x="5130" y="1893"/>
                  </a:cubicBezTo>
                  <a:cubicBezTo>
                    <a:pt x="5165" y="1390"/>
                    <a:pt x="4811" y="952"/>
                    <a:pt x="4337" y="803"/>
                  </a:cubicBezTo>
                  <a:cubicBezTo>
                    <a:pt x="4281" y="358"/>
                    <a:pt x="3807" y="39"/>
                    <a:pt x="3333" y="4"/>
                  </a:cubicBezTo>
                  <a:cubicBezTo>
                    <a:pt x="3304" y="2"/>
                    <a:pt x="3276" y="0"/>
                    <a:pt x="32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50">
              <a:extLst>
                <a:ext uri="{FF2B5EF4-FFF2-40B4-BE49-F238E27FC236}">
                  <a16:creationId xmlns:a16="http://schemas.microsoft.com/office/drawing/2014/main" id="{F9B05CCF-D3D8-EC3F-3C4B-27958B4D5E88}"/>
                </a:ext>
              </a:extLst>
            </p:cNvPr>
            <p:cNvSpPr/>
            <p:nvPr/>
          </p:nvSpPr>
          <p:spPr>
            <a:xfrm>
              <a:off x="-1734359" y="2606296"/>
              <a:ext cx="46303" cy="35705"/>
            </a:xfrm>
            <a:custGeom>
              <a:avLst/>
              <a:gdLst/>
              <a:ahLst/>
              <a:cxnLst/>
              <a:rect l="l" t="t" r="r" b="b"/>
              <a:pathLst>
                <a:path w="616" h="475" extrusionOk="0">
                  <a:moveTo>
                    <a:pt x="29" y="0"/>
                  </a:moveTo>
                  <a:lnTo>
                    <a:pt x="0" y="28"/>
                  </a:lnTo>
                  <a:cubicBezTo>
                    <a:pt x="0" y="57"/>
                    <a:pt x="29" y="57"/>
                    <a:pt x="29" y="57"/>
                  </a:cubicBezTo>
                  <a:cubicBezTo>
                    <a:pt x="262" y="85"/>
                    <a:pt x="467" y="234"/>
                    <a:pt x="559" y="439"/>
                  </a:cubicBezTo>
                  <a:lnTo>
                    <a:pt x="587" y="474"/>
                  </a:lnTo>
                  <a:lnTo>
                    <a:pt x="616" y="474"/>
                  </a:lnTo>
                  <a:lnTo>
                    <a:pt x="616" y="410"/>
                  </a:lnTo>
                  <a:cubicBezTo>
                    <a:pt x="531" y="177"/>
                    <a:pt x="290" y="28"/>
                    <a:pt x="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50">
              <a:extLst>
                <a:ext uri="{FF2B5EF4-FFF2-40B4-BE49-F238E27FC236}">
                  <a16:creationId xmlns:a16="http://schemas.microsoft.com/office/drawing/2014/main" id="{E8996E11-E87C-E1DD-2BEE-6C55B7E9BB54}"/>
                </a:ext>
              </a:extLst>
            </p:cNvPr>
            <p:cNvSpPr/>
            <p:nvPr/>
          </p:nvSpPr>
          <p:spPr>
            <a:xfrm>
              <a:off x="-1944984" y="2572770"/>
              <a:ext cx="66598" cy="60134"/>
            </a:xfrm>
            <a:custGeom>
              <a:avLst/>
              <a:gdLst/>
              <a:ahLst/>
              <a:cxnLst/>
              <a:rect l="l" t="t" r="r" b="b"/>
              <a:pathLst>
                <a:path w="886" h="800" extrusionOk="0">
                  <a:moveTo>
                    <a:pt x="857" y="0"/>
                  </a:moveTo>
                  <a:cubicBezTo>
                    <a:pt x="411" y="0"/>
                    <a:pt x="29" y="326"/>
                    <a:pt x="1" y="772"/>
                  </a:cubicBezTo>
                  <a:cubicBezTo>
                    <a:pt x="1" y="800"/>
                    <a:pt x="1" y="800"/>
                    <a:pt x="29" y="800"/>
                  </a:cubicBezTo>
                  <a:lnTo>
                    <a:pt x="57" y="800"/>
                  </a:lnTo>
                  <a:cubicBezTo>
                    <a:pt x="86" y="354"/>
                    <a:pt x="439" y="64"/>
                    <a:pt x="857" y="64"/>
                  </a:cubicBezTo>
                  <a:cubicBezTo>
                    <a:pt x="857" y="64"/>
                    <a:pt x="885" y="64"/>
                    <a:pt x="885" y="36"/>
                  </a:cubicBezTo>
                  <a:lnTo>
                    <a:pt x="8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50">
              <a:extLst>
                <a:ext uri="{FF2B5EF4-FFF2-40B4-BE49-F238E27FC236}">
                  <a16:creationId xmlns:a16="http://schemas.microsoft.com/office/drawing/2014/main" id="{2427E2D0-6A69-973A-5984-586608E867CD}"/>
                </a:ext>
              </a:extLst>
            </p:cNvPr>
            <p:cNvSpPr/>
            <p:nvPr/>
          </p:nvSpPr>
          <p:spPr>
            <a:xfrm>
              <a:off x="-1980615" y="2524361"/>
              <a:ext cx="39989" cy="13380"/>
            </a:xfrm>
            <a:custGeom>
              <a:avLst/>
              <a:gdLst/>
              <a:ahLst/>
              <a:cxnLst/>
              <a:rect l="l" t="t" r="r" b="b"/>
              <a:pathLst>
                <a:path w="532" h="178" extrusionOk="0">
                  <a:moveTo>
                    <a:pt x="29" y="1"/>
                  </a:moveTo>
                  <a:cubicBezTo>
                    <a:pt x="29" y="29"/>
                    <a:pt x="1" y="29"/>
                    <a:pt x="1" y="57"/>
                  </a:cubicBezTo>
                  <a:lnTo>
                    <a:pt x="65" y="57"/>
                  </a:lnTo>
                  <a:cubicBezTo>
                    <a:pt x="206" y="57"/>
                    <a:pt x="355" y="86"/>
                    <a:pt x="475" y="177"/>
                  </a:cubicBezTo>
                  <a:lnTo>
                    <a:pt x="503" y="177"/>
                  </a:lnTo>
                  <a:cubicBezTo>
                    <a:pt x="531" y="149"/>
                    <a:pt x="531" y="114"/>
                    <a:pt x="503" y="114"/>
                  </a:cubicBezTo>
                  <a:cubicBezTo>
                    <a:pt x="355" y="29"/>
                    <a:pt x="206" y="1"/>
                    <a:pt x="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50">
              <a:extLst>
                <a:ext uri="{FF2B5EF4-FFF2-40B4-BE49-F238E27FC236}">
                  <a16:creationId xmlns:a16="http://schemas.microsoft.com/office/drawing/2014/main" id="{D6239BD5-7773-CA7B-2CD7-EEC6836C851F}"/>
                </a:ext>
              </a:extLst>
            </p:cNvPr>
            <p:cNvSpPr/>
            <p:nvPr/>
          </p:nvSpPr>
          <p:spPr>
            <a:xfrm>
              <a:off x="-1911985" y="2479710"/>
              <a:ext cx="49009" cy="53219"/>
            </a:xfrm>
            <a:custGeom>
              <a:avLst/>
              <a:gdLst/>
              <a:ahLst/>
              <a:cxnLst/>
              <a:rect l="l" t="t" r="r" b="b"/>
              <a:pathLst>
                <a:path w="652" h="708" extrusionOk="0">
                  <a:moveTo>
                    <a:pt x="36" y="0"/>
                  </a:moveTo>
                  <a:cubicBezTo>
                    <a:pt x="0" y="0"/>
                    <a:pt x="0" y="36"/>
                    <a:pt x="0" y="36"/>
                  </a:cubicBezTo>
                  <a:lnTo>
                    <a:pt x="0" y="64"/>
                  </a:lnTo>
                  <a:cubicBezTo>
                    <a:pt x="354" y="92"/>
                    <a:pt x="595" y="354"/>
                    <a:pt x="595" y="680"/>
                  </a:cubicBezTo>
                  <a:cubicBezTo>
                    <a:pt x="595" y="708"/>
                    <a:pt x="595" y="708"/>
                    <a:pt x="623" y="708"/>
                  </a:cubicBezTo>
                  <a:cubicBezTo>
                    <a:pt x="623" y="708"/>
                    <a:pt x="651" y="708"/>
                    <a:pt x="651" y="680"/>
                  </a:cubicBezTo>
                  <a:cubicBezTo>
                    <a:pt x="651" y="326"/>
                    <a:pt x="390" y="36"/>
                    <a:pt x="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50">
              <a:extLst>
                <a:ext uri="{FF2B5EF4-FFF2-40B4-BE49-F238E27FC236}">
                  <a16:creationId xmlns:a16="http://schemas.microsoft.com/office/drawing/2014/main" id="{B3919E9D-A614-6A47-5A72-9E1E62EB1429}"/>
                </a:ext>
              </a:extLst>
            </p:cNvPr>
            <p:cNvSpPr/>
            <p:nvPr/>
          </p:nvSpPr>
          <p:spPr>
            <a:xfrm>
              <a:off x="-1916269" y="2621706"/>
              <a:ext cx="49009" cy="42094"/>
            </a:xfrm>
            <a:custGeom>
              <a:avLst/>
              <a:gdLst/>
              <a:ahLst/>
              <a:cxnLst/>
              <a:rect l="l" t="t" r="r" b="b"/>
              <a:pathLst>
                <a:path w="652" h="560" extrusionOk="0">
                  <a:moveTo>
                    <a:pt x="29" y="0"/>
                  </a:moveTo>
                  <a:cubicBezTo>
                    <a:pt x="1" y="0"/>
                    <a:pt x="1" y="29"/>
                    <a:pt x="1" y="29"/>
                  </a:cubicBezTo>
                  <a:cubicBezTo>
                    <a:pt x="1" y="177"/>
                    <a:pt x="93" y="326"/>
                    <a:pt x="206" y="446"/>
                  </a:cubicBezTo>
                  <a:cubicBezTo>
                    <a:pt x="298" y="531"/>
                    <a:pt x="447" y="559"/>
                    <a:pt x="560" y="559"/>
                  </a:cubicBezTo>
                  <a:lnTo>
                    <a:pt x="623" y="559"/>
                  </a:lnTo>
                  <a:cubicBezTo>
                    <a:pt x="652" y="559"/>
                    <a:pt x="652" y="559"/>
                    <a:pt x="652" y="531"/>
                  </a:cubicBezTo>
                  <a:cubicBezTo>
                    <a:pt x="652" y="503"/>
                    <a:pt x="652" y="503"/>
                    <a:pt x="623" y="503"/>
                  </a:cubicBezTo>
                  <a:cubicBezTo>
                    <a:pt x="597" y="508"/>
                    <a:pt x="572" y="510"/>
                    <a:pt x="548" y="510"/>
                  </a:cubicBezTo>
                  <a:cubicBezTo>
                    <a:pt x="433" y="510"/>
                    <a:pt x="333" y="458"/>
                    <a:pt x="234" y="382"/>
                  </a:cubicBezTo>
                  <a:cubicBezTo>
                    <a:pt x="121" y="297"/>
                    <a:pt x="57" y="177"/>
                    <a:pt x="57" y="29"/>
                  </a:cubicBezTo>
                  <a:cubicBezTo>
                    <a:pt x="57" y="0"/>
                    <a:pt x="29" y="0"/>
                    <a:pt x="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50">
              <a:extLst>
                <a:ext uri="{FF2B5EF4-FFF2-40B4-BE49-F238E27FC236}">
                  <a16:creationId xmlns:a16="http://schemas.microsoft.com/office/drawing/2014/main" id="{67960171-AE9B-404F-A85A-017EFE95C452}"/>
                </a:ext>
              </a:extLst>
            </p:cNvPr>
            <p:cNvSpPr/>
            <p:nvPr/>
          </p:nvSpPr>
          <p:spPr>
            <a:xfrm>
              <a:off x="-2009329" y="2550971"/>
              <a:ext cx="33600" cy="53219"/>
            </a:xfrm>
            <a:custGeom>
              <a:avLst/>
              <a:gdLst/>
              <a:ahLst/>
              <a:cxnLst/>
              <a:rect l="l" t="t" r="r" b="b"/>
              <a:pathLst>
                <a:path w="447" h="708" extrusionOk="0">
                  <a:moveTo>
                    <a:pt x="411" y="0"/>
                  </a:moveTo>
                  <a:cubicBezTo>
                    <a:pt x="149" y="85"/>
                    <a:pt x="1" y="382"/>
                    <a:pt x="93" y="679"/>
                  </a:cubicBezTo>
                  <a:cubicBezTo>
                    <a:pt x="93" y="679"/>
                    <a:pt x="93" y="708"/>
                    <a:pt x="121" y="708"/>
                  </a:cubicBezTo>
                  <a:lnTo>
                    <a:pt x="121" y="679"/>
                  </a:lnTo>
                  <a:cubicBezTo>
                    <a:pt x="149" y="679"/>
                    <a:pt x="149" y="679"/>
                    <a:pt x="149" y="644"/>
                  </a:cubicBezTo>
                  <a:cubicBezTo>
                    <a:pt x="57" y="411"/>
                    <a:pt x="178" y="149"/>
                    <a:pt x="447" y="57"/>
                  </a:cubicBezTo>
                  <a:lnTo>
                    <a:pt x="447" y="29"/>
                  </a:lnTo>
                  <a:cubicBezTo>
                    <a:pt x="447" y="0"/>
                    <a:pt x="447" y="0"/>
                    <a:pt x="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50">
              <a:extLst>
                <a:ext uri="{FF2B5EF4-FFF2-40B4-BE49-F238E27FC236}">
                  <a16:creationId xmlns:a16="http://schemas.microsoft.com/office/drawing/2014/main" id="{0CE093A6-F43C-F447-CBAF-37199A0F066F}"/>
                </a:ext>
              </a:extLst>
            </p:cNvPr>
            <p:cNvSpPr/>
            <p:nvPr/>
          </p:nvSpPr>
          <p:spPr>
            <a:xfrm>
              <a:off x="-1752475" y="2652525"/>
              <a:ext cx="39989" cy="24505"/>
            </a:xfrm>
            <a:custGeom>
              <a:avLst/>
              <a:gdLst/>
              <a:ahLst/>
              <a:cxnLst/>
              <a:rect l="l" t="t" r="r" b="b"/>
              <a:pathLst>
                <a:path w="532" h="326" extrusionOk="0">
                  <a:moveTo>
                    <a:pt x="531" y="1"/>
                  </a:moveTo>
                  <a:cubicBezTo>
                    <a:pt x="503" y="1"/>
                    <a:pt x="503" y="36"/>
                    <a:pt x="475" y="36"/>
                  </a:cubicBezTo>
                  <a:cubicBezTo>
                    <a:pt x="428" y="182"/>
                    <a:pt x="300" y="284"/>
                    <a:pt x="142" y="284"/>
                  </a:cubicBezTo>
                  <a:cubicBezTo>
                    <a:pt x="108" y="284"/>
                    <a:pt x="72" y="279"/>
                    <a:pt x="36" y="269"/>
                  </a:cubicBezTo>
                  <a:lnTo>
                    <a:pt x="1" y="269"/>
                  </a:lnTo>
                  <a:cubicBezTo>
                    <a:pt x="1" y="298"/>
                    <a:pt x="1" y="298"/>
                    <a:pt x="36" y="326"/>
                  </a:cubicBezTo>
                  <a:lnTo>
                    <a:pt x="149" y="326"/>
                  </a:lnTo>
                  <a:cubicBezTo>
                    <a:pt x="326" y="326"/>
                    <a:pt x="475" y="241"/>
                    <a:pt x="531" y="64"/>
                  </a:cubicBezTo>
                  <a:lnTo>
                    <a:pt x="5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50">
              <a:extLst>
                <a:ext uri="{FF2B5EF4-FFF2-40B4-BE49-F238E27FC236}">
                  <a16:creationId xmlns:a16="http://schemas.microsoft.com/office/drawing/2014/main" id="{07A5BC31-A423-A53E-0B7F-F2C9EE277BF1}"/>
                </a:ext>
              </a:extLst>
            </p:cNvPr>
            <p:cNvSpPr/>
            <p:nvPr/>
          </p:nvSpPr>
          <p:spPr>
            <a:xfrm>
              <a:off x="-1785399" y="2495947"/>
              <a:ext cx="66523" cy="17364"/>
            </a:xfrm>
            <a:custGeom>
              <a:avLst/>
              <a:gdLst/>
              <a:ahLst/>
              <a:cxnLst/>
              <a:rect l="l" t="t" r="r" b="b"/>
              <a:pathLst>
                <a:path w="885" h="231" extrusionOk="0">
                  <a:moveTo>
                    <a:pt x="631" y="1"/>
                  </a:moveTo>
                  <a:cubicBezTo>
                    <a:pt x="412" y="1"/>
                    <a:pt x="203" y="70"/>
                    <a:pt x="28" y="202"/>
                  </a:cubicBezTo>
                  <a:cubicBezTo>
                    <a:pt x="0" y="202"/>
                    <a:pt x="0" y="202"/>
                    <a:pt x="28" y="230"/>
                  </a:cubicBezTo>
                  <a:lnTo>
                    <a:pt x="57" y="230"/>
                  </a:lnTo>
                  <a:cubicBezTo>
                    <a:pt x="236" y="120"/>
                    <a:pt x="426" y="60"/>
                    <a:pt x="635" y="60"/>
                  </a:cubicBezTo>
                  <a:cubicBezTo>
                    <a:pt x="706" y="60"/>
                    <a:pt x="780" y="67"/>
                    <a:pt x="856" y="82"/>
                  </a:cubicBezTo>
                  <a:cubicBezTo>
                    <a:pt x="856" y="82"/>
                    <a:pt x="884" y="82"/>
                    <a:pt x="884" y="53"/>
                  </a:cubicBezTo>
                  <a:cubicBezTo>
                    <a:pt x="884" y="53"/>
                    <a:pt x="884" y="25"/>
                    <a:pt x="856" y="25"/>
                  </a:cubicBezTo>
                  <a:cubicBezTo>
                    <a:pt x="781" y="9"/>
                    <a:pt x="705" y="1"/>
                    <a:pt x="6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50">
              <a:extLst>
                <a:ext uri="{FF2B5EF4-FFF2-40B4-BE49-F238E27FC236}">
                  <a16:creationId xmlns:a16="http://schemas.microsoft.com/office/drawing/2014/main" id="{A1B91956-2A79-B889-BF28-08A1BDEB3AAF}"/>
                </a:ext>
              </a:extLst>
            </p:cNvPr>
            <p:cNvSpPr/>
            <p:nvPr/>
          </p:nvSpPr>
          <p:spPr>
            <a:xfrm>
              <a:off x="-1709929" y="2533532"/>
              <a:ext cx="24054" cy="41943"/>
            </a:xfrm>
            <a:custGeom>
              <a:avLst/>
              <a:gdLst/>
              <a:ahLst/>
              <a:cxnLst/>
              <a:rect l="l" t="t" r="r" b="b"/>
              <a:pathLst>
                <a:path w="320" h="558" extrusionOk="0">
                  <a:moveTo>
                    <a:pt x="29" y="1"/>
                  </a:moveTo>
                  <a:cubicBezTo>
                    <a:pt x="22" y="1"/>
                    <a:pt x="15" y="10"/>
                    <a:pt x="1" y="27"/>
                  </a:cubicBezTo>
                  <a:cubicBezTo>
                    <a:pt x="1" y="27"/>
                    <a:pt x="1" y="55"/>
                    <a:pt x="29" y="55"/>
                  </a:cubicBezTo>
                  <a:cubicBezTo>
                    <a:pt x="178" y="169"/>
                    <a:pt x="262" y="346"/>
                    <a:pt x="262" y="558"/>
                  </a:cubicBezTo>
                  <a:lnTo>
                    <a:pt x="291" y="558"/>
                  </a:lnTo>
                  <a:cubicBezTo>
                    <a:pt x="291" y="558"/>
                    <a:pt x="319" y="558"/>
                    <a:pt x="319" y="522"/>
                  </a:cubicBezTo>
                  <a:cubicBezTo>
                    <a:pt x="319" y="317"/>
                    <a:pt x="206" y="140"/>
                    <a:pt x="57" y="27"/>
                  </a:cubicBezTo>
                  <a:cubicBezTo>
                    <a:pt x="43" y="10"/>
                    <a:pt x="36" y="1"/>
                    <a:pt x="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50">
              <a:extLst>
                <a:ext uri="{FF2B5EF4-FFF2-40B4-BE49-F238E27FC236}">
                  <a16:creationId xmlns:a16="http://schemas.microsoft.com/office/drawing/2014/main" id="{C07C8090-F943-DD7A-7101-CDDBE41BB355}"/>
                </a:ext>
              </a:extLst>
            </p:cNvPr>
            <p:cNvSpPr/>
            <p:nvPr/>
          </p:nvSpPr>
          <p:spPr>
            <a:xfrm>
              <a:off x="-1836514" y="2551948"/>
              <a:ext cx="51189" cy="63441"/>
            </a:xfrm>
            <a:custGeom>
              <a:avLst/>
              <a:gdLst/>
              <a:ahLst/>
              <a:cxnLst/>
              <a:rect l="l" t="t" r="r" b="b"/>
              <a:pathLst>
                <a:path w="681" h="844" extrusionOk="0">
                  <a:moveTo>
                    <a:pt x="142" y="1"/>
                  </a:moveTo>
                  <a:cubicBezTo>
                    <a:pt x="104" y="1"/>
                    <a:pt x="66" y="6"/>
                    <a:pt x="29" y="16"/>
                  </a:cubicBezTo>
                  <a:cubicBezTo>
                    <a:pt x="1" y="16"/>
                    <a:pt x="1" y="16"/>
                    <a:pt x="1" y="44"/>
                  </a:cubicBezTo>
                  <a:lnTo>
                    <a:pt x="29" y="72"/>
                  </a:lnTo>
                  <a:cubicBezTo>
                    <a:pt x="72" y="61"/>
                    <a:pt x="113" y="55"/>
                    <a:pt x="153" y="55"/>
                  </a:cubicBezTo>
                  <a:cubicBezTo>
                    <a:pt x="305" y="55"/>
                    <a:pt x="436" y="137"/>
                    <a:pt x="532" y="277"/>
                  </a:cubicBezTo>
                  <a:cubicBezTo>
                    <a:pt x="624" y="426"/>
                    <a:pt x="624" y="631"/>
                    <a:pt x="503" y="780"/>
                  </a:cubicBezTo>
                  <a:cubicBezTo>
                    <a:pt x="475" y="808"/>
                    <a:pt x="475" y="808"/>
                    <a:pt x="503" y="843"/>
                  </a:cubicBezTo>
                  <a:lnTo>
                    <a:pt x="532" y="843"/>
                  </a:lnTo>
                  <a:lnTo>
                    <a:pt x="532" y="808"/>
                  </a:lnTo>
                  <a:cubicBezTo>
                    <a:pt x="680" y="666"/>
                    <a:pt x="680" y="398"/>
                    <a:pt x="560" y="221"/>
                  </a:cubicBezTo>
                  <a:cubicBezTo>
                    <a:pt x="490" y="99"/>
                    <a:pt x="316" y="1"/>
                    <a:pt x="1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50">
              <a:extLst>
                <a:ext uri="{FF2B5EF4-FFF2-40B4-BE49-F238E27FC236}">
                  <a16:creationId xmlns:a16="http://schemas.microsoft.com/office/drawing/2014/main" id="{9F8D3F51-9B35-75A6-BDFC-F1C5B7C436A8}"/>
                </a:ext>
              </a:extLst>
            </p:cNvPr>
            <p:cNvSpPr/>
            <p:nvPr/>
          </p:nvSpPr>
          <p:spPr>
            <a:xfrm>
              <a:off x="-1847639" y="2623810"/>
              <a:ext cx="15485" cy="37809"/>
            </a:xfrm>
            <a:custGeom>
              <a:avLst/>
              <a:gdLst/>
              <a:ahLst/>
              <a:cxnLst/>
              <a:rect l="l" t="t" r="r" b="b"/>
              <a:pathLst>
                <a:path w="206" h="503" extrusionOk="0">
                  <a:moveTo>
                    <a:pt x="92" y="1"/>
                  </a:moveTo>
                  <a:cubicBezTo>
                    <a:pt x="29" y="64"/>
                    <a:pt x="0" y="177"/>
                    <a:pt x="0" y="269"/>
                  </a:cubicBezTo>
                  <a:cubicBezTo>
                    <a:pt x="29" y="383"/>
                    <a:pt x="92" y="475"/>
                    <a:pt x="177" y="503"/>
                  </a:cubicBezTo>
                  <a:lnTo>
                    <a:pt x="206" y="503"/>
                  </a:lnTo>
                  <a:lnTo>
                    <a:pt x="206" y="446"/>
                  </a:lnTo>
                  <a:cubicBezTo>
                    <a:pt x="121" y="418"/>
                    <a:pt x="64" y="354"/>
                    <a:pt x="64" y="269"/>
                  </a:cubicBezTo>
                  <a:cubicBezTo>
                    <a:pt x="64" y="177"/>
                    <a:pt x="92" y="93"/>
                    <a:pt x="149" y="29"/>
                  </a:cubicBezTo>
                  <a:lnTo>
                    <a:pt x="1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1" name="Google Shape;1671;p50">
            <a:extLst>
              <a:ext uri="{FF2B5EF4-FFF2-40B4-BE49-F238E27FC236}">
                <a16:creationId xmlns:a16="http://schemas.microsoft.com/office/drawing/2014/main" id="{9297ED7C-E8AB-DF60-D7D9-3B2E96D164C5}"/>
              </a:ext>
            </a:extLst>
          </p:cNvPr>
          <p:cNvGrpSpPr/>
          <p:nvPr/>
        </p:nvGrpSpPr>
        <p:grpSpPr>
          <a:xfrm>
            <a:off x="7225939" y="1685626"/>
            <a:ext cx="1631854" cy="2941424"/>
            <a:chOff x="6800376" y="1674286"/>
            <a:chExt cx="1631854" cy="2941424"/>
          </a:xfrm>
        </p:grpSpPr>
        <p:grpSp>
          <p:nvGrpSpPr>
            <p:cNvPr id="1672" name="Google Shape;1672;p50">
              <a:extLst>
                <a:ext uri="{FF2B5EF4-FFF2-40B4-BE49-F238E27FC236}">
                  <a16:creationId xmlns:a16="http://schemas.microsoft.com/office/drawing/2014/main" id="{CB45C0F6-F063-217F-F2B3-5D28B8F8E012}"/>
                </a:ext>
              </a:extLst>
            </p:cNvPr>
            <p:cNvGrpSpPr/>
            <p:nvPr/>
          </p:nvGrpSpPr>
          <p:grpSpPr>
            <a:xfrm>
              <a:off x="6800380" y="1853630"/>
              <a:ext cx="1631850" cy="2762080"/>
              <a:chOff x="-1014959" y="1538651"/>
              <a:chExt cx="1981603" cy="3354074"/>
            </a:xfrm>
          </p:grpSpPr>
          <p:sp>
            <p:nvSpPr>
              <p:cNvPr id="1673" name="Google Shape;1673;p50">
                <a:extLst>
                  <a:ext uri="{FF2B5EF4-FFF2-40B4-BE49-F238E27FC236}">
                    <a16:creationId xmlns:a16="http://schemas.microsoft.com/office/drawing/2014/main" id="{3C9B5589-C375-B678-6ABD-A4978BF7C033}"/>
                  </a:ext>
                </a:extLst>
              </p:cNvPr>
              <p:cNvSpPr/>
              <p:nvPr/>
            </p:nvSpPr>
            <p:spPr>
              <a:xfrm>
                <a:off x="-705552" y="1690618"/>
                <a:ext cx="241206" cy="352612"/>
              </a:xfrm>
              <a:custGeom>
                <a:avLst/>
                <a:gdLst/>
                <a:ahLst/>
                <a:cxnLst/>
                <a:rect l="l" t="t" r="r" b="b"/>
                <a:pathLst>
                  <a:path w="1719" h="2513" extrusionOk="0">
                    <a:moveTo>
                      <a:pt x="1089" y="1"/>
                    </a:moveTo>
                    <a:cubicBezTo>
                      <a:pt x="1086" y="1"/>
                      <a:pt x="1082" y="1"/>
                      <a:pt x="1079" y="1"/>
                    </a:cubicBezTo>
                    <a:cubicBezTo>
                      <a:pt x="843" y="22"/>
                      <a:pt x="860" y="723"/>
                      <a:pt x="862" y="766"/>
                    </a:cubicBezTo>
                    <a:lnTo>
                      <a:pt x="862" y="766"/>
                    </a:lnTo>
                    <a:cubicBezTo>
                      <a:pt x="861" y="752"/>
                      <a:pt x="854" y="667"/>
                      <a:pt x="772" y="504"/>
                    </a:cubicBezTo>
                    <a:cubicBezTo>
                      <a:pt x="696" y="351"/>
                      <a:pt x="587" y="302"/>
                      <a:pt x="481" y="302"/>
                    </a:cubicBezTo>
                    <a:cubicBezTo>
                      <a:pt x="373" y="302"/>
                      <a:pt x="267" y="353"/>
                      <a:pt x="201" y="398"/>
                    </a:cubicBezTo>
                    <a:cubicBezTo>
                      <a:pt x="111" y="440"/>
                      <a:pt x="132" y="572"/>
                      <a:pt x="243" y="594"/>
                    </a:cubicBezTo>
                    <a:cubicBezTo>
                      <a:pt x="264" y="615"/>
                      <a:pt x="286" y="615"/>
                      <a:pt x="307" y="615"/>
                    </a:cubicBezTo>
                    <a:cubicBezTo>
                      <a:pt x="314" y="614"/>
                      <a:pt x="321" y="614"/>
                      <a:pt x="328" y="614"/>
                    </a:cubicBezTo>
                    <a:cubicBezTo>
                      <a:pt x="517" y="614"/>
                      <a:pt x="637" y="886"/>
                      <a:pt x="571" y="1080"/>
                    </a:cubicBezTo>
                    <a:cubicBezTo>
                      <a:pt x="554" y="1184"/>
                      <a:pt x="512" y="1219"/>
                      <a:pt x="461" y="1219"/>
                    </a:cubicBezTo>
                    <a:cubicBezTo>
                      <a:pt x="447" y="1219"/>
                      <a:pt x="432" y="1217"/>
                      <a:pt x="418" y="1212"/>
                    </a:cubicBezTo>
                    <a:cubicBezTo>
                      <a:pt x="375" y="1191"/>
                      <a:pt x="333" y="1143"/>
                      <a:pt x="333" y="1101"/>
                    </a:cubicBezTo>
                    <a:cubicBezTo>
                      <a:pt x="314" y="976"/>
                      <a:pt x="265" y="927"/>
                      <a:pt x="214" y="927"/>
                    </a:cubicBezTo>
                    <a:cubicBezTo>
                      <a:pt x="193" y="927"/>
                      <a:pt x="173" y="934"/>
                      <a:pt x="153" y="948"/>
                    </a:cubicBezTo>
                    <a:cubicBezTo>
                      <a:pt x="111" y="969"/>
                      <a:pt x="69" y="1011"/>
                      <a:pt x="69" y="1080"/>
                    </a:cubicBezTo>
                    <a:cubicBezTo>
                      <a:pt x="0" y="1540"/>
                      <a:pt x="418" y="1587"/>
                      <a:pt x="550" y="1587"/>
                    </a:cubicBezTo>
                    <a:cubicBezTo>
                      <a:pt x="661" y="1762"/>
                      <a:pt x="571" y="2005"/>
                      <a:pt x="571" y="2005"/>
                    </a:cubicBezTo>
                    <a:cubicBezTo>
                      <a:pt x="571" y="2005"/>
                      <a:pt x="994" y="2248"/>
                      <a:pt x="1343" y="2513"/>
                    </a:cubicBezTo>
                    <a:cubicBezTo>
                      <a:pt x="1718" y="1455"/>
                      <a:pt x="1676" y="615"/>
                      <a:pt x="1607" y="266"/>
                    </a:cubicBezTo>
                    <a:cubicBezTo>
                      <a:pt x="1586" y="176"/>
                      <a:pt x="1475" y="107"/>
                      <a:pt x="1391" y="107"/>
                    </a:cubicBezTo>
                    <a:cubicBezTo>
                      <a:pt x="1305" y="114"/>
                      <a:pt x="1254" y="168"/>
                      <a:pt x="1226" y="241"/>
                    </a:cubicBezTo>
                    <a:lnTo>
                      <a:pt x="1226" y="241"/>
                    </a:lnTo>
                    <a:cubicBezTo>
                      <a:pt x="1207" y="107"/>
                      <a:pt x="1167" y="1"/>
                      <a:pt x="1089" y="1"/>
                    </a:cubicBezTo>
                    <a:close/>
                  </a:path>
                </a:pathLst>
              </a:custGeom>
              <a:solidFill>
                <a:srgbClr val="FCBAB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50">
                <a:extLst>
                  <a:ext uri="{FF2B5EF4-FFF2-40B4-BE49-F238E27FC236}">
                    <a16:creationId xmlns:a16="http://schemas.microsoft.com/office/drawing/2014/main" id="{4D773468-EE56-B7AC-0BCF-A2AA110E5B94}"/>
                  </a:ext>
                </a:extLst>
              </p:cNvPr>
              <p:cNvSpPr/>
              <p:nvPr/>
            </p:nvSpPr>
            <p:spPr>
              <a:xfrm>
                <a:off x="-662614" y="1869527"/>
                <a:ext cx="155191" cy="207105"/>
              </a:xfrm>
              <a:custGeom>
                <a:avLst/>
                <a:gdLst/>
                <a:ahLst/>
                <a:cxnLst/>
                <a:rect l="l" t="t" r="r" b="b"/>
                <a:pathLst>
                  <a:path w="1106" h="1476" extrusionOk="0">
                    <a:moveTo>
                      <a:pt x="730" y="1"/>
                    </a:moveTo>
                    <a:cubicBezTo>
                      <a:pt x="730" y="1"/>
                      <a:pt x="180" y="709"/>
                      <a:pt x="69" y="841"/>
                    </a:cubicBezTo>
                    <a:cubicBezTo>
                      <a:pt x="48" y="973"/>
                      <a:pt x="1" y="1476"/>
                      <a:pt x="1" y="1476"/>
                    </a:cubicBezTo>
                    <a:cubicBezTo>
                      <a:pt x="1" y="1476"/>
                      <a:pt x="820" y="1454"/>
                      <a:pt x="1106" y="1190"/>
                    </a:cubicBezTo>
                    <a:cubicBezTo>
                      <a:pt x="973" y="1016"/>
                      <a:pt x="905" y="508"/>
                      <a:pt x="952" y="376"/>
                    </a:cubicBezTo>
                    <a:cubicBezTo>
                      <a:pt x="995" y="244"/>
                      <a:pt x="1037" y="69"/>
                      <a:pt x="1037" y="69"/>
                    </a:cubicBezTo>
                    <a:lnTo>
                      <a:pt x="730" y="1"/>
                    </a:lnTo>
                    <a:close/>
                  </a:path>
                </a:pathLst>
              </a:custGeom>
              <a:solidFill>
                <a:srgbClr val="FCBAB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50">
                <a:extLst>
                  <a:ext uri="{FF2B5EF4-FFF2-40B4-BE49-F238E27FC236}">
                    <a16:creationId xmlns:a16="http://schemas.microsoft.com/office/drawing/2014/main" id="{B9A69802-89F6-BE2C-4200-117D5AD49B58}"/>
                  </a:ext>
                </a:extLst>
              </p:cNvPr>
              <p:cNvSpPr/>
              <p:nvPr/>
            </p:nvSpPr>
            <p:spPr>
              <a:xfrm>
                <a:off x="-699658" y="2009005"/>
                <a:ext cx="683346" cy="584412"/>
              </a:xfrm>
              <a:custGeom>
                <a:avLst/>
                <a:gdLst/>
                <a:ahLst/>
                <a:cxnLst/>
                <a:rect l="l" t="t" r="r" b="b"/>
                <a:pathLst>
                  <a:path w="4870" h="4165" extrusionOk="0">
                    <a:moveTo>
                      <a:pt x="1370" y="0"/>
                    </a:moveTo>
                    <a:cubicBezTo>
                      <a:pt x="1370" y="0"/>
                      <a:pt x="854" y="332"/>
                      <a:pt x="400" y="332"/>
                    </a:cubicBezTo>
                    <a:cubicBezTo>
                      <a:pt x="332" y="332"/>
                      <a:pt x="265" y="324"/>
                      <a:pt x="201" y="307"/>
                    </a:cubicBezTo>
                    <a:lnTo>
                      <a:pt x="201" y="307"/>
                    </a:lnTo>
                    <a:cubicBezTo>
                      <a:pt x="69" y="794"/>
                      <a:pt x="0" y="3548"/>
                      <a:pt x="2691" y="4050"/>
                    </a:cubicBezTo>
                    <a:cubicBezTo>
                      <a:pt x="2691" y="4067"/>
                      <a:pt x="3495" y="4164"/>
                      <a:pt x="4133" y="4164"/>
                    </a:cubicBezTo>
                    <a:cubicBezTo>
                      <a:pt x="4479" y="4164"/>
                      <a:pt x="4777" y="4136"/>
                      <a:pt x="4870" y="4050"/>
                    </a:cubicBezTo>
                    <a:lnTo>
                      <a:pt x="4716" y="1190"/>
                    </a:lnTo>
                    <a:cubicBezTo>
                      <a:pt x="4716" y="1190"/>
                      <a:pt x="4256" y="1322"/>
                      <a:pt x="3791" y="1386"/>
                    </a:cubicBezTo>
                    <a:cubicBezTo>
                      <a:pt x="3463" y="1454"/>
                      <a:pt x="3130" y="1476"/>
                      <a:pt x="2956" y="1476"/>
                    </a:cubicBezTo>
                    <a:cubicBezTo>
                      <a:pt x="2824" y="1476"/>
                      <a:pt x="1676" y="1433"/>
                      <a:pt x="13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50">
                <a:extLst>
                  <a:ext uri="{FF2B5EF4-FFF2-40B4-BE49-F238E27FC236}">
                    <a16:creationId xmlns:a16="http://schemas.microsoft.com/office/drawing/2014/main" id="{A49452C5-2002-55D2-C873-520922260961}"/>
                  </a:ext>
                </a:extLst>
              </p:cNvPr>
              <p:cNvSpPr/>
              <p:nvPr/>
            </p:nvSpPr>
            <p:spPr>
              <a:xfrm>
                <a:off x="-644091" y="1835429"/>
                <a:ext cx="136669" cy="161503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151" extrusionOk="0">
                    <a:moveTo>
                      <a:pt x="794" y="0"/>
                    </a:moveTo>
                    <a:lnTo>
                      <a:pt x="1" y="1105"/>
                    </a:lnTo>
                    <a:cubicBezTo>
                      <a:pt x="27" y="1126"/>
                      <a:pt x="27" y="1126"/>
                      <a:pt x="48" y="1148"/>
                    </a:cubicBezTo>
                    <a:cubicBezTo>
                      <a:pt x="51" y="1150"/>
                      <a:pt x="56" y="1151"/>
                      <a:pt x="64" y="1151"/>
                    </a:cubicBezTo>
                    <a:cubicBezTo>
                      <a:pt x="128" y="1151"/>
                      <a:pt x="357" y="1079"/>
                      <a:pt x="376" y="1037"/>
                    </a:cubicBezTo>
                    <a:cubicBezTo>
                      <a:pt x="397" y="994"/>
                      <a:pt x="641" y="994"/>
                      <a:pt x="641" y="994"/>
                    </a:cubicBezTo>
                    <a:cubicBezTo>
                      <a:pt x="641" y="994"/>
                      <a:pt x="641" y="793"/>
                      <a:pt x="688" y="709"/>
                    </a:cubicBezTo>
                    <a:cubicBezTo>
                      <a:pt x="730" y="598"/>
                      <a:pt x="974" y="466"/>
                      <a:pt x="905" y="111"/>
                    </a:cubicBezTo>
                    <a:cubicBezTo>
                      <a:pt x="905" y="111"/>
                      <a:pt x="794" y="27"/>
                      <a:pt x="794" y="0"/>
                    </a:cubicBezTo>
                    <a:close/>
                  </a:path>
                </a:pathLst>
              </a:custGeom>
              <a:solidFill>
                <a:srgbClr val="FCBAB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50">
                <a:extLst>
                  <a:ext uri="{FF2B5EF4-FFF2-40B4-BE49-F238E27FC236}">
                    <a16:creationId xmlns:a16="http://schemas.microsoft.com/office/drawing/2014/main" id="{3979B3FF-DD1E-378D-B4A3-DCC4104B581D}"/>
                  </a:ext>
                </a:extLst>
              </p:cNvPr>
              <p:cNvSpPr/>
              <p:nvPr/>
            </p:nvSpPr>
            <p:spPr>
              <a:xfrm>
                <a:off x="-718181" y="1776495"/>
                <a:ext cx="173713" cy="167396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193" extrusionOk="0">
                    <a:moveTo>
                      <a:pt x="808" y="0"/>
                    </a:moveTo>
                    <a:cubicBezTo>
                      <a:pt x="612" y="0"/>
                      <a:pt x="455" y="107"/>
                      <a:pt x="333" y="267"/>
                    </a:cubicBezTo>
                    <a:cubicBezTo>
                      <a:pt x="222" y="447"/>
                      <a:pt x="0" y="732"/>
                      <a:pt x="111" y="928"/>
                    </a:cubicBezTo>
                    <a:cubicBezTo>
                      <a:pt x="132" y="997"/>
                      <a:pt x="222" y="1039"/>
                      <a:pt x="291" y="1081"/>
                    </a:cubicBezTo>
                    <a:lnTo>
                      <a:pt x="312" y="1081"/>
                    </a:lnTo>
                    <a:lnTo>
                      <a:pt x="312" y="1108"/>
                    </a:lnTo>
                    <a:lnTo>
                      <a:pt x="333" y="1108"/>
                    </a:lnTo>
                    <a:cubicBezTo>
                      <a:pt x="397" y="1150"/>
                      <a:pt x="487" y="1171"/>
                      <a:pt x="508" y="1192"/>
                    </a:cubicBezTo>
                    <a:cubicBezTo>
                      <a:pt x="555" y="1192"/>
                      <a:pt x="598" y="1192"/>
                      <a:pt x="640" y="1171"/>
                    </a:cubicBezTo>
                    <a:lnTo>
                      <a:pt x="640" y="1150"/>
                    </a:lnTo>
                    <a:cubicBezTo>
                      <a:pt x="687" y="1108"/>
                      <a:pt x="709" y="1060"/>
                      <a:pt x="687" y="1018"/>
                    </a:cubicBezTo>
                    <a:lnTo>
                      <a:pt x="687" y="975"/>
                    </a:lnTo>
                    <a:lnTo>
                      <a:pt x="661" y="949"/>
                    </a:lnTo>
                    <a:cubicBezTo>
                      <a:pt x="687" y="949"/>
                      <a:pt x="687" y="949"/>
                      <a:pt x="709" y="975"/>
                    </a:cubicBezTo>
                    <a:cubicBezTo>
                      <a:pt x="751" y="975"/>
                      <a:pt x="793" y="949"/>
                      <a:pt x="820" y="928"/>
                    </a:cubicBezTo>
                    <a:cubicBezTo>
                      <a:pt x="841" y="907"/>
                      <a:pt x="841" y="864"/>
                      <a:pt x="841" y="817"/>
                    </a:cubicBezTo>
                    <a:cubicBezTo>
                      <a:pt x="841" y="796"/>
                      <a:pt x="841" y="775"/>
                      <a:pt x="820" y="775"/>
                    </a:cubicBezTo>
                    <a:lnTo>
                      <a:pt x="793" y="753"/>
                    </a:lnTo>
                    <a:lnTo>
                      <a:pt x="793" y="732"/>
                    </a:lnTo>
                    <a:cubicBezTo>
                      <a:pt x="820" y="753"/>
                      <a:pt x="841" y="753"/>
                      <a:pt x="841" y="753"/>
                    </a:cubicBezTo>
                    <a:lnTo>
                      <a:pt x="862" y="753"/>
                    </a:lnTo>
                    <a:cubicBezTo>
                      <a:pt x="994" y="753"/>
                      <a:pt x="1036" y="621"/>
                      <a:pt x="1015" y="531"/>
                    </a:cubicBezTo>
                    <a:lnTo>
                      <a:pt x="1015" y="489"/>
                    </a:lnTo>
                    <a:lnTo>
                      <a:pt x="1058" y="489"/>
                    </a:lnTo>
                    <a:cubicBezTo>
                      <a:pt x="1073" y="496"/>
                      <a:pt x="1086" y="498"/>
                      <a:pt x="1098" y="498"/>
                    </a:cubicBezTo>
                    <a:cubicBezTo>
                      <a:pt x="1122" y="498"/>
                      <a:pt x="1140" y="489"/>
                      <a:pt x="1169" y="489"/>
                    </a:cubicBezTo>
                    <a:cubicBezTo>
                      <a:pt x="1169" y="468"/>
                      <a:pt x="1190" y="468"/>
                      <a:pt x="1216" y="447"/>
                    </a:cubicBezTo>
                    <a:cubicBezTo>
                      <a:pt x="1216" y="447"/>
                      <a:pt x="1237" y="420"/>
                      <a:pt x="1237" y="378"/>
                    </a:cubicBezTo>
                    <a:lnTo>
                      <a:pt x="1237" y="357"/>
                    </a:lnTo>
                    <a:lnTo>
                      <a:pt x="1237" y="336"/>
                    </a:lnTo>
                    <a:cubicBezTo>
                      <a:pt x="1216" y="246"/>
                      <a:pt x="1169" y="156"/>
                      <a:pt x="1084" y="93"/>
                    </a:cubicBezTo>
                    <a:cubicBezTo>
                      <a:pt x="1036" y="71"/>
                      <a:pt x="994" y="50"/>
                      <a:pt x="925" y="24"/>
                    </a:cubicBezTo>
                    <a:cubicBezTo>
                      <a:pt x="904" y="24"/>
                      <a:pt x="883" y="3"/>
                      <a:pt x="862" y="3"/>
                    </a:cubicBezTo>
                    <a:cubicBezTo>
                      <a:pt x="844" y="1"/>
                      <a:pt x="826" y="0"/>
                      <a:pt x="808" y="0"/>
                    </a:cubicBezTo>
                    <a:close/>
                  </a:path>
                </a:pathLst>
              </a:custGeom>
              <a:solidFill>
                <a:srgbClr val="F76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50">
                <a:extLst>
                  <a:ext uri="{FF2B5EF4-FFF2-40B4-BE49-F238E27FC236}">
                    <a16:creationId xmlns:a16="http://schemas.microsoft.com/office/drawing/2014/main" id="{84550D0B-0A05-DDC9-C2F8-A58F23904EB3}"/>
                  </a:ext>
                </a:extLst>
              </p:cNvPr>
              <p:cNvSpPr/>
              <p:nvPr/>
            </p:nvSpPr>
            <p:spPr>
              <a:xfrm>
                <a:off x="-615746" y="1813960"/>
                <a:ext cx="71281" cy="32413"/>
              </a:xfrm>
              <a:custGeom>
                <a:avLst/>
                <a:gdLst/>
                <a:ahLst/>
                <a:cxnLst/>
                <a:rect l="l" t="t" r="r" b="b"/>
                <a:pathLst>
                  <a:path w="508" h="231" extrusionOk="0">
                    <a:moveTo>
                      <a:pt x="1" y="0"/>
                    </a:moveTo>
                    <a:cubicBezTo>
                      <a:pt x="64" y="22"/>
                      <a:pt x="132" y="69"/>
                      <a:pt x="174" y="132"/>
                    </a:cubicBezTo>
                    <a:lnTo>
                      <a:pt x="264" y="201"/>
                    </a:lnTo>
                    <a:lnTo>
                      <a:pt x="285" y="201"/>
                    </a:lnTo>
                    <a:cubicBezTo>
                      <a:pt x="285" y="222"/>
                      <a:pt x="285" y="222"/>
                      <a:pt x="306" y="222"/>
                    </a:cubicBezTo>
                    <a:lnTo>
                      <a:pt x="328" y="222"/>
                    </a:lnTo>
                    <a:cubicBezTo>
                      <a:pt x="340" y="228"/>
                      <a:pt x="354" y="230"/>
                      <a:pt x="369" y="230"/>
                    </a:cubicBezTo>
                    <a:cubicBezTo>
                      <a:pt x="408" y="230"/>
                      <a:pt x="451" y="211"/>
                      <a:pt x="486" y="180"/>
                    </a:cubicBezTo>
                    <a:cubicBezTo>
                      <a:pt x="486" y="180"/>
                      <a:pt x="507" y="153"/>
                      <a:pt x="507" y="111"/>
                    </a:cubicBezTo>
                    <a:lnTo>
                      <a:pt x="507" y="90"/>
                    </a:lnTo>
                    <a:cubicBezTo>
                      <a:pt x="486" y="153"/>
                      <a:pt x="460" y="201"/>
                      <a:pt x="396" y="201"/>
                    </a:cubicBezTo>
                    <a:cubicBezTo>
                      <a:pt x="375" y="201"/>
                      <a:pt x="328" y="201"/>
                      <a:pt x="285" y="180"/>
                    </a:cubicBezTo>
                    <a:cubicBezTo>
                      <a:pt x="243" y="153"/>
                      <a:pt x="222" y="132"/>
                      <a:pt x="195" y="111"/>
                    </a:cubicBezTo>
                    <a:cubicBezTo>
                      <a:pt x="132" y="69"/>
                      <a:pt x="64" y="22"/>
                      <a:pt x="1" y="0"/>
                    </a:cubicBezTo>
                    <a:close/>
                  </a:path>
                </a:pathLst>
              </a:custGeom>
              <a:solidFill>
                <a:srgbClr val="C9540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50">
                <a:extLst>
                  <a:ext uri="{FF2B5EF4-FFF2-40B4-BE49-F238E27FC236}">
                    <a16:creationId xmlns:a16="http://schemas.microsoft.com/office/drawing/2014/main" id="{693CC919-7E44-17BE-BF52-C89E192CD45D}"/>
                  </a:ext>
                </a:extLst>
              </p:cNvPr>
              <p:cNvSpPr/>
              <p:nvPr/>
            </p:nvSpPr>
            <p:spPr>
              <a:xfrm>
                <a:off x="-652931" y="1848058"/>
                <a:ext cx="80262" cy="34237"/>
              </a:xfrm>
              <a:custGeom>
                <a:avLst/>
                <a:gdLst/>
                <a:ahLst/>
                <a:cxnLst/>
                <a:rect l="l" t="t" r="r" b="b"/>
                <a:pathLst>
                  <a:path w="572" h="244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43" y="21"/>
                      <a:pt x="90" y="43"/>
                      <a:pt x="111" y="69"/>
                    </a:cubicBezTo>
                    <a:cubicBezTo>
                      <a:pt x="154" y="90"/>
                      <a:pt x="196" y="111"/>
                      <a:pt x="222" y="132"/>
                    </a:cubicBezTo>
                    <a:cubicBezTo>
                      <a:pt x="244" y="154"/>
                      <a:pt x="307" y="201"/>
                      <a:pt x="328" y="222"/>
                    </a:cubicBezTo>
                    <a:cubicBezTo>
                      <a:pt x="355" y="243"/>
                      <a:pt x="376" y="243"/>
                      <a:pt x="376" y="243"/>
                    </a:cubicBezTo>
                    <a:cubicBezTo>
                      <a:pt x="508" y="243"/>
                      <a:pt x="571" y="111"/>
                      <a:pt x="550" y="21"/>
                    </a:cubicBezTo>
                    <a:lnTo>
                      <a:pt x="550" y="21"/>
                    </a:lnTo>
                    <a:cubicBezTo>
                      <a:pt x="550" y="69"/>
                      <a:pt x="529" y="90"/>
                      <a:pt x="529" y="111"/>
                    </a:cubicBezTo>
                    <a:cubicBezTo>
                      <a:pt x="508" y="132"/>
                      <a:pt x="487" y="175"/>
                      <a:pt x="460" y="201"/>
                    </a:cubicBezTo>
                    <a:lnTo>
                      <a:pt x="376" y="201"/>
                    </a:lnTo>
                    <a:cubicBezTo>
                      <a:pt x="355" y="201"/>
                      <a:pt x="328" y="175"/>
                      <a:pt x="307" y="175"/>
                    </a:cubicBezTo>
                    <a:cubicBezTo>
                      <a:pt x="286" y="154"/>
                      <a:pt x="265" y="132"/>
                      <a:pt x="244" y="111"/>
                    </a:cubicBezTo>
                    <a:cubicBezTo>
                      <a:pt x="196" y="90"/>
                      <a:pt x="154" y="69"/>
                      <a:pt x="133" y="42"/>
                    </a:cubicBezTo>
                    <a:cubicBezTo>
                      <a:pt x="90" y="21"/>
                      <a:pt x="43" y="21"/>
                      <a:pt x="0" y="0"/>
                    </a:cubicBezTo>
                    <a:close/>
                  </a:path>
                </a:pathLst>
              </a:custGeom>
              <a:solidFill>
                <a:srgbClr val="C9540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50">
                <a:extLst>
                  <a:ext uri="{FF2B5EF4-FFF2-40B4-BE49-F238E27FC236}">
                    <a16:creationId xmlns:a16="http://schemas.microsoft.com/office/drawing/2014/main" id="{B861EF62-F6D4-502F-FD3E-5FA835DDC3F5}"/>
                  </a:ext>
                </a:extLst>
              </p:cNvPr>
              <p:cNvSpPr/>
              <p:nvPr/>
            </p:nvSpPr>
            <p:spPr>
              <a:xfrm>
                <a:off x="-606906" y="1828132"/>
                <a:ext cx="52759" cy="541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386" extrusionOk="0">
                    <a:moveTo>
                      <a:pt x="163" y="1"/>
                    </a:moveTo>
                    <a:cubicBezTo>
                      <a:pt x="152" y="1"/>
                      <a:pt x="141" y="3"/>
                      <a:pt x="132" y="10"/>
                    </a:cubicBezTo>
                    <a:cubicBezTo>
                      <a:pt x="111" y="10"/>
                      <a:pt x="90" y="10"/>
                      <a:pt x="69" y="31"/>
                    </a:cubicBezTo>
                    <a:cubicBezTo>
                      <a:pt x="27" y="79"/>
                      <a:pt x="0" y="121"/>
                      <a:pt x="0" y="184"/>
                    </a:cubicBezTo>
                    <a:cubicBezTo>
                      <a:pt x="0" y="232"/>
                      <a:pt x="0" y="274"/>
                      <a:pt x="27" y="317"/>
                    </a:cubicBezTo>
                    <a:cubicBezTo>
                      <a:pt x="48" y="343"/>
                      <a:pt x="48" y="364"/>
                      <a:pt x="69" y="385"/>
                    </a:cubicBezTo>
                    <a:cubicBezTo>
                      <a:pt x="201" y="385"/>
                      <a:pt x="243" y="253"/>
                      <a:pt x="222" y="163"/>
                    </a:cubicBezTo>
                    <a:lnTo>
                      <a:pt x="222" y="121"/>
                    </a:lnTo>
                    <a:lnTo>
                      <a:pt x="265" y="121"/>
                    </a:lnTo>
                    <a:cubicBezTo>
                      <a:pt x="280" y="128"/>
                      <a:pt x="293" y="130"/>
                      <a:pt x="305" y="130"/>
                    </a:cubicBezTo>
                    <a:cubicBezTo>
                      <a:pt x="329" y="130"/>
                      <a:pt x="347" y="121"/>
                      <a:pt x="376" y="121"/>
                    </a:cubicBezTo>
                    <a:cubicBezTo>
                      <a:pt x="354" y="100"/>
                      <a:pt x="354" y="100"/>
                      <a:pt x="333" y="100"/>
                    </a:cubicBezTo>
                    <a:cubicBezTo>
                      <a:pt x="291" y="79"/>
                      <a:pt x="265" y="31"/>
                      <a:pt x="222" y="10"/>
                    </a:cubicBezTo>
                    <a:cubicBezTo>
                      <a:pt x="208" y="10"/>
                      <a:pt x="185" y="1"/>
                      <a:pt x="163" y="1"/>
                    </a:cubicBezTo>
                    <a:close/>
                  </a:path>
                </a:pathLst>
              </a:custGeom>
              <a:solidFill>
                <a:srgbClr val="C9540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50">
                <a:extLst>
                  <a:ext uri="{FF2B5EF4-FFF2-40B4-BE49-F238E27FC236}">
                    <a16:creationId xmlns:a16="http://schemas.microsoft.com/office/drawing/2014/main" id="{127FD1A1-E163-5EA7-474E-A000D5C24F35}"/>
                  </a:ext>
                </a:extLst>
              </p:cNvPr>
              <p:cNvSpPr/>
              <p:nvPr/>
            </p:nvSpPr>
            <p:spPr>
              <a:xfrm>
                <a:off x="-600311" y="1826449"/>
                <a:ext cx="77315" cy="86995"/>
              </a:xfrm>
              <a:custGeom>
                <a:avLst/>
                <a:gdLst/>
                <a:ahLst/>
                <a:cxnLst/>
                <a:rect l="l" t="t" r="r" b="b"/>
                <a:pathLst>
                  <a:path w="551" h="620" extrusionOk="0">
                    <a:moveTo>
                      <a:pt x="133" y="1"/>
                    </a:moveTo>
                    <a:cubicBezTo>
                      <a:pt x="112" y="1"/>
                      <a:pt x="85" y="22"/>
                      <a:pt x="64" y="43"/>
                    </a:cubicBezTo>
                    <a:cubicBezTo>
                      <a:pt x="22" y="91"/>
                      <a:pt x="1" y="133"/>
                      <a:pt x="1" y="175"/>
                    </a:cubicBezTo>
                    <a:cubicBezTo>
                      <a:pt x="1" y="223"/>
                      <a:pt x="1" y="286"/>
                      <a:pt x="22" y="329"/>
                    </a:cubicBezTo>
                    <a:lnTo>
                      <a:pt x="154" y="461"/>
                    </a:lnTo>
                    <a:cubicBezTo>
                      <a:pt x="175" y="487"/>
                      <a:pt x="196" y="530"/>
                      <a:pt x="218" y="551"/>
                    </a:cubicBezTo>
                    <a:cubicBezTo>
                      <a:pt x="218" y="572"/>
                      <a:pt x="265" y="593"/>
                      <a:pt x="265" y="619"/>
                    </a:cubicBezTo>
                    <a:cubicBezTo>
                      <a:pt x="286" y="619"/>
                      <a:pt x="286" y="551"/>
                      <a:pt x="286" y="551"/>
                    </a:cubicBezTo>
                    <a:cubicBezTo>
                      <a:pt x="307" y="508"/>
                      <a:pt x="329" y="461"/>
                      <a:pt x="376" y="419"/>
                    </a:cubicBezTo>
                    <a:cubicBezTo>
                      <a:pt x="376" y="400"/>
                      <a:pt x="478" y="279"/>
                      <a:pt x="532" y="279"/>
                    </a:cubicBezTo>
                    <a:cubicBezTo>
                      <a:pt x="539" y="279"/>
                      <a:pt x="546" y="281"/>
                      <a:pt x="551" y="286"/>
                    </a:cubicBezTo>
                    <a:cubicBezTo>
                      <a:pt x="508" y="196"/>
                      <a:pt x="418" y="154"/>
                      <a:pt x="329" y="91"/>
                    </a:cubicBezTo>
                    <a:cubicBezTo>
                      <a:pt x="307" y="64"/>
                      <a:pt x="265" y="22"/>
                      <a:pt x="218" y="22"/>
                    </a:cubicBezTo>
                    <a:cubicBezTo>
                      <a:pt x="196" y="1"/>
                      <a:pt x="175" y="1"/>
                      <a:pt x="133" y="1"/>
                    </a:cubicBezTo>
                    <a:close/>
                  </a:path>
                </a:pathLst>
              </a:custGeom>
              <a:solidFill>
                <a:srgbClr val="FCBAB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50">
                <a:extLst>
                  <a:ext uri="{FF2B5EF4-FFF2-40B4-BE49-F238E27FC236}">
                    <a16:creationId xmlns:a16="http://schemas.microsoft.com/office/drawing/2014/main" id="{F894D92E-8271-095E-484A-B5CDD3153ACB}"/>
                  </a:ext>
                </a:extLst>
              </p:cNvPr>
              <p:cNvSpPr/>
              <p:nvPr/>
            </p:nvSpPr>
            <p:spPr>
              <a:xfrm>
                <a:off x="-705552" y="1776775"/>
                <a:ext cx="117305" cy="167115"/>
              </a:xfrm>
              <a:custGeom>
                <a:avLst/>
                <a:gdLst/>
                <a:ahLst/>
                <a:cxnLst/>
                <a:rect l="l" t="t" r="r" b="b"/>
                <a:pathLst>
                  <a:path w="836" h="1191" extrusionOk="0">
                    <a:moveTo>
                      <a:pt x="730" y="1"/>
                    </a:moveTo>
                    <a:cubicBezTo>
                      <a:pt x="529" y="1"/>
                      <a:pt x="375" y="112"/>
                      <a:pt x="243" y="265"/>
                    </a:cubicBezTo>
                    <a:cubicBezTo>
                      <a:pt x="243" y="286"/>
                      <a:pt x="222" y="313"/>
                      <a:pt x="222" y="313"/>
                    </a:cubicBezTo>
                    <a:cubicBezTo>
                      <a:pt x="153" y="397"/>
                      <a:pt x="111" y="487"/>
                      <a:pt x="69" y="577"/>
                    </a:cubicBezTo>
                    <a:cubicBezTo>
                      <a:pt x="21" y="640"/>
                      <a:pt x="0" y="730"/>
                      <a:pt x="0" y="794"/>
                    </a:cubicBezTo>
                    <a:cubicBezTo>
                      <a:pt x="0" y="841"/>
                      <a:pt x="0" y="884"/>
                      <a:pt x="21" y="926"/>
                    </a:cubicBezTo>
                    <a:cubicBezTo>
                      <a:pt x="42" y="995"/>
                      <a:pt x="132" y="1037"/>
                      <a:pt x="201" y="1079"/>
                    </a:cubicBezTo>
                    <a:lnTo>
                      <a:pt x="222" y="1079"/>
                    </a:lnTo>
                    <a:lnTo>
                      <a:pt x="222" y="1106"/>
                    </a:lnTo>
                    <a:lnTo>
                      <a:pt x="243" y="1106"/>
                    </a:lnTo>
                    <a:cubicBezTo>
                      <a:pt x="307" y="1148"/>
                      <a:pt x="397" y="1169"/>
                      <a:pt x="418" y="1190"/>
                    </a:cubicBezTo>
                    <a:lnTo>
                      <a:pt x="486" y="1190"/>
                    </a:lnTo>
                    <a:cubicBezTo>
                      <a:pt x="508" y="1190"/>
                      <a:pt x="529" y="1190"/>
                      <a:pt x="550" y="1169"/>
                    </a:cubicBezTo>
                    <a:lnTo>
                      <a:pt x="550" y="1148"/>
                    </a:lnTo>
                    <a:cubicBezTo>
                      <a:pt x="597" y="1127"/>
                      <a:pt x="597" y="1079"/>
                      <a:pt x="597" y="1037"/>
                    </a:cubicBezTo>
                    <a:lnTo>
                      <a:pt x="597" y="1016"/>
                    </a:lnTo>
                    <a:lnTo>
                      <a:pt x="597" y="973"/>
                    </a:lnTo>
                    <a:lnTo>
                      <a:pt x="571" y="947"/>
                    </a:lnTo>
                    <a:cubicBezTo>
                      <a:pt x="597" y="947"/>
                      <a:pt x="597" y="947"/>
                      <a:pt x="619" y="973"/>
                    </a:cubicBezTo>
                    <a:lnTo>
                      <a:pt x="640" y="973"/>
                    </a:lnTo>
                    <a:cubicBezTo>
                      <a:pt x="682" y="973"/>
                      <a:pt x="703" y="947"/>
                      <a:pt x="730" y="926"/>
                    </a:cubicBezTo>
                    <a:cubicBezTo>
                      <a:pt x="571" y="815"/>
                      <a:pt x="529" y="709"/>
                      <a:pt x="508" y="577"/>
                    </a:cubicBezTo>
                    <a:lnTo>
                      <a:pt x="486" y="577"/>
                    </a:lnTo>
                    <a:cubicBezTo>
                      <a:pt x="465" y="551"/>
                      <a:pt x="418" y="529"/>
                      <a:pt x="375" y="508"/>
                    </a:cubicBezTo>
                    <a:lnTo>
                      <a:pt x="375" y="508"/>
                    </a:lnTo>
                    <a:cubicBezTo>
                      <a:pt x="418" y="529"/>
                      <a:pt x="465" y="529"/>
                      <a:pt x="508" y="550"/>
                    </a:cubicBezTo>
                    <a:lnTo>
                      <a:pt x="508" y="577"/>
                    </a:lnTo>
                    <a:cubicBezTo>
                      <a:pt x="529" y="286"/>
                      <a:pt x="835" y="22"/>
                      <a:pt x="835" y="22"/>
                    </a:cubicBezTo>
                    <a:cubicBezTo>
                      <a:pt x="814" y="22"/>
                      <a:pt x="793" y="1"/>
                      <a:pt x="772" y="1"/>
                    </a:cubicBezTo>
                    <a:close/>
                  </a:path>
                </a:pathLst>
              </a:custGeom>
              <a:solidFill>
                <a:srgbClr val="F7660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50">
                <a:extLst>
                  <a:ext uri="{FF2B5EF4-FFF2-40B4-BE49-F238E27FC236}">
                    <a16:creationId xmlns:a16="http://schemas.microsoft.com/office/drawing/2014/main" id="{AF9D29AA-E25E-0E39-44B4-8F954FD3144A}"/>
                  </a:ext>
                </a:extLst>
              </p:cNvPr>
              <p:cNvSpPr/>
              <p:nvPr/>
            </p:nvSpPr>
            <p:spPr>
              <a:xfrm>
                <a:off x="595644" y="4401469"/>
                <a:ext cx="370999" cy="476790"/>
              </a:xfrm>
              <a:custGeom>
                <a:avLst/>
                <a:gdLst/>
                <a:ahLst/>
                <a:cxnLst/>
                <a:rect l="l" t="t" r="r" b="b"/>
                <a:pathLst>
                  <a:path w="2644" h="3398" extrusionOk="0">
                    <a:moveTo>
                      <a:pt x="1766" y="1"/>
                    </a:moveTo>
                    <a:lnTo>
                      <a:pt x="466" y="1566"/>
                    </a:lnTo>
                    <a:cubicBezTo>
                      <a:pt x="466" y="1566"/>
                      <a:pt x="640" y="2005"/>
                      <a:pt x="333" y="2512"/>
                    </a:cubicBezTo>
                    <a:cubicBezTo>
                      <a:pt x="90" y="2861"/>
                      <a:pt x="0" y="3104"/>
                      <a:pt x="90" y="3284"/>
                    </a:cubicBezTo>
                    <a:cubicBezTo>
                      <a:pt x="114" y="3359"/>
                      <a:pt x="173" y="3398"/>
                      <a:pt x="237" y="3398"/>
                    </a:cubicBezTo>
                    <a:cubicBezTo>
                      <a:pt x="286" y="3398"/>
                      <a:pt x="337" y="3375"/>
                      <a:pt x="376" y="3326"/>
                    </a:cubicBezTo>
                    <a:lnTo>
                      <a:pt x="2602" y="662"/>
                    </a:lnTo>
                    <a:cubicBezTo>
                      <a:pt x="2644" y="614"/>
                      <a:pt x="2644" y="530"/>
                      <a:pt x="2580" y="482"/>
                    </a:cubicBezTo>
                    <a:cubicBezTo>
                      <a:pt x="2427" y="329"/>
                      <a:pt x="2115" y="22"/>
                      <a:pt x="17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50">
                <a:extLst>
                  <a:ext uri="{FF2B5EF4-FFF2-40B4-BE49-F238E27FC236}">
                    <a16:creationId xmlns:a16="http://schemas.microsoft.com/office/drawing/2014/main" id="{22D00C65-0055-051F-63A4-FA85A3F5A5F0}"/>
                  </a:ext>
                </a:extLst>
              </p:cNvPr>
              <p:cNvSpPr/>
              <p:nvPr/>
            </p:nvSpPr>
            <p:spPr>
              <a:xfrm>
                <a:off x="-285010" y="2987740"/>
                <a:ext cx="484516" cy="1779475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12682" extrusionOk="0">
                    <a:moveTo>
                      <a:pt x="3067" y="0"/>
                    </a:moveTo>
                    <a:cubicBezTo>
                      <a:pt x="3065" y="0"/>
                      <a:pt x="3063" y="3"/>
                      <a:pt x="3062" y="10"/>
                    </a:cubicBezTo>
                    <a:cubicBezTo>
                      <a:pt x="3041" y="142"/>
                      <a:pt x="1" y="887"/>
                      <a:pt x="1" y="887"/>
                    </a:cubicBezTo>
                    <a:cubicBezTo>
                      <a:pt x="1" y="887"/>
                      <a:pt x="154" y="4963"/>
                      <a:pt x="397" y="8310"/>
                    </a:cubicBezTo>
                    <a:cubicBezTo>
                      <a:pt x="640" y="10425"/>
                      <a:pt x="968" y="12122"/>
                      <a:pt x="878" y="12608"/>
                    </a:cubicBezTo>
                    <a:cubicBezTo>
                      <a:pt x="1687" y="12668"/>
                      <a:pt x="2193" y="12682"/>
                      <a:pt x="2489" y="12682"/>
                    </a:cubicBezTo>
                    <a:cubicBezTo>
                      <a:pt x="2742" y="12682"/>
                      <a:pt x="2840" y="12672"/>
                      <a:pt x="2840" y="12672"/>
                    </a:cubicBezTo>
                    <a:lnTo>
                      <a:pt x="3020" y="8490"/>
                    </a:lnTo>
                    <a:lnTo>
                      <a:pt x="3104" y="6264"/>
                    </a:lnTo>
                    <a:cubicBezTo>
                      <a:pt x="3104" y="6264"/>
                      <a:pt x="3194" y="1263"/>
                      <a:pt x="3326" y="1241"/>
                    </a:cubicBezTo>
                    <a:cubicBezTo>
                      <a:pt x="3452" y="1221"/>
                      <a:pt x="3117" y="0"/>
                      <a:pt x="306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50">
                <a:extLst>
                  <a:ext uri="{FF2B5EF4-FFF2-40B4-BE49-F238E27FC236}">
                    <a16:creationId xmlns:a16="http://schemas.microsoft.com/office/drawing/2014/main" id="{3D46B838-700C-963E-3896-291EB61D7C3F}"/>
                  </a:ext>
                </a:extLst>
              </p:cNvPr>
              <p:cNvSpPr/>
              <p:nvPr/>
            </p:nvSpPr>
            <p:spPr>
              <a:xfrm>
                <a:off x="-83930" y="3040922"/>
                <a:ext cx="939285" cy="1601836"/>
              </a:xfrm>
              <a:custGeom>
                <a:avLst/>
                <a:gdLst/>
                <a:ahLst/>
                <a:cxnLst/>
                <a:rect l="l" t="t" r="r" b="b"/>
                <a:pathLst>
                  <a:path w="6694" h="11416" extrusionOk="0">
                    <a:moveTo>
                      <a:pt x="3786" y="1"/>
                    </a:moveTo>
                    <a:lnTo>
                      <a:pt x="439" y="730"/>
                    </a:lnTo>
                    <a:cubicBezTo>
                      <a:pt x="439" y="730"/>
                      <a:pt x="1" y="3569"/>
                      <a:pt x="550" y="5906"/>
                    </a:cubicBezTo>
                    <a:cubicBezTo>
                      <a:pt x="704" y="6588"/>
                      <a:pt x="1190" y="7360"/>
                      <a:pt x="1803" y="8090"/>
                    </a:cubicBezTo>
                    <a:cubicBezTo>
                      <a:pt x="3236" y="9850"/>
                      <a:pt x="5330" y="11415"/>
                      <a:pt x="5330" y="11415"/>
                    </a:cubicBezTo>
                    <a:cubicBezTo>
                      <a:pt x="5330" y="11415"/>
                      <a:pt x="6213" y="10532"/>
                      <a:pt x="6694" y="9697"/>
                    </a:cubicBezTo>
                    <a:cubicBezTo>
                      <a:pt x="5287" y="8375"/>
                      <a:pt x="4468" y="7360"/>
                      <a:pt x="4008" y="6588"/>
                    </a:cubicBezTo>
                    <a:cubicBezTo>
                      <a:pt x="3458" y="5663"/>
                      <a:pt x="3437" y="5071"/>
                      <a:pt x="3479" y="4717"/>
                    </a:cubicBezTo>
                    <a:cubicBezTo>
                      <a:pt x="4119" y="445"/>
                      <a:pt x="3786" y="1"/>
                      <a:pt x="378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50">
                <a:extLst>
                  <a:ext uri="{FF2B5EF4-FFF2-40B4-BE49-F238E27FC236}">
                    <a16:creationId xmlns:a16="http://schemas.microsoft.com/office/drawing/2014/main" id="{2FC8C40F-C881-E117-82A6-AC3344E57458}"/>
                  </a:ext>
                </a:extLst>
              </p:cNvPr>
              <p:cNvSpPr/>
              <p:nvPr/>
            </p:nvSpPr>
            <p:spPr>
              <a:xfrm>
                <a:off x="332963" y="3069126"/>
                <a:ext cx="500933" cy="1378455"/>
              </a:xfrm>
              <a:custGeom>
                <a:avLst/>
                <a:gdLst/>
                <a:ahLst/>
                <a:cxnLst/>
                <a:rect l="l" t="t" r="r" b="b"/>
                <a:pathLst>
                  <a:path w="3570" h="9824" extrusionOk="0">
                    <a:moveTo>
                      <a:pt x="355" y="1"/>
                    </a:moveTo>
                    <a:lnTo>
                      <a:pt x="286" y="22"/>
                    </a:lnTo>
                    <a:cubicBezTo>
                      <a:pt x="307" y="133"/>
                      <a:pt x="355" y="550"/>
                      <a:pt x="355" y="1301"/>
                    </a:cubicBezTo>
                    <a:cubicBezTo>
                      <a:pt x="355" y="2047"/>
                      <a:pt x="286" y="3130"/>
                      <a:pt x="43" y="4537"/>
                    </a:cubicBezTo>
                    <a:cubicBezTo>
                      <a:pt x="22" y="4669"/>
                      <a:pt x="1" y="4822"/>
                      <a:pt x="1" y="4981"/>
                    </a:cubicBezTo>
                    <a:cubicBezTo>
                      <a:pt x="1" y="5441"/>
                      <a:pt x="133" y="6059"/>
                      <a:pt x="641" y="6831"/>
                    </a:cubicBezTo>
                    <a:cubicBezTo>
                      <a:pt x="1169" y="7624"/>
                      <a:pt x="2026" y="8592"/>
                      <a:pt x="3527" y="9824"/>
                    </a:cubicBezTo>
                    <a:lnTo>
                      <a:pt x="3569" y="9760"/>
                    </a:lnTo>
                    <a:cubicBezTo>
                      <a:pt x="2073" y="8550"/>
                      <a:pt x="1212" y="7577"/>
                      <a:pt x="704" y="6805"/>
                    </a:cubicBezTo>
                    <a:cubicBezTo>
                      <a:pt x="202" y="6012"/>
                      <a:pt x="70" y="5441"/>
                      <a:pt x="70" y="4981"/>
                    </a:cubicBezTo>
                    <a:cubicBezTo>
                      <a:pt x="70" y="4822"/>
                      <a:pt x="91" y="4669"/>
                      <a:pt x="112" y="4537"/>
                    </a:cubicBezTo>
                    <a:cubicBezTo>
                      <a:pt x="355" y="3130"/>
                      <a:pt x="418" y="2047"/>
                      <a:pt x="418" y="1301"/>
                    </a:cubicBezTo>
                    <a:cubicBezTo>
                      <a:pt x="418" y="439"/>
                      <a:pt x="355" y="1"/>
                      <a:pt x="3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50">
                <a:extLst>
                  <a:ext uri="{FF2B5EF4-FFF2-40B4-BE49-F238E27FC236}">
                    <a16:creationId xmlns:a16="http://schemas.microsoft.com/office/drawing/2014/main" id="{4F15DE64-D0D3-DBDB-8A10-EFF0374BDA94}"/>
                  </a:ext>
                </a:extLst>
              </p:cNvPr>
              <p:cNvSpPr/>
              <p:nvPr/>
            </p:nvSpPr>
            <p:spPr>
              <a:xfrm>
                <a:off x="-365493" y="4756900"/>
                <a:ext cx="519455" cy="13582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968" extrusionOk="0">
                    <a:moveTo>
                      <a:pt x="1475" y="0"/>
                    </a:moveTo>
                    <a:cubicBezTo>
                      <a:pt x="1475" y="0"/>
                      <a:pt x="1343" y="307"/>
                      <a:pt x="793" y="355"/>
                    </a:cubicBezTo>
                    <a:cubicBezTo>
                      <a:pt x="397" y="376"/>
                      <a:pt x="180" y="460"/>
                      <a:pt x="69" y="619"/>
                    </a:cubicBezTo>
                    <a:cubicBezTo>
                      <a:pt x="0" y="725"/>
                      <a:pt x="90" y="857"/>
                      <a:pt x="201" y="857"/>
                    </a:cubicBezTo>
                    <a:lnTo>
                      <a:pt x="3458" y="968"/>
                    </a:lnTo>
                    <a:cubicBezTo>
                      <a:pt x="3527" y="968"/>
                      <a:pt x="3590" y="926"/>
                      <a:pt x="3590" y="857"/>
                    </a:cubicBezTo>
                    <a:cubicBezTo>
                      <a:pt x="3617" y="661"/>
                      <a:pt x="3701" y="328"/>
                      <a:pt x="3437" y="64"/>
                    </a:cubicBezTo>
                    <a:lnTo>
                      <a:pt x="14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50">
                <a:extLst>
                  <a:ext uri="{FF2B5EF4-FFF2-40B4-BE49-F238E27FC236}">
                    <a16:creationId xmlns:a16="http://schemas.microsoft.com/office/drawing/2014/main" id="{29FD7EFC-479A-5E6F-AF12-919E9D0FBF65}"/>
                  </a:ext>
                </a:extLst>
              </p:cNvPr>
              <p:cNvSpPr/>
              <p:nvPr/>
            </p:nvSpPr>
            <p:spPr>
              <a:xfrm>
                <a:off x="-297639" y="2172900"/>
                <a:ext cx="803598" cy="1023458"/>
              </a:xfrm>
              <a:custGeom>
                <a:avLst/>
                <a:gdLst/>
                <a:ahLst/>
                <a:cxnLst/>
                <a:rect l="l" t="t" r="r" b="b"/>
                <a:pathLst>
                  <a:path w="5727" h="7294" extrusionOk="0">
                    <a:moveTo>
                      <a:pt x="773" y="265"/>
                    </a:moveTo>
                    <a:lnTo>
                      <a:pt x="730" y="286"/>
                    </a:lnTo>
                    <a:lnTo>
                      <a:pt x="730" y="286"/>
                    </a:lnTo>
                    <a:lnTo>
                      <a:pt x="766" y="277"/>
                    </a:lnTo>
                    <a:lnTo>
                      <a:pt x="766" y="277"/>
                    </a:lnTo>
                    <a:lnTo>
                      <a:pt x="773" y="265"/>
                    </a:lnTo>
                    <a:close/>
                    <a:moveTo>
                      <a:pt x="2777" y="1"/>
                    </a:moveTo>
                    <a:lnTo>
                      <a:pt x="2644" y="22"/>
                    </a:lnTo>
                    <a:lnTo>
                      <a:pt x="1698" y="239"/>
                    </a:lnTo>
                    <a:lnTo>
                      <a:pt x="1365" y="175"/>
                    </a:lnTo>
                    <a:lnTo>
                      <a:pt x="1233" y="154"/>
                    </a:lnTo>
                    <a:lnTo>
                      <a:pt x="1148" y="175"/>
                    </a:lnTo>
                    <a:lnTo>
                      <a:pt x="995" y="218"/>
                    </a:lnTo>
                    <a:lnTo>
                      <a:pt x="766" y="277"/>
                    </a:lnTo>
                    <a:lnTo>
                      <a:pt x="766" y="277"/>
                    </a:lnTo>
                    <a:lnTo>
                      <a:pt x="175" y="1386"/>
                    </a:lnTo>
                    <a:lnTo>
                      <a:pt x="1" y="3501"/>
                    </a:lnTo>
                    <a:cubicBezTo>
                      <a:pt x="1" y="3501"/>
                      <a:pt x="440" y="3501"/>
                      <a:pt x="466" y="3744"/>
                    </a:cubicBezTo>
                    <a:cubicBezTo>
                      <a:pt x="551" y="4183"/>
                      <a:pt x="598" y="5129"/>
                      <a:pt x="419" y="6848"/>
                    </a:cubicBezTo>
                    <a:cubicBezTo>
                      <a:pt x="397" y="6874"/>
                      <a:pt x="397" y="6916"/>
                      <a:pt x="419" y="6959"/>
                    </a:cubicBezTo>
                    <a:lnTo>
                      <a:pt x="419" y="7138"/>
                    </a:lnTo>
                    <a:cubicBezTo>
                      <a:pt x="508" y="7159"/>
                      <a:pt x="598" y="7181"/>
                      <a:pt x="683" y="7181"/>
                    </a:cubicBezTo>
                    <a:cubicBezTo>
                      <a:pt x="1086" y="7261"/>
                      <a:pt x="1489" y="7293"/>
                      <a:pt x="1879" y="7293"/>
                    </a:cubicBezTo>
                    <a:cubicBezTo>
                      <a:pt x="2236" y="7293"/>
                      <a:pt x="2583" y="7266"/>
                      <a:pt x="2909" y="7223"/>
                    </a:cubicBezTo>
                    <a:cubicBezTo>
                      <a:pt x="2999" y="7223"/>
                      <a:pt x="3083" y="7202"/>
                      <a:pt x="3173" y="7181"/>
                    </a:cubicBezTo>
                    <a:cubicBezTo>
                      <a:pt x="4141" y="7048"/>
                      <a:pt x="4960" y="6763"/>
                      <a:pt x="5357" y="6583"/>
                    </a:cubicBezTo>
                    <a:cubicBezTo>
                      <a:pt x="5552" y="6520"/>
                      <a:pt x="5684" y="6345"/>
                      <a:pt x="5684" y="6123"/>
                    </a:cubicBezTo>
                    <a:cubicBezTo>
                      <a:pt x="5727" y="5156"/>
                      <a:pt x="5706" y="2332"/>
                      <a:pt x="4474" y="1032"/>
                    </a:cubicBezTo>
                    <a:cubicBezTo>
                      <a:pt x="4119" y="662"/>
                      <a:pt x="3681" y="371"/>
                      <a:pt x="3326" y="197"/>
                    </a:cubicBezTo>
                    <a:cubicBezTo>
                      <a:pt x="3242" y="154"/>
                      <a:pt x="3152" y="107"/>
                      <a:pt x="3083" y="85"/>
                    </a:cubicBezTo>
                    <a:cubicBezTo>
                      <a:pt x="2999" y="64"/>
                      <a:pt x="2930" y="43"/>
                      <a:pt x="2866" y="22"/>
                    </a:cubicBezTo>
                    <a:cubicBezTo>
                      <a:pt x="2798" y="1"/>
                      <a:pt x="2777" y="1"/>
                      <a:pt x="277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50">
                <a:extLst>
                  <a:ext uri="{FF2B5EF4-FFF2-40B4-BE49-F238E27FC236}">
                    <a16:creationId xmlns:a16="http://schemas.microsoft.com/office/drawing/2014/main" id="{CD3FB7A1-41AD-9DB2-03FC-F285B8D3544B}"/>
                  </a:ext>
                </a:extLst>
              </p:cNvPr>
              <p:cNvSpPr/>
              <p:nvPr/>
            </p:nvSpPr>
            <p:spPr>
              <a:xfrm>
                <a:off x="-316161" y="2391800"/>
                <a:ext cx="49813" cy="488998"/>
              </a:xfrm>
              <a:custGeom>
                <a:avLst/>
                <a:gdLst/>
                <a:ahLst/>
                <a:cxnLst/>
                <a:rect l="l" t="t" r="r" b="b"/>
                <a:pathLst>
                  <a:path w="355" h="3485" extrusionOk="0">
                    <a:moveTo>
                      <a:pt x="286" y="1"/>
                    </a:moveTo>
                    <a:cubicBezTo>
                      <a:pt x="286" y="1"/>
                      <a:pt x="91" y="2073"/>
                      <a:pt x="1" y="3485"/>
                    </a:cubicBezTo>
                    <a:lnTo>
                      <a:pt x="69" y="3485"/>
                    </a:lnTo>
                    <a:cubicBezTo>
                      <a:pt x="112" y="2776"/>
                      <a:pt x="175" y="1920"/>
                      <a:pt x="244" y="1217"/>
                    </a:cubicBezTo>
                    <a:cubicBezTo>
                      <a:pt x="265" y="883"/>
                      <a:pt x="307" y="577"/>
                      <a:pt x="334" y="355"/>
                    </a:cubicBezTo>
                    <a:cubicBezTo>
                      <a:pt x="355" y="159"/>
                      <a:pt x="355" y="27"/>
                      <a:pt x="355" y="27"/>
                    </a:cubicBezTo>
                    <a:lnTo>
                      <a:pt x="2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50">
                <a:extLst>
                  <a:ext uri="{FF2B5EF4-FFF2-40B4-BE49-F238E27FC236}">
                    <a16:creationId xmlns:a16="http://schemas.microsoft.com/office/drawing/2014/main" id="{3518B8EE-8E2D-4C35-E67D-7A2F95ED7C8F}"/>
                  </a:ext>
                </a:extLst>
              </p:cNvPr>
              <p:cNvSpPr/>
              <p:nvPr/>
            </p:nvSpPr>
            <p:spPr>
              <a:xfrm>
                <a:off x="-328790" y="2769402"/>
                <a:ext cx="189288" cy="406633"/>
              </a:xfrm>
              <a:custGeom>
                <a:avLst/>
                <a:gdLst/>
                <a:ahLst/>
                <a:cxnLst/>
                <a:rect l="l" t="t" r="r" b="b"/>
                <a:pathLst>
                  <a:path w="1349" h="2898" extrusionOk="0">
                    <a:moveTo>
                      <a:pt x="202" y="1"/>
                    </a:moveTo>
                    <a:cubicBezTo>
                      <a:pt x="202" y="1"/>
                      <a:pt x="1" y="1719"/>
                      <a:pt x="27" y="2200"/>
                    </a:cubicBezTo>
                    <a:cubicBezTo>
                      <a:pt x="48" y="2665"/>
                      <a:pt x="334" y="2776"/>
                      <a:pt x="773" y="2887"/>
                    </a:cubicBezTo>
                    <a:cubicBezTo>
                      <a:pt x="804" y="2894"/>
                      <a:pt x="833" y="2898"/>
                      <a:pt x="861" y="2898"/>
                    </a:cubicBezTo>
                    <a:cubicBezTo>
                      <a:pt x="1252" y="2898"/>
                      <a:pt x="1349" y="2248"/>
                      <a:pt x="1349" y="2248"/>
                    </a:cubicBezTo>
                    <a:lnTo>
                      <a:pt x="1217" y="244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50">
                <a:extLst>
                  <a:ext uri="{FF2B5EF4-FFF2-40B4-BE49-F238E27FC236}">
                    <a16:creationId xmlns:a16="http://schemas.microsoft.com/office/drawing/2014/main" id="{D9981DF9-2007-DCB1-B19F-C2F3EEAEEED9}"/>
                  </a:ext>
                </a:extLst>
              </p:cNvPr>
              <p:cNvSpPr/>
              <p:nvPr/>
            </p:nvSpPr>
            <p:spPr>
              <a:xfrm>
                <a:off x="-300586" y="2833949"/>
                <a:ext cx="265761" cy="86995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20" extrusionOk="0">
                    <a:moveTo>
                      <a:pt x="1" y="1"/>
                    </a:moveTo>
                    <a:cubicBezTo>
                      <a:pt x="133" y="112"/>
                      <a:pt x="265" y="201"/>
                      <a:pt x="418" y="265"/>
                    </a:cubicBezTo>
                    <a:cubicBezTo>
                      <a:pt x="572" y="355"/>
                      <a:pt x="725" y="397"/>
                      <a:pt x="905" y="466"/>
                    </a:cubicBezTo>
                    <a:cubicBezTo>
                      <a:pt x="1058" y="508"/>
                      <a:pt x="1211" y="550"/>
                      <a:pt x="1386" y="577"/>
                    </a:cubicBezTo>
                    <a:cubicBezTo>
                      <a:pt x="1566" y="619"/>
                      <a:pt x="1719" y="619"/>
                      <a:pt x="1893" y="619"/>
                    </a:cubicBezTo>
                    <a:cubicBezTo>
                      <a:pt x="1809" y="598"/>
                      <a:pt x="1719" y="598"/>
                      <a:pt x="1650" y="577"/>
                    </a:cubicBezTo>
                    <a:lnTo>
                      <a:pt x="1518" y="550"/>
                    </a:lnTo>
                    <a:lnTo>
                      <a:pt x="1386" y="529"/>
                    </a:lnTo>
                    <a:cubicBezTo>
                      <a:pt x="1233" y="487"/>
                      <a:pt x="1079" y="445"/>
                      <a:pt x="926" y="397"/>
                    </a:cubicBezTo>
                    <a:cubicBezTo>
                      <a:pt x="751" y="355"/>
                      <a:pt x="593" y="286"/>
                      <a:pt x="440" y="223"/>
                    </a:cubicBezTo>
                    <a:cubicBezTo>
                      <a:pt x="286" y="154"/>
                      <a:pt x="133" y="90"/>
                      <a:pt x="1" y="1"/>
                    </a:cubicBezTo>
                    <a:close/>
                  </a:path>
                </a:pathLst>
              </a:custGeom>
              <a:solidFill>
                <a:srgbClr val="F388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50">
                <a:extLst>
                  <a:ext uri="{FF2B5EF4-FFF2-40B4-BE49-F238E27FC236}">
                    <a16:creationId xmlns:a16="http://schemas.microsoft.com/office/drawing/2014/main" id="{0945CF06-F130-4502-8838-8C043DF8A8A0}"/>
                  </a:ext>
                </a:extLst>
              </p:cNvPr>
              <p:cNvSpPr/>
              <p:nvPr/>
            </p:nvSpPr>
            <p:spPr>
              <a:xfrm>
                <a:off x="-109188" y="2036508"/>
                <a:ext cx="201215" cy="253830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809" extrusionOk="0">
                    <a:moveTo>
                      <a:pt x="1169" y="0"/>
                    </a:moveTo>
                    <a:lnTo>
                      <a:pt x="112" y="465"/>
                    </a:lnTo>
                    <a:lnTo>
                      <a:pt x="69" y="1057"/>
                    </a:lnTo>
                    <a:cubicBezTo>
                      <a:pt x="69" y="1057"/>
                      <a:pt x="48" y="1079"/>
                      <a:pt x="1" y="1105"/>
                    </a:cubicBezTo>
                    <a:lnTo>
                      <a:pt x="154" y="1412"/>
                    </a:lnTo>
                    <a:lnTo>
                      <a:pt x="376" y="1808"/>
                    </a:lnTo>
                    <a:lnTo>
                      <a:pt x="815" y="1454"/>
                    </a:lnTo>
                    <a:lnTo>
                      <a:pt x="1434" y="973"/>
                    </a:lnTo>
                    <a:cubicBezTo>
                      <a:pt x="1391" y="946"/>
                      <a:pt x="1391" y="925"/>
                      <a:pt x="1370" y="883"/>
                    </a:cubicBezTo>
                    <a:cubicBezTo>
                      <a:pt x="1301" y="661"/>
                      <a:pt x="1169" y="0"/>
                      <a:pt x="1169" y="0"/>
                    </a:cubicBezTo>
                    <a:close/>
                  </a:path>
                </a:pathLst>
              </a:custGeom>
              <a:solidFill>
                <a:srgbClr val="FCBAB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50">
                <a:extLst>
                  <a:ext uri="{FF2B5EF4-FFF2-40B4-BE49-F238E27FC236}">
                    <a16:creationId xmlns:a16="http://schemas.microsoft.com/office/drawing/2014/main" id="{53929133-D0DC-AD54-8D3B-DE2A78A7FF7D}"/>
                  </a:ext>
                </a:extLst>
              </p:cNvPr>
              <p:cNvSpPr/>
              <p:nvPr/>
            </p:nvSpPr>
            <p:spPr>
              <a:xfrm>
                <a:off x="-133604" y="1916113"/>
                <a:ext cx="219737" cy="196722"/>
              </a:xfrm>
              <a:custGeom>
                <a:avLst/>
                <a:gdLst/>
                <a:ahLst/>
                <a:cxnLst/>
                <a:rect l="l" t="t" r="r" b="b"/>
                <a:pathLst>
                  <a:path w="1566" h="1402" extrusionOk="0">
                    <a:moveTo>
                      <a:pt x="945" y="0"/>
                    </a:moveTo>
                    <a:cubicBezTo>
                      <a:pt x="906" y="0"/>
                      <a:pt x="862" y="7"/>
                      <a:pt x="814" y="23"/>
                    </a:cubicBezTo>
                    <a:cubicBezTo>
                      <a:pt x="619" y="65"/>
                      <a:pt x="43" y="176"/>
                      <a:pt x="21" y="218"/>
                    </a:cubicBezTo>
                    <a:cubicBezTo>
                      <a:pt x="0" y="245"/>
                      <a:pt x="21" y="615"/>
                      <a:pt x="21" y="726"/>
                    </a:cubicBezTo>
                    <a:cubicBezTo>
                      <a:pt x="3" y="856"/>
                      <a:pt x="1" y="1402"/>
                      <a:pt x="580" y="1402"/>
                    </a:cubicBezTo>
                    <a:cubicBezTo>
                      <a:pt x="682" y="1402"/>
                      <a:pt x="804" y="1384"/>
                      <a:pt x="947" y="1344"/>
                    </a:cubicBezTo>
                    <a:cubicBezTo>
                      <a:pt x="1280" y="1255"/>
                      <a:pt x="1385" y="1011"/>
                      <a:pt x="1343" y="858"/>
                    </a:cubicBezTo>
                    <a:cubicBezTo>
                      <a:pt x="1475" y="837"/>
                      <a:pt x="1565" y="662"/>
                      <a:pt x="1497" y="509"/>
                    </a:cubicBezTo>
                    <a:cubicBezTo>
                      <a:pt x="1454" y="351"/>
                      <a:pt x="1280" y="308"/>
                      <a:pt x="1280" y="308"/>
                    </a:cubicBezTo>
                    <a:lnTo>
                      <a:pt x="1148" y="65"/>
                    </a:lnTo>
                    <a:cubicBezTo>
                      <a:pt x="1148" y="65"/>
                      <a:pt x="1070" y="0"/>
                      <a:pt x="945" y="0"/>
                    </a:cubicBezTo>
                    <a:close/>
                  </a:path>
                </a:pathLst>
              </a:custGeom>
              <a:solidFill>
                <a:srgbClr val="FCBAB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50">
                <a:extLst>
                  <a:ext uri="{FF2B5EF4-FFF2-40B4-BE49-F238E27FC236}">
                    <a16:creationId xmlns:a16="http://schemas.microsoft.com/office/drawing/2014/main" id="{1CAB33CB-6C11-0BDD-B82F-BC25CE3639C2}"/>
                  </a:ext>
                </a:extLst>
              </p:cNvPr>
              <p:cNvSpPr/>
              <p:nvPr/>
            </p:nvSpPr>
            <p:spPr>
              <a:xfrm>
                <a:off x="-204887" y="1828132"/>
                <a:ext cx="309540" cy="227591"/>
              </a:xfrm>
              <a:custGeom>
                <a:avLst/>
                <a:gdLst/>
                <a:ahLst/>
                <a:cxnLst/>
                <a:rect l="l" t="t" r="r" b="b"/>
                <a:pathLst>
                  <a:path w="2206" h="1622" extrusionOk="0">
                    <a:moveTo>
                      <a:pt x="1143" y="0"/>
                    </a:moveTo>
                    <a:cubicBezTo>
                      <a:pt x="969" y="0"/>
                      <a:pt x="786" y="72"/>
                      <a:pt x="619" y="274"/>
                    </a:cubicBezTo>
                    <a:cubicBezTo>
                      <a:pt x="466" y="296"/>
                      <a:pt x="202" y="385"/>
                      <a:pt x="223" y="761"/>
                    </a:cubicBezTo>
                    <a:cubicBezTo>
                      <a:pt x="112" y="935"/>
                      <a:pt x="1" y="1136"/>
                      <a:pt x="154" y="1464"/>
                    </a:cubicBezTo>
                    <a:cubicBezTo>
                      <a:pt x="207" y="1582"/>
                      <a:pt x="305" y="1621"/>
                      <a:pt x="389" y="1621"/>
                    </a:cubicBezTo>
                    <a:cubicBezTo>
                      <a:pt x="450" y="1621"/>
                      <a:pt x="503" y="1601"/>
                      <a:pt x="529" y="1575"/>
                    </a:cubicBezTo>
                    <a:lnTo>
                      <a:pt x="529" y="1353"/>
                    </a:lnTo>
                    <a:cubicBezTo>
                      <a:pt x="529" y="1353"/>
                      <a:pt x="529" y="935"/>
                      <a:pt x="640" y="893"/>
                    </a:cubicBezTo>
                    <a:cubicBezTo>
                      <a:pt x="663" y="883"/>
                      <a:pt x="704" y="880"/>
                      <a:pt x="757" y="880"/>
                    </a:cubicBezTo>
                    <a:cubicBezTo>
                      <a:pt x="858" y="880"/>
                      <a:pt x="1004" y="892"/>
                      <a:pt x="1145" y="892"/>
                    </a:cubicBezTo>
                    <a:cubicBezTo>
                      <a:pt x="1295" y="892"/>
                      <a:pt x="1441" y="879"/>
                      <a:pt x="1523" y="824"/>
                    </a:cubicBezTo>
                    <a:cubicBezTo>
                      <a:pt x="1540" y="808"/>
                      <a:pt x="1556" y="801"/>
                      <a:pt x="1569" y="801"/>
                    </a:cubicBezTo>
                    <a:cubicBezTo>
                      <a:pt x="1592" y="801"/>
                      <a:pt x="1608" y="819"/>
                      <a:pt x="1608" y="845"/>
                    </a:cubicBezTo>
                    <a:cubicBezTo>
                      <a:pt x="1656" y="978"/>
                      <a:pt x="1698" y="1178"/>
                      <a:pt x="1740" y="1221"/>
                    </a:cubicBezTo>
                    <a:cubicBezTo>
                      <a:pt x="1740" y="1136"/>
                      <a:pt x="1761" y="1046"/>
                      <a:pt x="1872" y="1046"/>
                    </a:cubicBezTo>
                    <a:cubicBezTo>
                      <a:pt x="1885" y="1043"/>
                      <a:pt x="1896" y="1042"/>
                      <a:pt x="1906" y="1042"/>
                    </a:cubicBezTo>
                    <a:cubicBezTo>
                      <a:pt x="1973" y="1042"/>
                      <a:pt x="2005" y="1095"/>
                      <a:pt x="2005" y="1136"/>
                    </a:cubicBezTo>
                    <a:cubicBezTo>
                      <a:pt x="2026" y="1178"/>
                      <a:pt x="2073" y="1289"/>
                      <a:pt x="1962" y="1422"/>
                    </a:cubicBezTo>
                    <a:cubicBezTo>
                      <a:pt x="2052" y="1353"/>
                      <a:pt x="2205" y="1242"/>
                      <a:pt x="2205" y="935"/>
                    </a:cubicBezTo>
                    <a:cubicBezTo>
                      <a:pt x="2185" y="617"/>
                      <a:pt x="2060" y="295"/>
                      <a:pt x="1787" y="295"/>
                    </a:cubicBezTo>
                    <a:cubicBezTo>
                      <a:pt x="1779" y="295"/>
                      <a:pt x="1770" y="295"/>
                      <a:pt x="1761" y="296"/>
                    </a:cubicBezTo>
                    <a:cubicBezTo>
                      <a:pt x="1644" y="165"/>
                      <a:pt x="1405" y="0"/>
                      <a:pt x="11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50">
                <a:extLst>
                  <a:ext uri="{FF2B5EF4-FFF2-40B4-BE49-F238E27FC236}">
                    <a16:creationId xmlns:a16="http://schemas.microsoft.com/office/drawing/2014/main" id="{4B6FFEA8-72B4-B620-4C45-B71C6CC62BC5}"/>
                  </a:ext>
                </a:extLst>
              </p:cNvPr>
              <p:cNvSpPr/>
              <p:nvPr/>
            </p:nvSpPr>
            <p:spPr>
              <a:xfrm>
                <a:off x="-93612" y="1822239"/>
                <a:ext cx="135968" cy="47426"/>
              </a:xfrm>
              <a:custGeom>
                <a:avLst/>
                <a:gdLst/>
                <a:ahLst/>
                <a:cxnLst/>
                <a:rect l="l" t="t" r="r" b="b"/>
                <a:pathLst>
                  <a:path w="969" h="338" extrusionOk="0">
                    <a:moveTo>
                      <a:pt x="619" y="31"/>
                    </a:moveTo>
                    <a:lnTo>
                      <a:pt x="641" y="52"/>
                    </a:lnTo>
                    <a:lnTo>
                      <a:pt x="683" y="52"/>
                    </a:lnTo>
                    <a:lnTo>
                      <a:pt x="641" y="31"/>
                    </a:lnTo>
                    <a:close/>
                    <a:moveTo>
                      <a:pt x="451" y="1"/>
                    </a:moveTo>
                    <a:cubicBezTo>
                      <a:pt x="388" y="1"/>
                      <a:pt x="322" y="16"/>
                      <a:pt x="244" y="31"/>
                    </a:cubicBezTo>
                    <a:cubicBezTo>
                      <a:pt x="202" y="31"/>
                      <a:pt x="154" y="52"/>
                      <a:pt x="112" y="73"/>
                    </a:cubicBezTo>
                    <a:cubicBezTo>
                      <a:pt x="70" y="94"/>
                      <a:pt x="22" y="121"/>
                      <a:pt x="1" y="163"/>
                    </a:cubicBezTo>
                    <a:cubicBezTo>
                      <a:pt x="43" y="142"/>
                      <a:pt x="91" y="121"/>
                      <a:pt x="133" y="121"/>
                    </a:cubicBezTo>
                    <a:lnTo>
                      <a:pt x="265" y="73"/>
                    </a:lnTo>
                    <a:cubicBezTo>
                      <a:pt x="355" y="52"/>
                      <a:pt x="440" y="31"/>
                      <a:pt x="529" y="31"/>
                    </a:cubicBezTo>
                    <a:lnTo>
                      <a:pt x="619" y="31"/>
                    </a:lnTo>
                    <a:cubicBezTo>
                      <a:pt x="598" y="10"/>
                      <a:pt x="572" y="10"/>
                      <a:pt x="529" y="10"/>
                    </a:cubicBezTo>
                    <a:cubicBezTo>
                      <a:pt x="503" y="4"/>
                      <a:pt x="477" y="1"/>
                      <a:pt x="451" y="1"/>
                    </a:cubicBezTo>
                    <a:close/>
                    <a:moveTo>
                      <a:pt x="683" y="52"/>
                    </a:moveTo>
                    <a:lnTo>
                      <a:pt x="704" y="73"/>
                    </a:lnTo>
                    <a:cubicBezTo>
                      <a:pt x="704" y="73"/>
                      <a:pt x="730" y="73"/>
                      <a:pt x="730" y="94"/>
                    </a:cubicBezTo>
                    <a:lnTo>
                      <a:pt x="773" y="121"/>
                    </a:lnTo>
                    <a:lnTo>
                      <a:pt x="794" y="142"/>
                    </a:lnTo>
                    <a:cubicBezTo>
                      <a:pt x="863" y="184"/>
                      <a:pt x="926" y="253"/>
                      <a:pt x="968" y="338"/>
                    </a:cubicBezTo>
                    <a:cubicBezTo>
                      <a:pt x="947" y="253"/>
                      <a:pt x="884" y="163"/>
                      <a:pt x="815" y="94"/>
                    </a:cubicBezTo>
                    <a:lnTo>
                      <a:pt x="773" y="73"/>
                    </a:lnTo>
                    <a:lnTo>
                      <a:pt x="752" y="73"/>
                    </a:lnTo>
                    <a:cubicBezTo>
                      <a:pt x="730" y="52"/>
                      <a:pt x="704" y="52"/>
                      <a:pt x="683" y="5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50">
                <a:extLst>
                  <a:ext uri="{FF2B5EF4-FFF2-40B4-BE49-F238E27FC236}">
                    <a16:creationId xmlns:a16="http://schemas.microsoft.com/office/drawing/2014/main" id="{C9E2D18C-6BB7-4EF1-7962-6DFC9F5717FC}"/>
                  </a:ext>
                </a:extLst>
              </p:cNvPr>
              <p:cNvSpPr/>
              <p:nvPr/>
            </p:nvSpPr>
            <p:spPr>
              <a:xfrm>
                <a:off x="-183277" y="1859424"/>
                <a:ext cx="71281" cy="84470"/>
              </a:xfrm>
              <a:custGeom>
                <a:avLst/>
                <a:gdLst/>
                <a:ahLst/>
                <a:cxnLst/>
                <a:rect l="l" t="t" r="r" b="b"/>
                <a:pathLst>
                  <a:path w="508" h="602" extrusionOk="0">
                    <a:moveTo>
                      <a:pt x="440" y="1"/>
                    </a:moveTo>
                    <a:cubicBezTo>
                      <a:pt x="383" y="1"/>
                      <a:pt x="336" y="20"/>
                      <a:pt x="286" y="51"/>
                    </a:cubicBezTo>
                    <a:cubicBezTo>
                      <a:pt x="243" y="51"/>
                      <a:pt x="222" y="73"/>
                      <a:pt x="201" y="94"/>
                    </a:cubicBezTo>
                    <a:cubicBezTo>
                      <a:pt x="180" y="120"/>
                      <a:pt x="153" y="120"/>
                      <a:pt x="153" y="141"/>
                    </a:cubicBezTo>
                    <a:cubicBezTo>
                      <a:pt x="180" y="141"/>
                      <a:pt x="180" y="120"/>
                      <a:pt x="201" y="120"/>
                    </a:cubicBezTo>
                    <a:cubicBezTo>
                      <a:pt x="222" y="94"/>
                      <a:pt x="222" y="94"/>
                      <a:pt x="243" y="94"/>
                    </a:cubicBezTo>
                    <a:cubicBezTo>
                      <a:pt x="264" y="94"/>
                      <a:pt x="286" y="73"/>
                      <a:pt x="286" y="73"/>
                    </a:cubicBezTo>
                    <a:cubicBezTo>
                      <a:pt x="354" y="51"/>
                      <a:pt x="418" y="30"/>
                      <a:pt x="508" y="9"/>
                    </a:cubicBezTo>
                    <a:cubicBezTo>
                      <a:pt x="484" y="3"/>
                      <a:pt x="461" y="1"/>
                      <a:pt x="440" y="1"/>
                    </a:cubicBezTo>
                    <a:close/>
                    <a:moveTo>
                      <a:pt x="153" y="141"/>
                    </a:moveTo>
                    <a:cubicBezTo>
                      <a:pt x="132" y="141"/>
                      <a:pt x="111" y="162"/>
                      <a:pt x="111" y="184"/>
                    </a:cubicBezTo>
                    <a:cubicBezTo>
                      <a:pt x="48" y="226"/>
                      <a:pt x="0" y="295"/>
                      <a:pt x="0" y="384"/>
                    </a:cubicBezTo>
                    <a:lnTo>
                      <a:pt x="0" y="490"/>
                    </a:lnTo>
                    <a:cubicBezTo>
                      <a:pt x="0" y="517"/>
                      <a:pt x="21" y="559"/>
                      <a:pt x="21" y="601"/>
                    </a:cubicBezTo>
                    <a:cubicBezTo>
                      <a:pt x="48" y="559"/>
                      <a:pt x="21" y="517"/>
                      <a:pt x="48" y="490"/>
                    </a:cubicBezTo>
                    <a:lnTo>
                      <a:pt x="48" y="384"/>
                    </a:lnTo>
                    <a:cubicBezTo>
                      <a:pt x="48" y="337"/>
                      <a:pt x="69" y="316"/>
                      <a:pt x="69" y="273"/>
                    </a:cubicBezTo>
                    <a:cubicBezTo>
                      <a:pt x="90" y="252"/>
                      <a:pt x="111" y="226"/>
                      <a:pt x="132" y="184"/>
                    </a:cubicBezTo>
                    <a:cubicBezTo>
                      <a:pt x="132" y="184"/>
                      <a:pt x="132" y="162"/>
                      <a:pt x="153" y="1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50">
                <a:extLst>
                  <a:ext uri="{FF2B5EF4-FFF2-40B4-BE49-F238E27FC236}">
                    <a16:creationId xmlns:a16="http://schemas.microsoft.com/office/drawing/2014/main" id="{B2DC0FFB-89AA-6C09-51D4-45E5693FAE31}"/>
                  </a:ext>
                </a:extLst>
              </p:cNvPr>
              <p:cNvSpPr/>
              <p:nvPr/>
            </p:nvSpPr>
            <p:spPr>
              <a:xfrm>
                <a:off x="-155213" y="2191562"/>
                <a:ext cx="98924" cy="175955"/>
              </a:xfrm>
              <a:custGeom>
                <a:avLst/>
                <a:gdLst/>
                <a:ahLst/>
                <a:cxnLst/>
                <a:rect l="l" t="t" r="r" b="b"/>
                <a:pathLst>
                  <a:path w="705" h="1254" extrusionOk="0">
                    <a:moveTo>
                      <a:pt x="329" y="0"/>
                    </a:moveTo>
                    <a:lnTo>
                      <a:pt x="1" y="85"/>
                    </a:lnTo>
                    <a:lnTo>
                      <a:pt x="244" y="1253"/>
                    </a:lnTo>
                    <a:lnTo>
                      <a:pt x="704" y="703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50">
                <a:extLst>
                  <a:ext uri="{FF2B5EF4-FFF2-40B4-BE49-F238E27FC236}">
                    <a16:creationId xmlns:a16="http://schemas.microsoft.com/office/drawing/2014/main" id="{C85D5673-D72E-38E0-3342-C087378708FF}"/>
                  </a:ext>
                </a:extLst>
              </p:cNvPr>
              <p:cNvSpPr/>
              <p:nvPr/>
            </p:nvSpPr>
            <p:spPr>
              <a:xfrm>
                <a:off x="-56427" y="2172900"/>
                <a:ext cx="204162" cy="197564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408" extrusionOk="0">
                    <a:moveTo>
                      <a:pt x="1058" y="1"/>
                    </a:moveTo>
                    <a:lnTo>
                      <a:pt x="0" y="836"/>
                    </a:lnTo>
                    <a:lnTo>
                      <a:pt x="376" y="1407"/>
                    </a:lnTo>
                    <a:cubicBezTo>
                      <a:pt x="376" y="1407"/>
                      <a:pt x="1232" y="440"/>
                      <a:pt x="1454" y="133"/>
                    </a:cubicBezTo>
                    <a:cubicBezTo>
                      <a:pt x="1280" y="43"/>
                      <a:pt x="1058" y="1"/>
                      <a:pt x="105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50">
                <a:extLst>
                  <a:ext uri="{FF2B5EF4-FFF2-40B4-BE49-F238E27FC236}">
                    <a16:creationId xmlns:a16="http://schemas.microsoft.com/office/drawing/2014/main" id="{55878BD2-A926-514B-B8C8-0DD72EE2BFE0}"/>
                  </a:ext>
                </a:extLst>
              </p:cNvPr>
              <p:cNvSpPr/>
              <p:nvPr/>
            </p:nvSpPr>
            <p:spPr>
              <a:xfrm>
                <a:off x="-591331" y="2485113"/>
                <a:ext cx="328624" cy="345315"/>
              </a:xfrm>
              <a:custGeom>
                <a:avLst/>
                <a:gdLst/>
                <a:ahLst/>
                <a:cxnLst/>
                <a:rect l="l" t="t" r="r" b="b"/>
                <a:pathLst>
                  <a:path w="2342" h="2461" extrusionOk="0">
                    <a:moveTo>
                      <a:pt x="1434" y="0"/>
                    </a:moveTo>
                    <a:cubicBezTo>
                      <a:pt x="1400" y="0"/>
                      <a:pt x="1369" y="16"/>
                      <a:pt x="1343" y="65"/>
                    </a:cubicBezTo>
                    <a:cubicBezTo>
                      <a:pt x="1280" y="176"/>
                      <a:pt x="1211" y="329"/>
                      <a:pt x="1169" y="483"/>
                    </a:cubicBezTo>
                    <a:cubicBezTo>
                      <a:pt x="1126" y="462"/>
                      <a:pt x="661" y="129"/>
                      <a:pt x="598" y="107"/>
                    </a:cubicBezTo>
                    <a:cubicBezTo>
                      <a:pt x="590" y="106"/>
                      <a:pt x="582" y="105"/>
                      <a:pt x="575" y="105"/>
                    </a:cubicBezTo>
                    <a:cubicBezTo>
                      <a:pt x="493" y="105"/>
                      <a:pt x="418" y="201"/>
                      <a:pt x="418" y="240"/>
                    </a:cubicBezTo>
                    <a:cubicBezTo>
                      <a:pt x="397" y="287"/>
                      <a:pt x="418" y="329"/>
                      <a:pt x="444" y="372"/>
                    </a:cubicBezTo>
                    <a:cubicBezTo>
                      <a:pt x="437" y="370"/>
                      <a:pt x="430" y="369"/>
                      <a:pt x="424" y="369"/>
                    </a:cubicBezTo>
                    <a:cubicBezTo>
                      <a:pt x="363" y="369"/>
                      <a:pt x="309" y="447"/>
                      <a:pt x="286" y="504"/>
                    </a:cubicBezTo>
                    <a:cubicBezTo>
                      <a:pt x="265" y="573"/>
                      <a:pt x="243" y="636"/>
                      <a:pt x="286" y="684"/>
                    </a:cubicBezTo>
                    <a:cubicBezTo>
                      <a:pt x="222" y="684"/>
                      <a:pt x="180" y="726"/>
                      <a:pt x="154" y="789"/>
                    </a:cubicBezTo>
                    <a:cubicBezTo>
                      <a:pt x="111" y="858"/>
                      <a:pt x="132" y="969"/>
                      <a:pt x="180" y="990"/>
                    </a:cubicBezTo>
                    <a:cubicBezTo>
                      <a:pt x="180" y="990"/>
                      <a:pt x="111" y="1012"/>
                      <a:pt x="90" y="1054"/>
                    </a:cubicBezTo>
                    <a:cubicBezTo>
                      <a:pt x="48" y="1123"/>
                      <a:pt x="0" y="1212"/>
                      <a:pt x="132" y="1318"/>
                    </a:cubicBezTo>
                    <a:cubicBezTo>
                      <a:pt x="243" y="1408"/>
                      <a:pt x="354" y="1477"/>
                      <a:pt x="577" y="1630"/>
                    </a:cubicBezTo>
                    <a:cubicBezTo>
                      <a:pt x="793" y="1783"/>
                      <a:pt x="904" y="1826"/>
                      <a:pt x="1015" y="1826"/>
                    </a:cubicBezTo>
                    <a:cubicBezTo>
                      <a:pt x="1079" y="1937"/>
                      <a:pt x="1237" y="2159"/>
                      <a:pt x="1523" y="2444"/>
                    </a:cubicBezTo>
                    <a:cubicBezTo>
                      <a:pt x="1532" y="2455"/>
                      <a:pt x="1544" y="2460"/>
                      <a:pt x="1558" y="2460"/>
                    </a:cubicBezTo>
                    <a:cubicBezTo>
                      <a:pt x="1758" y="2460"/>
                      <a:pt x="2342" y="1306"/>
                      <a:pt x="2094" y="1123"/>
                    </a:cubicBezTo>
                    <a:cubicBezTo>
                      <a:pt x="1787" y="900"/>
                      <a:pt x="1544" y="705"/>
                      <a:pt x="1523" y="684"/>
                    </a:cubicBezTo>
                    <a:cubicBezTo>
                      <a:pt x="1475" y="657"/>
                      <a:pt x="1544" y="594"/>
                      <a:pt x="1586" y="372"/>
                    </a:cubicBezTo>
                    <a:cubicBezTo>
                      <a:pt x="1676" y="65"/>
                      <a:pt x="1565" y="44"/>
                      <a:pt x="1523" y="23"/>
                    </a:cubicBezTo>
                    <a:cubicBezTo>
                      <a:pt x="1492" y="11"/>
                      <a:pt x="1462" y="0"/>
                      <a:pt x="1434" y="0"/>
                    </a:cubicBezTo>
                    <a:close/>
                  </a:path>
                </a:pathLst>
              </a:custGeom>
              <a:solidFill>
                <a:srgbClr val="FCBAB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50">
                <a:extLst>
                  <a:ext uri="{FF2B5EF4-FFF2-40B4-BE49-F238E27FC236}">
                    <a16:creationId xmlns:a16="http://schemas.microsoft.com/office/drawing/2014/main" id="{F1CE5000-A140-13D4-B934-C3BAA6FF8573}"/>
                  </a:ext>
                </a:extLst>
              </p:cNvPr>
              <p:cNvSpPr/>
              <p:nvPr/>
            </p:nvSpPr>
            <p:spPr>
              <a:xfrm>
                <a:off x="-414807" y="2302836"/>
                <a:ext cx="877826" cy="672951"/>
              </a:xfrm>
              <a:custGeom>
                <a:avLst/>
                <a:gdLst/>
                <a:ahLst/>
                <a:cxnLst/>
                <a:rect l="l" t="t" r="r" b="b"/>
                <a:pathLst>
                  <a:path w="6256" h="4796" extrusionOk="0">
                    <a:moveTo>
                      <a:pt x="4050" y="0"/>
                    </a:moveTo>
                    <a:cubicBezTo>
                      <a:pt x="4050" y="0"/>
                      <a:pt x="3326" y="1586"/>
                      <a:pt x="2993" y="1803"/>
                    </a:cubicBezTo>
                    <a:cubicBezTo>
                      <a:pt x="2930" y="1885"/>
                      <a:pt x="2443" y="2461"/>
                      <a:pt x="1580" y="2461"/>
                    </a:cubicBezTo>
                    <a:cubicBezTo>
                      <a:pt x="1276" y="2461"/>
                      <a:pt x="925" y="2390"/>
                      <a:pt x="529" y="2199"/>
                    </a:cubicBezTo>
                    <a:cubicBezTo>
                      <a:pt x="529" y="2199"/>
                      <a:pt x="460" y="3125"/>
                      <a:pt x="1" y="3479"/>
                    </a:cubicBezTo>
                    <a:cubicBezTo>
                      <a:pt x="234" y="3804"/>
                      <a:pt x="1412" y="4796"/>
                      <a:pt x="2871" y="4796"/>
                    </a:cubicBezTo>
                    <a:cubicBezTo>
                      <a:pt x="3597" y="4796"/>
                      <a:pt x="4393" y="4550"/>
                      <a:pt x="5176" y="3854"/>
                    </a:cubicBezTo>
                    <a:cubicBezTo>
                      <a:pt x="5198" y="3854"/>
                      <a:pt x="6255" y="2993"/>
                      <a:pt x="6234" y="2575"/>
                    </a:cubicBezTo>
                    <a:lnTo>
                      <a:pt x="405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50">
                <a:extLst>
                  <a:ext uri="{FF2B5EF4-FFF2-40B4-BE49-F238E27FC236}">
                    <a16:creationId xmlns:a16="http://schemas.microsoft.com/office/drawing/2014/main" id="{6105529C-743B-153E-E6CC-F423A1EE1C8B}"/>
                  </a:ext>
                </a:extLst>
              </p:cNvPr>
              <p:cNvSpPr/>
              <p:nvPr/>
            </p:nvSpPr>
            <p:spPr>
              <a:xfrm>
                <a:off x="-421542" y="2762807"/>
                <a:ext cx="807387" cy="216646"/>
              </a:xfrm>
              <a:custGeom>
                <a:avLst/>
                <a:gdLst/>
                <a:ahLst/>
                <a:cxnLst/>
                <a:rect l="l" t="t" r="r" b="b"/>
                <a:pathLst>
                  <a:path w="5754" h="1544" extrusionOk="0">
                    <a:moveTo>
                      <a:pt x="5711" y="0"/>
                    </a:moveTo>
                    <a:cubicBezTo>
                      <a:pt x="5092" y="841"/>
                      <a:pt x="4077" y="1454"/>
                      <a:pt x="2999" y="1480"/>
                    </a:cubicBezTo>
                    <a:lnTo>
                      <a:pt x="2935" y="1480"/>
                    </a:lnTo>
                    <a:cubicBezTo>
                      <a:pt x="2274" y="1480"/>
                      <a:pt x="1635" y="1279"/>
                      <a:pt x="1058" y="973"/>
                    </a:cubicBezTo>
                    <a:cubicBezTo>
                      <a:pt x="842" y="841"/>
                      <a:pt x="620" y="687"/>
                      <a:pt x="424" y="529"/>
                    </a:cubicBezTo>
                    <a:cubicBezTo>
                      <a:pt x="424" y="529"/>
                      <a:pt x="376" y="508"/>
                      <a:pt x="355" y="465"/>
                    </a:cubicBezTo>
                    <a:cubicBezTo>
                      <a:pt x="313" y="423"/>
                      <a:pt x="223" y="354"/>
                      <a:pt x="181" y="291"/>
                    </a:cubicBezTo>
                    <a:cubicBezTo>
                      <a:pt x="133" y="264"/>
                      <a:pt x="112" y="243"/>
                      <a:pt x="91" y="222"/>
                    </a:cubicBezTo>
                    <a:lnTo>
                      <a:pt x="91" y="201"/>
                    </a:lnTo>
                    <a:lnTo>
                      <a:pt x="49" y="201"/>
                    </a:lnTo>
                    <a:lnTo>
                      <a:pt x="27" y="180"/>
                    </a:lnTo>
                    <a:lnTo>
                      <a:pt x="1" y="201"/>
                    </a:lnTo>
                    <a:cubicBezTo>
                      <a:pt x="1" y="222"/>
                      <a:pt x="27" y="222"/>
                      <a:pt x="27" y="222"/>
                    </a:cubicBezTo>
                    <a:cubicBezTo>
                      <a:pt x="27" y="243"/>
                      <a:pt x="27" y="243"/>
                      <a:pt x="49" y="264"/>
                    </a:cubicBezTo>
                    <a:cubicBezTo>
                      <a:pt x="70" y="312"/>
                      <a:pt x="160" y="375"/>
                      <a:pt x="223" y="444"/>
                    </a:cubicBezTo>
                    <a:cubicBezTo>
                      <a:pt x="265" y="465"/>
                      <a:pt x="292" y="508"/>
                      <a:pt x="334" y="529"/>
                    </a:cubicBezTo>
                    <a:lnTo>
                      <a:pt x="376" y="576"/>
                    </a:lnTo>
                    <a:cubicBezTo>
                      <a:pt x="577" y="751"/>
                      <a:pt x="794" y="883"/>
                      <a:pt x="1037" y="1015"/>
                    </a:cubicBezTo>
                    <a:cubicBezTo>
                      <a:pt x="1613" y="1348"/>
                      <a:pt x="2248" y="1544"/>
                      <a:pt x="2935" y="1544"/>
                    </a:cubicBezTo>
                    <a:lnTo>
                      <a:pt x="2999" y="1544"/>
                    </a:lnTo>
                    <a:cubicBezTo>
                      <a:pt x="4098" y="1523"/>
                      <a:pt x="5113" y="904"/>
                      <a:pt x="5753" y="26"/>
                    </a:cubicBezTo>
                    <a:lnTo>
                      <a:pt x="57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50">
                <a:extLst>
                  <a:ext uri="{FF2B5EF4-FFF2-40B4-BE49-F238E27FC236}">
                    <a16:creationId xmlns:a16="http://schemas.microsoft.com/office/drawing/2014/main" id="{B990E61D-5BDF-7144-7F5F-5DB05EC9F1BD}"/>
                  </a:ext>
                </a:extLst>
              </p:cNvPr>
              <p:cNvSpPr/>
              <p:nvPr/>
            </p:nvSpPr>
            <p:spPr>
              <a:xfrm>
                <a:off x="-343524" y="2333146"/>
                <a:ext cx="485218" cy="322163"/>
              </a:xfrm>
              <a:custGeom>
                <a:avLst/>
                <a:gdLst/>
                <a:ahLst/>
                <a:cxnLst/>
                <a:rect l="l" t="t" r="r" b="b"/>
                <a:pathLst>
                  <a:path w="3458" h="2296" extrusionOk="0">
                    <a:moveTo>
                      <a:pt x="3410" y="1"/>
                    </a:moveTo>
                    <a:cubicBezTo>
                      <a:pt x="3236" y="286"/>
                      <a:pt x="3040" y="841"/>
                      <a:pt x="2707" y="1323"/>
                    </a:cubicBezTo>
                    <a:cubicBezTo>
                      <a:pt x="2353" y="1809"/>
                      <a:pt x="1872" y="2206"/>
                      <a:pt x="1142" y="2227"/>
                    </a:cubicBezTo>
                    <a:cubicBezTo>
                      <a:pt x="814" y="2227"/>
                      <a:pt x="460" y="2137"/>
                      <a:pt x="42" y="1962"/>
                    </a:cubicBezTo>
                    <a:lnTo>
                      <a:pt x="0" y="2005"/>
                    </a:lnTo>
                    <a:cubicBezTo>
                      <a:pt x="439" y="2206"/>
                      <a:pt x="814" y="2295"/>
                      <a:pt x="1142" y="2295"/>
                    </a:cubicBezTo>
                    <a:cubicBezTo>
                      <a:pt x="1893" y="2295"/>
                      <a:pt x="2400" y="1851"/>
                      <a:pt x="2749" y="1370"/>
                    </a:cubicBezTo>
                    <a:cubicBezTo>
                      <a:pt x="3104" y="863"/>
                      <a:pt x="3304" y="313"/>
                      <a:pt x="3458" y="22"/>
                    </a:cubicBezTo>
                    <a:lnTo>
                      <a:pt x="341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50">
                <a:extLst>
                  <a:ext uri="{FF2B5EF4-FFF2-40B4-BE49-F238E27FC236}">
                    <a16:creationId xmlns:a16="http://schemas.microsoft.com/office/drawing/2014/main" id="{B1276297-AA2E-035D-1031-D654BC8B0A35}"/>
                  </a:ext>
                </a:extLst>
              </p:cNvPr>
              <p:cNvSpPr/>
              <p:nvPr/>
            </p:nvSpPr>
            <p:spPr>
              <a:xfrm>
                <a:off x="-93612" y="2101757"/>
                <a:ext cx="121094" cy="43077"/>
              </a:xfrm>
              <a:custGeom>
                <a:avLst/>
                <a:gdLst/>
                <a:ahLst/>
                <a:cxnLst/>
                <a:rect l="l" t="t" r="r" b="b"/>
                <a:pathLst>
                  <a:path w="863" h="307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34" y="229"/>
                      <a:pt x="281" y="306"/>
                      <a:pt x="417" y="306"/>
                    </a:cubicBezTo>
                    <a:cubicBezTo>
                      <a:pt x="619" y="306"/>
                      <a:pt x="796" y="134"/>
                      <a:pt x="863" y="43"/>
                    </a:cubicBezTo>
                    <a:lnTo>
                      <a:pt x="863" y="43"/>
                    </a:lnTo>
                    <a:cubicBezTo>
                      <a:pt x="722" y="122"/>
                      <a:pt x="589" y="150"/>
                      <a:pt x="470" y="150"/>
                    </a:cubicBezTo>
                    <a:cubicBezTo>
                      <a:pt x="194" y="15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50">
                <a:extLst>
                  <a:ext uri="{FF2B5EF4-FFF2-40B4-BE49-F238E27FC236}">
                    <a16:creationId xmlns:a16="http://schemas.microsoft.com/office/drawing/2014/main" id="{D1DF8B88-8911-3E17-E4FB-09C94645461C}"/>
                  </a:ext>
                </a:extLst>
              </p:cNvPr>
              <p:cNvSpPr/>
              <p:nvPr/>
            </p:nvSpPr>
            <p:spPr>
              <a:xfrm>
                <a:off x="-1014959" y="1538651"/>
                <a:ext cx="489006" cy="488998"/>
              </a:xfrm>
              <a:custGeom>
                <a:avLst/>
                <a:gdLst/>
                <a:ahLst/>
                <a:cxnLst/>
                <a:rect l="l" t="t" r="r" b="b"/>
                <a:pathLst>
                  <a:path w="3485" h="3485" extrusionOk="0">
                    <a:moveTo>
                      <a:pt x="1745" y="1"/>
                    </a:moveTo>
                    <a:cubicBezTo>
                      <a:pt x="793" y="1"/>
                      <a:pt x="0" y="772"/>
                      <a:pt x="0" y="1745"/>
                    </a:cubicBezTo>
                    <a:cubicBezTo>
                      <a:pt x="0" y="2713"/>
                      <a:pt x="793" y="3485"/>
                      <a:pt x="1745" y="3485"/>
                    </a:cubicBezTo>
                    <a:cubicBezTo>
                      <a:pt x="2713" y="3485"/>
                      <a:pt x="3484" y="2713"/>
                      <a:pt x="3484" y="1745"/>
                    </a:cubicBezTo>
                    <a:cubicBezTo>
                      <a:pt x="3484" y="772"/>
                      <a:pt x="2713" y="1"/>
                      <a:pt x="174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50">
                <a:extLst>
                  <a:ext uri="{FF2B5EF4-FFF2-40B4-BE49-F238E27FC236}">
                    <a16:creationId xmlns:a16="http://schemas.microsoft.com/office/drawing/2014/main" id="{84498500-A228-AC45-F1ED-AB3BA5E262ED}"/>
                  </a:ext>
                </a:extLst>
              </p:cNvPr>
              <p:cNvSpPr/>
              <p:nvPr/>
            </p:nvSpPr>
            <p:spPr>
              <a:xfrm>
                <a:off x="5033" y="3195976"/>
                <a:ext cx="136669" cy="946004"/>
              </a:xfrm>
              <a:custGeom>
                <a:avLst/>
                <a:gdLst/>
                <a:ahLst/>
                <a:cxnLst/>
                <a:rect l="l" t="t" r="r" b="b"/>
                <a:pathLst>
                  <a:path w="974" h="6742" extrusionOk="0">
                    <a:moveTo>
                      <a:pt x="133" y="1"/>
                    </a:moveTo>
                    <a:cubicBezTo>
                      <a:pt x="91" y="529"/>
                      <a:pt x="70" y="1079"/>
                      <a:pt x="70" y="1629"/>
                    </a:cubicBezTo>
                    <a:lnTo>
                      <a:pt x="70" y="1914"/>
                    </a:lnTo>
                    <a:cubicBezTo>
                      <a:pt x="70" y="2226"/>
                      <a:pt x="91" y="2533"/>
                      <a:pt x="91" y="2819"/>
                    </a:cubicBezTo>
                    <a:cubicBezTo>
                      <a:pt x="91" y="3083"/>
                      <a:pt x="1" y="4140"/>
                      <a:pt x="202" y="4843"/>
                    </a:cubicBezTo>
                    <a:cubicBezTo>
                      <a:pt x="424" y="5769"/>
                      <a:pt x="794" y="6498"/>
                      <a:pt x="926" y="6741"/>
                    </a:cubicBezTo>
                    <a:lnTo>
                      <a:pt x="974" y="6720"/>
                    </a:lnTo>
                    <a:cubicBezTo>
                      <a:pt x="842" y="6408"/>
                      <a:pt x="466" y="5769"/>
                      <a:pt x="244" y="4843"/>
                    </a:cubicBezTo>
                    <a:cubicBezTo>
                      <a:pt x="49" y="4140"/>
                      <a:pt x="133" y="3083"/>
                      <a:pt x="133" y="2819"/>
                    </a:cubicBezTo>
                    <a:cubicBezTo>
                      <a:pt x="133" y="2512"/>
                      <a:pt x="112" y="2200"/>
                      <a:pt x="112" y="1914"/>
                    </a:cubicBezTo>
                    <a:cubicBezTo>
                      <a:pt x="112" y="1275"/>
                      <a:pt x="133" y="661"/>
                      <a:pt x="181" y="43"/>
                    </a:cubicBezTo>
                    <a:lnTo>
                      <a:pt x="13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50">
                <a:extLst>
                  <a:ext uri="{FF2B5EF4-FFF2-40B4-BE49-F238E27FC236}">
                    <a16:creationId xmlns:a16="http://schemas.microsoft.com/office/drawing/2014/main" id="{20981FB3-587B-0A56-20C3-50A59BB60C62}"/>
                  </a:ext>
                </a:extLst>
              </p:cNvPr>
              <p:cNvSpPr/>
              <p:nvPr/>
            </p:nvSpPr>
            <p:spPr>
              <a:xfrm>
                <a:off x="197273" y="3195976"/>
                <a:ext cx="141861" cy="89942"/>
              </a:xfrm>
              <a:custGeom>
                <a:avLst/>
                <a:gdLst/>
                <a:ahLst/>
                <a:cxnLst/>
                <a:rect l="l" t="t" r="r" b="b"/>
                <a:pathLst>
                  <a:path w="1011" h="641" extrusionOk="0">
                    <a:moveTo>
                      <a:pt x="43" y="1"/>
                    </a:moveTo>
                    <a:lnTo>
                      <a:pt x="0" y="22"/>
                    </a:lnTo>
                    <a:cubicBezTo>
                      <a:pt x="111" y="175"/>
                      <a:pt x="154" y="196"/>
                      <a:pt x="217" y="265"/>
                    </a:cubicBezTo>
                    <a:cubicBezTo>
                      <a:pt x="265" y="286"/>
                      <a:pt x="307" y="307"/>
                      <a:pt x="349" y="350"/>
                    </a:cubicBezTo>
                    <a:cubicBezTo>
                      <a:pt x="571" y="550"/>
                      <a:pt x="793" y="640"/>
                      <a:pt x="1010" y="640"/>
                    </a:cubicBezTo>
                    <a:lnTo>
                      <a:pt x="1010" y="593"/>
                    </a:lnTo>
                    <a:cubicBezTo>
                      <a:pt x="814" y="593"/>
                      <a:pt x="592" y="508"/>
                      <a:pt x="376" y="328"/>
                    </a:cubicBezTo>
                    <a:cubicBezTo>
                      <a:pt x="328" y="286"/>
                      <a:pt x="286" y="244"/>
                      <a:pt x="265" y="217"/>
                    </a:cubicBezTo>
                    <a:cubicBezTo>
                      <a:pt x="175" y="154"/>
                      <a:pt x="132" y="133"/>
                      <a:pt x="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50">
                <a:extLst>
                  <a:ext uri="{FF2B5EF4-FFF2-40B4-BE49-F238E27FC236}">
                    <a16:creationId xmlns:a16="http://schemas.microsoft.com/office/drawing/2014/main" id="{FDCD1100-ED5B-B548-CFE7-029A2A8CA4CE}"/>
                  </a:ext>
                </a:extLst>
              </p:cNvPr>
              <p:cNvSpPr/>
              <p:nvPr/>
            </p:nvSpPr>
            <p:spPr>
              <a:xfrm>
                <a:off x="-69056" y="2061626"/>
                <a:ext cx="55706" cy="25818"/>
              </a:xfrm>
              <a:custGeom>
                <a:avLst/>
                <a:gdLst/>
                <a:ahLst/>
                <a:cxnLst/>
                <a:rect l="l" t="t" r="r" b="b"/>
                <a:pathLst>
                  <a:path w="397" h="184" extrusionOk="0">
                    <a:moveTo>
                      <a:pt x="397" y="1"/>
                    </a:moveTo>
                    <a:lnTo>
                      <a:pt x="0" y="133"/>
                    </a:lnTo>
                    <a:cubicBezTo>
                      <a:pt x="51" y="164"/>
                      <a:pt x="112" y="184"/>
                      <a:pt x="175" y="184"/>
                    </a:cubicBezTo>
                    <a:cubicBezTo>
                      <a:pt x="198" y="184"/>
                      <a:pt x="221" y="181"/>
                      <a:pt x="243" y="175"/>
                    </a:cubicBezTo>
                    <a:cubicBezTo>
                      <a:pt x="312" y="154"/>
                      <a:pt x="376" y="85"/>
                      <a:pt x="39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50">
                <a:extLst>
                  <a:ext uri="{FF2B5EF4-FFF2-40B4-BE49-F238E27FC236}">
                    <a16:creationId xmlns:a16="http://schemas.microsoft.com/office/drawing/2014/main" id="{FB279483-3713-D429-4DEA-5D91A730DA34}"/>
                  </a:ext>
                </a:extLst>
              </p:cNvPr>
              <p:cNvSpPr/>
              <p:nvPr/>
            </p:nvSpPr>
            <p:spPr>
              <a:xfrm>
                <a:off x="45867" y="1980801"/>
                <a:ext cx="21749" cy="21609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4" extrusionOk="0">
                    <a:moveTo>
                      <a:pt x="154" y="1"/>
                    </a:moveTo>
                    <a:cubicBezTo>
                      <a:pt x="133" y="1"/>
                      <a:pt x="85" y="1"/>
                      <a:pt x="43" y="48"/>
                    </a:cubicBezTo>
                    <a:cubicBezTo>
                      <a:pt x="22" y="69"/>
                      <a:pt x="1" y="112"/>
                      <a:pt x="1" y="154"/>
                    </a:cubicBezTo>
                    <a:lnTo>
                      <a:pt x="22" y="154"/>
                    </a:lnTo>
                    <a:cubicBezTo>
                      <a:pt x="22" y="112"/>
                      <a:pt x="43" y="69"/>
                      <a:pt x="64" y="48"/>
                    </a:cubicBezTo>
                    <a:cubicBezTo>
                      <a:pt x="85" y="22"/>
                      <a:pt x="133" y="22"/>
                      <a:pt x="154" y="22"/>
                    </a:cubicBez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09" name="Google Shape;1709;p50">
              <a:extLst>
                <a:ext uri="{FF2B5EF4-FFF2-40B4-BE49-F238E27FC236}">
                  <a16:creationId xmlns:a16="http://schemas.microsoft.com/office/drawing/2014/main" id="{AAEC9156-2F8D-5393-050A-EA686E919F9F}"/>
                </a:ext>
              </a:extLst>
            </p:cNvPr>
            <p:cNvGrpSpPr/>
            <p:nvPr/>
          </p:nvGrpSpPr>
          <p:grpSpPr>
            <a:xfrm>
              <a:off x="6800376" y="1674286"/>
              <a:ext cx="390430" cy="432449"/>
              <a:chOff x="3306034" y="1949508"/>
              <a:chExt cx="175743" cy="194657"/>
            </a:xfrm>
          </p:grpSpPr>
          <p:sp>
            <p:nvSpPr>
              <p:cNvPr id="1710" name="Google Shape;1710;p50">
                <a:extLst>
                  <a:ext uri="{FF2B5EF4-FFF2-40B4-BE49-F238E27FC236}">
                    <a16:creationId xmlns:a16="http://schemas.microsoft.com/office/drawing/2014/main" id="{78C785EE-43CF-69AD-1290-AA7B9AB1F0E6}"/>
                  </a:ext>
                </a:extLst>
              </p:cNvPr>
              <p:cNvSpPr/>
              <p:nvPr/>
            </p:nvSpPr>
            <p:spPr>
              <a:xfrm>
                <a:off x="3335979" y="1979047"/>
                <a:ext cx="113719" cy="156961"/>
              </a:xfrm>
              <a:custGeom>
                <a:avLst/>
                <a:gdLst/>
                <a:ahLst/>
                <a:cxnLst/>
                <a:rect l="l" t="t" r="r" b="b"/>
                <a:pathLst>
                  <a:path w="3361" h="4639" extrusionOk="0">
                    <a:moveTo>
                      <a:pt x="1704" y="1"/>
                    </a:moveTo>
                    <a:cubicBezTo>
                      <a:pt x="1639" y="1"/>
                      <a:pt x="1573" y="4"/>
                      <a:pt x="1507" y="12"/>
                    </a:cubicBezTo>
                    <a:cubicBezTo>
                      <a:pt x="708" y="104"/>
                      <a:pt x="92" y="748"/>
                      <a:pt x="35" y="1575"/>
                    </a:cubicBezTo>
                    <a:cubicBezTo>
                      <a:pt x="0" y="2134"/>
                      <a:pt x="269" y="2608"/>
                      <a:pt x="651" y="2934"/>
                    </a:cubicBezTo>
                    <a:cubicBezTo>
                      <a:pt x="884" y="3139"/>
                      <a:pt x="1061" y="3436"/>
                      <a:pt x="1097" y="3754"/>
                    </a:cubicBezTo>
                    <a:lnTo>
                      <a:pt x="1181" y="4405"/>
                    </a:lnTo>
                    <a:cubicBezTo>
                      <a:pt x="1181" y="4525"/>
                      <a:pt x="1302" y="4639"/>
                      <a:pt x="1450" y="4639"/>
                    </a:cubicBezTo>
                    <a:lnTo>
                      <a:pt x="1981" y="4639"/>
                    </a:lnTo>
                    <a:cubicBezTo>
                      <a:pt x="2122" y="4639"/>
                      <a:pt x="2243" y="4525"/>
                      <a:pt x="2243" y="4377"/>
                    </a:cubicBezTo>
                    <a:lnTo>
                      <a:pt x="2335" y="3754"/>
                    </a:lnTo>
                    <a:cubicBezTo>
                      <a:pt x="2363" y="3436"/>
                      <a:pt x="2511" y="3139"/>
                      <a:pt x="2745" y="2934"/>
                    </a:cubicBezTo>
                    <a:cubicBezTo>
                      <a:pt x="3127" y="2637"/>
                      <a:pt x="3360" y="2163"/>
                      <a:pt x="3360" y="1667"/>
                    </a:cubicBezTo>
                    <a:cubicBezTo>
                      <a:pt x="3334" y="729"/>
                      <a:pt x="2617" y="1"/>
                      <a:pt x="170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50">
                <a:extLst>
                  <a:ext uri="{FF2B5EF4-FFF2-40B4-BE49-F238E27FC236}">
                    <a16:creationId xmlns:a16="http://schemas.microsoft.com/office/drawing/2014/main" id="{C11F6C7E-12B3-8154-304B-E565EB20E6F4}"/>
                  </a:ext>
                </a:extLst>
              </p:cNvPr>
              <p:cNvSpPr/>
              <p:nvPr/>
            </p:nvSpPr>
            <p:spPr>
              <a:xfrm>
                <a:off x="3371879" y="2112055"/>
                <a:ext cx="44053" cy="32109"/>
              </a:xfrm>
              <a:custGeom>
                <a:avLst/>
                <a:gdLst/>
                <a:ahLst/>
                <a:cxnLst/>
                <a:rect l="l" t="t" r="r" b="b"/>
                <a:pathLst>
                  <a:path w="1302" h="949" extrusionOk="0">
                    <a:moveTo>
                      <a:pt x="0" y="0"/>
                    </a:moveTo>
                    <a:lnTo>
                      <a:pt x="0" y="297"/>
                    </a:lnTo>
                    <a:cubicBezTo>
                      <a:pt x="0" y="651"/>
                      <a:pt x="297" y="948"/>
                      <a:pt x="651" y="948"/>
                    </a:cubicBezTo>
                    <a:cubicBezTo>
                      <a:pt x="1005" y="920"/>
                      <a:pt x="1302" y="651"/>
                      <a:pt x="1302" y="269"/>
                    </a:cubicBezTo>
                    <a:lnTo>
                      <a:pt x="13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50">
                <a:extLst>
                  <a:ext uri="{FF2B5EF4-FFF2-40B4-BE49-F238E27FC236}">
                    <a16:creationId xmlns:a16="http://schemas.microsoft.com/office/drawing/2014/main" id="{ECAA32DC-363B-2857-A8AD-CC6FD8FD7024}"/>
                  </a:ext>
                </a:extLst>
              </p:cNvPr>
              <p:cNvSpPr/>
              <p:nvPr/>
            </p:nvSpPr>
            <p:spPr>
              <a:xfrm>
                <a:off x="3363014" y="2022762"/>
                <a:ext cx="58907" cy="95279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2816" extrusionOk="0">
                    <a:moveTo>
                      <a:pt x="1210" y="163"/>
                    </a:moveTo>
                    <a:cubicBezTo>
                      <a:pt x="1238" y="198"/>
                      <a:pt x="1267" y="255"/>
                      <a:pt x="1267" y="283"/>
                    </a:cubicBezTo>
                    <a:cubicBezTo>
                      <a:pt x="1295" y="375"/>
                      <a:pt x="1295" y="432"/>
                      <a:pt x="1295" y="489"/>
                    </a:cubicBezTo>
                    <a:cubicBezTo>
                      <a:pt x="1267" y="552"/>
                      <a:pt x="1238" y="581"/>
                      <a:pt x="1182" y="581"/>
                    </a:cubicBezTo>
                    <a:cubicBezTo>
                      <a:pt x="1118" y="581"/>
                      <a:pt x="1090" y="552"/>
                      <a:pt x="1090" y="489"/>
                    </a:cubicBezTo>
                    <a:cubicBezTo>
                      <a:pt x="1062" y="460"/>
                      <a:pt x="1062" y="404"/>
                      <a:pt x="1090" y="340"/>
                    </a:cubicBezTo>
                    <a:cubicBezTo>
                      <a:pt x="1118" y="283"/>
                      <a:pt x="1147" y="227"/>
                      <a:pt x="1210" y="163"/>
                    </a:cubicBezTo>
                    <a:close/>
                    <a:moveTo>
                      <a:pt x="616" y="227"/>
                    </a:moveTo>
                    <a:cubicBezTo>
                      <a:pt x="680" y="255"/>
                      <a:pt x="708" y="340"/>
                      <a:pt x="736" y="404"/>
                    </a:cubicBezTo>
                    <a:cubicBezTo>
                      <a:pt x="736" y="489"/>
                      <a:pt x="736" y="552"/>
                      <a:pt x="680" y="609"/>
                    </a:cubicBezTo>
                    <a:cubicBezTo>
                      <a:pt x="663" y="642"/>
                      <a:pt x="625" y="656"/>
                      <a:pt x="584" y="656"/>
                    </a:cubicBezTo>
                    <a:cubicBezTo>
                      <a:pt x="556" y="656"/>
                      <a:pt x="526" y="649"/>
                      <a:pt x="503" y="637"/>
                    </a:cubicBezTo>
                    <a:cubicBezTo>
                      <a:pt x="474" y="609"/>
                      <a:pt x="474" y="581"/>
                      <a:pt x="439" y="517"/>
                    </a:cubicBezTo>
                    <a:cubicBezTo>
                      <a:pt x="439" y="432"/>
                      <a:pt x="503" y="283"/>
                      <a:pt x="616" y="227"/>
                    </a:cubicBezTo>
                    <a:close/>
                    <a:moveTo>
                      <a:pt x="995" y="0"/>
                    </a:moveTo>
                    <a:cubicBezTo>
                      <a:pt x="861" y="0"/>
                      <a:pt x="730" y="70"/>
                      <a:pt x="616" y="135"/>
                    </a:cubicBezTo>
                    <a:cubicBezTo>
                      <a:pt x="559" y="107"/>
                      <a:pt x="531" y="107"/>
                      <a:pt x="474" y="78"/>
                    </a:cubicBezTo>
                    <a:cubicBezTo>
                      <a:pt x="326" y="78"/>
                      <a:pt x="206" y="107"/>
                      <a:pt x="149" y="163"/>
                    </a:cubicBezTo>
                    <a:cubicBezTo>
                      <a:pt x="0" y="340"/>
                      <a:pt x="121" y="729"/>
                      <a:pt x="206" y="991"/>
                    </a:cubicBezTo>
                    <a:cubicBezTo>
                      <a:pt x="234" y="1047"/>
                      <a:pt x="262" y="1111"/>
                      <a:pt x="262" y="1168"/>
                    </a:cubicBezTo>
                    <a:cubicBezTo>
                      <a:pt x="382" y="1642"/>
                      <a:pt x="503" y="2109"/>
                      <a:pt x="588" y="2583"/>
                    </a:cubicBezTo>
                    <a:lnTo>
                      <a:pt x="616" y="2788"/>
                    </a:lnTo>
                    <a:cubicBezTo>
                      <a:pt x="651" y="2788"/>
                      <a:pt x="651" y="2816"/>
                      <a:pt x="651" y="2816"/>
                    </a:cubicBezTo>
                    <a:lnTo>
                      <a:pt x="680" y="2816"/>
                    </a:lnTo>
                    <a:cubicBezTo>
                      <a:pt x="680" y="2788"/>
                      <a:pt x="708" y="2788"/>
                      <a:pt x="680" y="2759"/>
                    </a:cubicBezTo>
                    <a:lnTo>
                      <a:pt x="651" y="2583"/>
                    </a:lnTo>
                    <a:cubicBezTo>
                      <a:pt x="559" y="2109"/>
                      <a:pt x="439" y="1613"/>
                      <a:pt x="326" y="1139"/>
                    </a:cubicBezTo>
                    <a:cubicBezTo>
                      <a:pt x="326" y="1111"/>
                      <a:pt x="298" y="1047"/>
                      <a:pt x="262" y="963"/>
                    </a:cubicBezTo>
                    <a:cubicBezTo>
                      <a:pt x="177" y="729"/>
                      <a:pt x="57" y="340"/>
                      <a:pt x="177" y="198"/>
                    </a:cubicBezTo>
                    <a:cubicBezTo>
                      <a:pt x="234" y="135"/>
                      <a:pt x="326" y="135"/>
                      <a:pt x="474" y="135"/>
                    </a:cubicBezTo>
                    <a:cubicBezTo>
                      <a:pt x="503" y="163"/>
                      <a:pt x="531" y="163"/>
                      <a:pt x="559" y="198"/>
                    </a:cubicBezTo>
                    <a:cubicBezTo>
                      <a:pt x="439" y="283"/>
                      <a:pt x="382" y="404"/>
                      <a:pt x="382" y="552"/>
                    </a:cubicBezTo>
                    <a:cubicBezTo>
                      <a:pt x="411" y="609"/>
                      <a:pt x="439" y="665"/>
                      <a:pt x="474" y="694"/>
                    </a:cubicBezTo>
                    <a:cubicBezTo>
                      <a:pt x="507" y="707"/>
                      <a:pt x="545" y="716"/>
                      <a:pt x="582" y="716"/>
                    </a:cubicBezTo>
                    <a:cubicBezTo>
                      <a:pt x="642" y="716"/>
                      <a:pt x="701" y="694"/>
                      <a:pt x="736" y="637"/>
                    </a:cubicBezTo>
                    <a:cubicBezTo>
                      <a:pt x="793" y="581"/>
                      <a:pt x="793" y="489"/>
                      <a:pt x="793" y="404"/>
                    </a:cubicBezTo>
                    <a:cubicBezTo>
                      <a:pt x="765" y="312"/>
                      <a:pt x="736" y="255"/>
                      <a:pt x="651" y="198"/>
                    </a:cubicBezTo>
                    <a:cubicBezTo>
                      <a:pt x="761" y="127"/>
                      <a:pt x="875" y="60"/>
                      <a:pt x="990" y="60"/>
                    </a:cubicBezTo>
                    <a:cubicBezTo>
                      <a:pt x="1023" y="60"/>
                      <a:pt x="1057" y="66"/>
                      <a:pt x="1090" y="78"/>
                    </a:cubicBezTo>
                    <a:cubicBezTo>
                      <a:pt x="1118" y="78"/>
                      <a:pt x="1147" y="107"/>
                      <a:pt x="1147" y="135"/>
                    </a:cubicBezTo>
                    <a:cubicBezTo>
                      <a:pt x="1090" y="163"/>
                      <a:pt x="1062" y="255"/>
                      <a:pt x="1033" y="312"/>
                    </a:cubicBezTo>
                    <a:cubicBezTo>
                      <a:pt x="1005" y="404"/>
                      <a:pt x="1005" y="460"/>
                      <a:pt x="1033" y="517"/>
                    </a:cubicBezTo>
                    <a:cubicBezTo>
                      <a:pt x="1033" y="581"/>
                      <a:pt x="1090" y="637"/>
                      <a:pt x="1147" y="637"/>
                    </a:cubicBezTo>
                    <a:cubicBezTo>
                      <a:pt x="1159" y="641"/>
                      <a:pt x="1171" y="643"/>
                      <a:pt x="1183" y="643"/>
                    </a:cubicBezTo>
                    <a:cubicBezTo>
                      <a:pt x="1260" y="643"/>
                      <a:pt x="1328" y="568"/>
                      <a:pt x="1359" y="489"/>
                    </a:cubicBezTo>
                    <a:cubicBezTo>
                      <a:pt x="1387" y="432"/>
                      <a:pt x="1359" y="375"/>
                      <a:pt x="1323" y="283"/>
                    </a:cubicBezTo>
                    <a:cubicBezTo>
                      <a:pt x="1295" y="227"/>
                      <a:pt x="1267" y="163"/>
                      <a:pt x="1238" y="135"/>
                    </a:cubicBezTo>
                    <a:cubicBezTo>
                      <a:pt x="1267" y="107"/>
                      <a:pt x="1295" y="78"/>
                      <a:pt x="1323" y="78"/>
                    </a:cubicBezTo>
                    <a:cubicBezTo>
                      <a:pt x="1351" y="72"/>
                      <a:pt x="1381" y="68"/>
                      <a:pt x="1410" y="68"/>
                    </a:cubicBezTo>
                    <a:cubicBezTo>
                      <a:pt x="1506" y="68"/>
                      <a:pt x="1599" y="106"/>
                      <a:pt x="1621" y="198"/>
                    </a:cubicBezTo>
                    <a:cubicBezTo>
                      <a:pt x="1677" y="255"/>
                      <a:pt x="1649" y="340"/>
                      <a:pt x="1649" y="432"/>
                    </a:cubicBezTo>
                    <a:cubicBezTo>
                      <a:pt x="1621" y="665"/>
                      <a:pt x="1564" y="906"/>
                      <a:pt x="1500" y="1111"/>
                    </a:cubicBezTo>
                    <a:cubicBezTo>
                      <a:pt x="1472" y="1288"/>
                      <a:pt x="1415" y="1465"/>
                      <a:pt x="1387" y="1613"/>
                    </a:cubicBezTo>
                    <a:lnTo>
                      <a:pt x="1182" y="2731"/>
                    </a:lnTo>
                    <a:cubicBezTo>
                      <a:pt x="1182" y="2759"/>
                      <a:pt x="1210" y="2759"/>
                      <a:pt x="1210" y="2759"/>
                    </a:cubicBezTo>
                    <a:lnTo>
                      <a:pt x="1238" y="2759"/>
                    </a:lnTo>
                    <a:lnTo>
                      <a:pt x="1444" y="1642"/>
                    </a:lnTo>
                    <a:cubicBezTo>
                      <a:pt x="1472" y="1465"/>
                      <a:pt x="1536" y="1288"/>
                      <a:pt x="1564" y="1139"/>
                    </a:cubicBezTo>
                    <a:cubicBezTo>
                      <a:pt x="1621" y="906"/>
                      <a:pt x="1677" y="665"/>
                      <a:pt x="1712" y="432"/>
                    </a:cubicBezTo>
                    <a:cubicBezTo>
                      <a:pt x="1712" y="340"/>
                      <a:pt x="1741" y="255"/>
                      <a:pt x="1677" y="163"/>
                    </a:cubicBezTo>
                    <a:cubicBezTo>
                      <a:pt x="1631" y="71"/>
                      <a:pt x="1506" y="12"/>
                      <a:pt x="1396" y="12"/>
                    </a:cubicBezTo>
                    <a:cubicBezTo>
                      <a:pt x="1370" y="12"/>
                      <a:pt x="1346" y="15"/>
                      <a:pt x="1323" y="22"/>
                    </a:cubicBezTo>
                    <a:cubicBezTo>
                      <a:pt x="1267" y="50"/>
                      <a:pt x="1238" y="50"/>
                      <a:pt x="1210" y="78"/>
                    </a:cubicBezTo>
                    <a:cubicBezTo>
                      <a:pt x="1182" y="50"/>
                      <a:pt x="1147" y="50"/>
                      <a:pt x="1118" y="22"/>
                    </a:cubicBezTo>
                    <a:cubicBezTo>
                      <a:pt x="1077" y="7"/>
                      <a:pt x="1036" y="0"/>
                      <a:pt x="9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50">
                <a:extLst>
                  <a:ext uri="{FF2B5EF4-FFF2-40B4-BE49-F238E27FC236}">
                    <a16:creationId xmlns:a16="http://schemas.microsoft.com/office/drawing/2014/main" id="{9A1FD863-B678-565A-7396-4C07A6CC1910}"/>
                  </a:ext>
                </a:extLst>
              </p:cNvPr>
              <p:cNvSpPr/>
              <p:nvPr/>
            </p:nvSpPr>
            <p:spPr>
              <a:xfrm>
                <a:off x="3306034" y="2019413"/>
                <a:ext cx="19184" cy="5041"/>
              </a:xfrm>
              <a:custGeom>
                <a:avLst/>
                <a:gdLst/>
                <a:ahLst/>
                <a:cxnLst/>
                <a:rect l="l" t="t" r="r" b="b"/>
                <a:pathLst>
                  <a:path w="567" h="149" extrusionOk="0">
                    <a:moveTo>
                      <a:pt x="36" y="0"/>
                    </a:moveTo>
                    <a:lnTo>
                      <a:pt x="1" y="29"/>
                    </a:lnTo>
                    <a:cubicBezTo>
                      <a:pt x="1" y="57"/>
                      <a:pt x="1" y="57"/>
                      <a:pt x="36" y="57"/>
                    </a:cubicBezTo>
                    <a:lnTo>
                      <a:pt x="531" y="149"/>
                    </a:lnTo>
                    <a:cubicBezTo>
                      <a:pt x="567" y="149"/>
                      <a:pt x="567" y="121"/>
                      <a:pt x="567" y="121"/>
                    </a:cubicBezTo>
                    <a:cubicBezTo>
                      <a:pt x="567" y="85"/>
                      <a:pt x="567" y="85"/>
                      <a:pt x="531" y="85"/>
                    </a:cubicBez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50">
                <a:extLst>
                  <a:ext uri="{FF2B5EF4-FFF2-40B4-BE49-F238E27FC236}">
                    <a16:creationId xmlns:a16="http://schemas.microsoft.com/office/drawing/2014/main" id="{59D7FEF5-E0F9-0163-B3A6-C92AA4FE17AB}"/>
                  </a:ext>
                </a:extLst>
              </p:cNvPr>
              <p:cNvSpPr/>
              <p:nvPr/>
            </p:nvSpPr>
            <p:spPr>
              <a:xfrm>
                <a:off x="3321125" y="1977761"/>
                <a:ext cx="14887" cy="14617"/>
              </a:xfrm>
              <a:custGeom>
                <a:avLst/>
                <a:gdLst/>
                <a:ahLst/>
                <a:cxnLst/>
                <a:rect l="l" t="t" r="r" b="b"/>
                <a:pathLst>
                  <a:path w="440" h="432" extrusionOk="0">
                    <a:moveTo>
                      <a:pt x="29" y="0"/>
                    </a:moveTo>
                    <a:cubicBezTo>
                      <a:pt x="22" y="0"/>
                      <a:pt x="15" y="7"/>
                      <a:pt x="0" y="22"/>
                    </a:cubicBezTo>
                    <a:lnTo>
                      <a:pt x="0" y="50"/>
                    </a:lnTo>
                    <a:lnTo>
                      <a:pt x="411" y="404"/>
                    </a:lnTo>
                    <a:lnTo>
                      <a:pt x="411" y="432"/>
                    </a:lnTo>
                    <a:cubicBezTo>
                      <a:pt x="439" y="432"/>
                      <a:pt x="439" y="404"/>
                      <a:pt x="439" y="404"/>
                    </a:cubicBezTo>
                    <a:lnTo>
                      <a:pt x="439" y="375"/>
                    </a:lnTo>
                    <a:lnTo>
                      <a:pt x="57" y="22"/>
                    </a:lnTo>
                    <a:cubicBezTo>
                      <a:pt x="43" y="7"/>
                      <a:pt x="36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50">
                <a:extLst>
                  <a:ext uri="{FF2B5EF4-FFF2-40B4-BE49-F238E27FC236}">
                    <a16:creationId xmlns:a16="http://schemas.microsoft.com/office/drawing/2014/main" id="{53401050-B2E7-D961-31AE-A2760C0F8161}"/>
                  </a:ext>
                </a:extLst>
              </p:cNvPr>
              <p:cNvSpPr/>
              <p:nvPr/>
            </p:nvSpPr>
            <p:spPr>
              <a:xfrm>
                <a:off x="3374992" y="1950455"/>
                <a:ext cx="5041" cy="19184"/>
              </a:xfrm>
              <a:custGeom>
                <a:avLst/>
                <a:gdLst/>
                <a:ahLst/>
                <a:cxnLst/>
                <a:rect l="l" t="t" r="r" b="b"/>
                <a:pathLst>
                  <a:path w="149" h="567" extrusionOk="0">
                    <a:moveTo>
                      <a:pt x="28" y="1"/>
                    </a:moveTo>
                    <a:cubicBezTo>
                      <a:pt x="28" y="36"/>
                      <a:pt x="0" y="36"/>
                      <a:pt x="0" y="65"/>
                    </a:cubicBezTo>
                    <a:cubicBezTo>
                      <a:pt x="28" y="121"/>
                      <a:pt x="28" y="213"/>
                      <a:pt x="57" y="298"/>
                    </a:cubicBezTo>
                    <a:cubicBezTo>
                      <a:pt x="57" y="390"/>
                      <a:pt x="85" y="447"/>
                      <a:pt x="85" y="532"/>
                    </a:cubicBezTo>
                    <a:lnTo>
                      <a:pt x="120" y="567"/>
                    </a:lnTo>
                    <a:cubicBezTo>
                      <a:pt x="149" y="532"/>
                      <a:pt x="149" y="532"/>
                      <a:pt x="149" y="503"/>
                    </a:cubicBezTo>
                    <a:cubicBezTo>
                      <a:pt x="149" y="447"/>
                      <a:pt x="120" y="355"/>
                      <a:pt x="120" y="270"/>
                    </a:cubicBezTo>
                    <a:cubicBezTo>
                      <a:pt x="85" y="178"/>
                      <a:pt x="85" y="93"/>
                      <a:pt x="57" y="36"/>
                    </a:cubicBezTo>
                    <a:cubicBezTo>
                      <a:pt x="57" y="36"/>
                      <a:pt x="57" y="1"/>
                      <a:pt x="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50">
                <a:extLst>
                  <a:ext uri="{FF2B5EF4-FFF2-40B4-BE49-F238E27FC236}">
                    <a16:creationId xmlns:a16="http://schemas.microsoft.com/office/drawing/2014/main" id="{2CCBFFEC-D777-7A27-D240-5AE23A270217}"/>
                  </a:ext>
                </a:extLst>
              </p:cNvPr>
              <p:cNvSpPr/>
              <p:nvPr/>
            </p:nvSpPr>
            <p:spPr>
              <a:xfrm>
                <a:off x="3409944" y="1949508"/>
                <a:ext cx="3857" cy="2206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652" extrusionOk="0">
                    <a:moveTo>
                      <a:pt x="85" y="1"/>
                    </a:moveTo>
                    <a:cubicBezTo>
                      <a:pt x="85" y="1"/>
                      <a:pt x="57" y="1"/>
                      <a:pt x="57" y="29"/>
                    </a:cubicBezTo>
                    <a:lnTo>
                      <a:pt x="0" y="623"/>
                    </a:lnTo>
                    <a:cubicBezTo>
                      <a:pt x="0" y="623"/>
                      <a:pt x="0" y="651"/>
                      <a:pt x="28" y="651"/>
                    </a:cubicBezTo>
                    <a:lnTo>
                      <a:pt x="57" y="623"/>
                    </a:lnTo>
                    <a:lnTo>
                      <a:pt x="113" y="29"/>
                    </a:lnTo>
                    <a:cubicBezTo>
                      <a:pt x="113" y="1"/>
                      <a:pt x="113" y="1"/>
                      <a:pt x="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50">
                <a:extLst>
                  <a:ext uri="{FF2B5EF4-FFF2-40B4-BE49-F238E27FC236}">
                    <a16:creationId xmlns:a16="http://schemas.microsoft.com/office/drawing/2014/main" id="{C74DF332-DAE3-05F1-76E4-C9B481DB3AC0}"/>
                  </a:ext>
                </a:extLst>
              </p:cNvPr>
              <p:cNvSpPr/>
              <p:nvPr/>
            </p:nvSpPr>
            <p:spPr>
              <a:xfrm>
                <a:off x="3447739" y="1987573"/>
                <a:ext cx="19895" cy="13906"/>
              </a:xfrm>
              <a:custGeom>
                <a:avLst/>
                <a:gdLst/>
                <a:ahLst/>
                <a:cxnLst/>
                <a:rect l="l" t="t" r="r" b="b"/>
                <a:pathLst>
                  <a:path w="588" h="411" extrusionOk="0">
                    <a:moveTo>
                      <a:pt x="531" y="0"/>
                    </a:moveTo>
                    <a:lnTo>
                      <a:pt x="29" y="354"/>
                    </a:lnTo>
                    <a:cubicBezTo>
                      <a:pt x="1" y="354"/>
                      <a:pt x="1" y="382"/>
                      <a:pt x="29" y="382"/>
                    </a:cubicBezTo>
                    <a:lnTo>
                      <a:pt x="29" y="411"/>
                    </a:lnTo>
                    <a:lnTo>
                      <a:pt x="57" y="411"/>
                    </a:lnTo>
                    <a:lnTo>
                      <a:pt x="560" y="57"/>
                    </a:lnTo>
                    <a:cubicBezTo>
                      <a:pt x="560" y="29"/>
                      <a:pt x="588" y="29"/>
                      <a:pt x="5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50">
                <a:extLst>
                  <a:ext uri="{FF2B5EF4-FFF2-40B4-BE49-F238E27FC236}">
                    <a16:creationId xmlns:a16="http://schemas.microsoft.com/office/drawing/2014/main" id="{F1841E3E-8E86-A18D-EBE7-6AE835B9F53B}"/>
                  </a:ext>
                </a:extLst>
              </p:cNvPr>
              <p:cNvSpPr/>
              <p:nvPr/>
            </p:nvSpPr>
            <p:spPr>
              <a:xfrm>
                <a:off x="3461645" y="2026349"/>
                <a:ext cx="20132" cy="3147"/>
              </a:xfrm>
              <a:custGeom>
                <a:avLst/>
                <a:gdLst/>
                <a:ahLst/>
                <a:cxnLst/>
                <a:rect l="l" t="t" r="r" b="b"/>
                <a:pathLst>
                  <a:path w="595" h="93" extrusionOk="0">
                    <a:moveTo>
                      <a:pt x="35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35" y="57"/>
                    </a:cubicBezTo>
                    <a:lnTo>
                      <a:pt x="566" y="92"/>
                    </a:lnTo>
                    <a:cubicBezTo>
                      <a:pt x="594" y="92"/>
                      <a:pt x="594" y="57"/>
                      <a:pt x="594" y="57"/>
                    </a:cubicBezTo>
                    <a:cubicBezTo>
                      <a:pt x="594" y="29"/>
                      <a:pt x="594" y="29"/>
                      <a:pt x="566" y="29"/>
                    </a:cubicBez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50">
                <a:extLst>
                  <a:ext uri="{FF2B5EF4-FFF2-40B4-BE49-F238E27FC236}">
                    <a16:creationId xmlns:a16="http://schemas.microsoft.com/office/drawing/2014/main" id="{83208609-42A2-EFCC-F023-2F87B4E566D4}"/>
                  </a:ext>
                </a:extLst>
              </p:cNvPr>
              <p:cNvSpPr/>
              <p:nvPr/>
            </p:nvSpPr>
            <p:spPr>
              <a:xfrm>
                <a:off x="3346028" y="1991397"/>
                <a:ext cx="36880" cy="5606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657" extrusionOk="0">
                    <a:moveTo>
                      <a:pt x="1033" y="1"/>
                    </a:moveTo>
                    <a:cubicBezTo>
                      <a:pt x="708" y="64"/>
                      <a:pt x="411" y="298"/>
                      <a:pt x="234" y="623"/>
                    </a:cubicBezTo>
                    <a:cubicBezTo>
                      <a:pt x="57" y="913"/>
                      <a:pt x="0" y="1302"/>
                      <a:pt x="120" y="1621"/>
                    </a:cubicBezTo>
                    <a:cubicBezTo>
                      <a:pt x="120" y="1621"/>
                      <a:pt x="120" y="1656"/>
                      <a:pt x="149" y="1656"/>
                    </a:cubicBezTo>
                    <a:cubicBezTo>
                      <a:pt x="149" y="1656"/>
                      <a:pt x="177" y="1621"/>
                      <a:pt x="149" y="1592"/>
                    </a:cubicBezTo>
                    <a:cubicBezTo>
                      <a:pt x="57" y="1302"/>
                      <a:pt x="120" y="913"/>
                      <a:pt x="269" y="652"/>
                    </a:cubicBezTo>
                    <a:cubicBezTo>
                      <a:pt x="446" y="354"/>
                      <a:pt x="736" y="121"/>
                      <a:pt x="1061" y="64"/>
                    </a:cubicBezTo>
                    <a:cubicBezTo>
                      <a:pt x="1061" y="29"/>
                      <a:pt x="1090" y="29"/>
                      <a:pt x="10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20" name="Google Shape;1720;p50">
            <a:extLst>
              <a:ext uri="{FF2B5EF4-FFF2-40B4-BE49-F238E27FC236}">
                <a16:creationId xmlns:a16="http://schemas.microsoft.com/office/drawing/2014/main" id="{509BC6A5-AC5B-5CAC-795D-6CCE965365CB}"/>
              </a:ext>
            </a:extLst>
          </p:cNvPr>
          <p:cNvGrpSpPr/>
          <p:nvPr/>
        </p:nvGrpSpPr>
        <p:grpSpPr>
          <a:xfrm>
            <a:off x="6724715" y="4090300"/>
            <a:ext cx="360758" cy="258297"/>
            <a:chOff x="4992850" y="4345375"/>
            <a:chExt cx="607336" cy="638400"/>
          </a:xfrm>
        </p:grpSpPr>
        <p:sp>
          <p:nvSpPr>
            <p:cNvPr id="1721" name="Google Shape;1721;p50">
              <a:extLst>
                <a:ext uri="{FF2B5EF4-FFF2-40B4-BE49-F238E27FC236}">
                  <a16:creationId xmlns:a16="http://schemas.microsoft.com/office/drawing/2014/main" id="{5AF1F26D-4DE8-B2EB-98CE-B7AD19A57E62}"/>
                </a:ext>
              </a:extLst>
            </p:cNvPr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50">
              <a:extLst>
                <a:ext uri="{FF2B5EF4-FFF2-40B4-BE49-F238E27FC236}">
                  <a16:creationId xmlns:a16="http://schemas.microsoft.com/office/drawing/2014/main" id="{93602075-3A72-95A1-C1A1-03CFD0CA30F9}"/>
                </a:ext>
              </a:extLst>
            </p:cNvPr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副標題 8">
            <a:extLst>
              <a:ext uri="{FF2B5EF4-FFF2-40B4-BE49-F238E27FC236}">
                <a16:creationId xmlns:a16="http://schemas.microsoft.com/office/drawing/2014/main" id="{7DB21245-5074-5CD5-CFBF-B1E02D094BCF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510452" y="2112798"/>
            <a:ext cx="7122246" cy="1542538"/>
          </a:xfrm>
        </p:spPr>
        <p:txBody>
          <a:bodyPr/>
          <a:lstStyle/>
          <a:p>
            <a:pPr marL="4826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讓使用者快速了解不同特色的解題方式。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826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支持學生自主探索促進批判性思維與問題解決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37131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1">
          <a:extLst>
            <a:ext uri="{FF2B5EF4-FFF2-40B4-BE49-F238E27FC236}">
              <a16:creationId xmlns:a16="http://schemas.microsoft.com/office/drawing/2014/main" id="{3031222A-2920-AA2B-5FE7-CD5C682A7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44">
            <a:extLst>
              <a:ext uri="{FF2B5EF4-FFF2-40B4-BE49-F238E27FC236}">
                <a16:creationId xmlns:a16="http://schemas.microsoft.com/office/drawing/2014/main" id="{1A00B48F-7907-7D7F-BF19-5859CE6050BC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073353" y="1927459"/>
            <a:ext cx="6997291" cy="8848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學習者輕鬆掌握程式設計，提升技術水平。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9F5AF66A-E242-920B-E06F-DC868F253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700" y="927625"/>
            <a:ext cx="2074000" cy="572700"/>
          </a:xfrm>
        </p:spPr>
        <p:txBody>
          <a:bodyPr/>
          <a:lstStyle/>
          <a:p>
            <a:r>
              <a:rPr lang="zh-TW" altLang="en-US" sz="3600">
                <a:latin typeface="微軟正黑體" panose="020B0604030504040204" pitchFamily="34" charset="-120"/>
                <a:ea typeface="微軟正黑體" panose="020B0604030504040204" pitchFamily="34" charset="-120"/>
              </a:rPr>
              <a:t>預期結果</a:t>
            </a:r>
          </a:p>
        </p:txBody>
      </p:sp>
      <p:sp>
        <p:nvSpPr>
          <p:cNvPr id="2" name="Google Shape;1306;p44">
            <a:extLst>
              <a:ext uri="{FF2B5EF4-FFF2-40B4-BE49-F238E27FC236}">
                <a16:creationId xmlns:a16="http://schemas.microsoft.com/office/drawing/2014/main" id="{4956F412-5E82-163C-CDD4-048AEF590D91}"/>
              </a:ext>
            </a:extLst>
          </p:cNvPr>
          <p:cNvSpPr txBox="1">
            <a:spLocks/>
          </p:cNvSpPr>
          <p:nvPr/>
        </p:nvSpPr>
        <p:spPr>
          <a:xfrm>
            <a:off x="1073353" y="2705403"/>
            <a:ext cx="6997291" cy="1369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學生擁有發揮程式能力空間，同時可以在平台上與同儕互相切磋程式設計能力</a:t>
            </a:r>
          </a:p>
        </p:txBody>
      </p:sp>
    </p:spTree>
    <p:extLst>
      <p:ext uri="{BB962C8B-B14F-4D97-AF65-F5344CB8AC3E}">
        <p14:creationId xmlns:p14="http://schemas.microsoft.com/office/powerpoint/2010/main" val="959808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1">
          <a:extLst>
            <a:ext uri="{FF2B5EF4-FFF2-40B4-BE49-F238E27FC236}">
              <a16:creationId xmlns:a16="http://schemas.microsoft.com/office/drawing/2014/main" id="{5AB96444-69E7-A45D-770F-DE49D6409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44">
            <a:extLst>
              <a:ext uri="{FF2B5EF4-FFF2-40B4-BE49-F238E27FC236}">
                <a16:creationId xmlns:a16="http://schemas.microsoft.com/office/drawing/2014/main" id="{889DD5A4-B0D6-98AB-6CBA-AA0ED20EBE32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855791" y="1712279"/>
            <a:ext cx="7432418" cy="9909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新增人工智慧輔助教學功能獲得個人化學習建議。 </a:t>
            </a:r>
          </a:p>
        </p:txBody>
      </p:sp>
      <p:sp>
        <p:nvSpPr>
          <p:cNvPr id="3" name="Google Shape;1306;p44">
            <a:extLst>
              <a:ext uri="{FF2B5EF4-FFF2-40B4-BE49-F238E27FC236}">
                <a16:creationId xmlns:a16="http://schemas.microsoft.com/office/drawing/2014/main" id="{C14DA335-6ED7-0322-66EC-E3B45DF8D6C4}"/>
              </a:ext>
            </a:extLst>
          </p:cNvPr>
          <p:cNvSpPr txBox="1">
            <a:spLocks/>
          </p:cNvSpPr>
          <p:nvPr/>
        </p:nvSpPr>
        <p:spPr>
          <a:xfrm>
            <a:off x="843091" y="3039886"/>
            <a:ext cx="7432418" cy="99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與學校合作，提供教育版平台，幫助學校內部進行學生的程式設計培訓。</a:t>
            </a:r>
          </a:p>
        </p:txBody>
      </p:sp>
      <p:sp>
        <p:nvSpPr>
          <p:cNvPr id="4" name="標題 4">
            <a:extLst>
              <a:ext uri="{FF2B5EF4-FFF2-40B4-BE49-F238E27FC236}">
                <a16:creationId xmlns:a16="http://schemas.microsoft.com/office/drawing/2014/main" id="{8AB634E4-70CF-0865-0445-97693EC6D508}"/>
              </a:ext>
            </a:extLst>
          </p:cNvPr>
          <p:cNvSpPr txBox="1">
            <a:spLocks/>
          </p:cNvSpPr>
          <p:nvPr/>
        </p:nvSpPr>
        <p:spPr>
          <a:xfrm>
            <a:off x="732700" y="880850"/>
            <a:ext cx="207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zh-TW" altLang="en-US" sz="3600">
                <a:latin typeface="微軟正黑體" panose="020B0604030504040204" pitchFamily="34" charset="-120"/>
                <a:ea typeface="微軟正黑體" panose="020B0604030504040204" pitchFamily="34" charset="-120"/>
              </a:rPr>
              <a:t>未來展望</a:t>
            </a:r>
          </a:p>
        </p:txBody>
      </p:sp>
    </p:spTree>
    <p:extLst>
      <p:ext uri="{BB962C8B-B14F-4D97-AF65-F5344CB8AC3E}">
        <p14:creationId xmlns:p14="http://schemas.microsoft.com/office/powerpoint/2010/main" val="390759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9" name="Google Shape;2609;p71"/>
          <p:cNvSpPr txBox="1">
            <a:spLocks noGrp="1"/>
          </p:cNvSpPr>
          <p:nvPr>
            <p:ph type="title"/>
          </p:nvPr>
        </p:nvSpPr>
        <p:spPr>
          <a:xfrm>
            <a:off x="892746" y="2058090"/>
            <a:ext cx="3858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2612" name="Google Shape;2612;p71"/>
          <p:cNvGrpSpPr/>
          <p:nvPr/>
        </p:nvGrpSpPr>
        <p:grpSpPr>
          <a:xfrm>
            <a:off x="5007401" y="1298425"/>
            <a:ext cx="3956755" cy="4128030"/>
            <a:chOff x="2770216" y="1172311"/>
            <a:chExt cx="3514928" cy="3667079"/>
          </a:xfrm>
        </p:grpSpPr>
        <p:sp>
          <p:nvSpPr>
            <p:cNvPr id="2613" name="Google Shape;2613;p71"/>
            <p:cNvSpPr/>
            <p:nvPr/>
          </p:nvSpPr>
          <p:spPr>
            <a:xfrm>
              <a:off x="2770216" y="1172311"/>
              <a:ext cx="3514928" cy="2228226"/>
            </a:xfrm>
            <a:custGeom>
              <a:avLst/>
              <a:gdLst/>
              <a:ahLst/>
              <a:cxnLst/>
              <a:rect l="l" t="t" r="r" b="b"/>
              <a:pathLst>
                <a:path w="47371" h="30030" extrusionOk="0">
                  <a:moveTo>
                    <a:pt x="30713" y="1"/>
                  </a:moveTo>
                  <a:cubicBezTo>
                    <a:pt x="29748" y="1"/>
                    <a:pt x="28782" y="127"/>
                    <a:pt x="27824" y="424"/>
                  </a:cubicBezTo>
                  <a:cubicBezTo>
                    <a:pt x="26233" y="898"/>
                    <a:pt x="24733" y="1605"/>
                    <a:pt x="23077" y="1931"/>
                  </a:cubicBezTo>
                  <a:cubicBezTo>
                    <a:pt x="22133" y="2112"/>
                    <a:pt x="21172" y="2158"/>
                    <a:pt x="20205" y="2158"/>
                  </a:cubicBezTo>
                  <a:cubicBezTo>
                    <a:pt x="19185" y="2158"/>
                    <a:pt x="18159" y="2106"/>
                    <a:pt x="17142" y="2106"/>
                  </a:cubicBezTo>
                  <a:cubicBezTo>
                    <a:pt x="15844" y="2106"/>
                    <a:pt x="14560" y="2191"/>
                    <a:pt x="13322" y="2574"/>
                  </a:cubicBezTo>
                  <a:cubicBezTo>
                    <a:pt x="11079" y="3282"/>
                    <a:pt x="9198" y="4966"/>
                    <a:pt x="8250" y="7088"/>
                  </a:cubicBezTo>
                  <a:cubicBezTo>
                    <a:pt x="7514" y="8708"/>
                    <a:pt x="7337" y="10505"/>
                    <a:pt x="6453" y="12012"/>
                  </a:cubicBezTo>
                  <a:cubicBezTo>
                    <a:pt x="5158" y="14247"/>
                    <a:pt x="2590" y="15513"/>
                    <a:pt x="1296" y="17756"/>
                  </a:cubicBezTo>
                  <a:cubicBezTo>
                    <a:pt x="1" y="20055"/>
                    <a:pt x="355" y="23062"/>
                    <a:pt x="1798" y="25304"/>
                  </a:cubicBezTo>
                  <a:cubicBezTo>
                    <a:pt x="1883" y="25389"/>
                    <a:pt x="1946" y="25509"/>
                    <a:pt x="2031" y="25630"/>
                  </a:cubicBezTo>
                  <a:cubicBezTo>
                    <a:pt x="3687" y="27865"/>
                    <a:pt x="6340" y="29195"/>
                    <a:pt x="9077" y="29726"/>
                  </a:cubicBezTo>
                  <a:cubicBezTo>
                    <a:pt x="10189" y="29941"/>
                    <a:pt x="11314" y="30029"/>
                    <a:pt x="12442" y="30029"/>
                  </a:cubicBezTo>
                  <a:cubicBezTo>
                    <a:pt x="14099" y="30029"/>
                    <a:pt x="15761" y="29838"/>
                    <a:pt x="17390" y="29577"/>
                  </a:cubicBezTo>
                  <a:cubicBezTo>
                    <a:pt x="18897" y="29344"/>
                    <a:pt x="20425" y="29047"/>
                    <a:pt x="21960" y="29018"/>
                  </a:cubicBezTo>
                  <a:cubicBezTo>
                    <a:pt x="22130" y="29012"/>
                    <a:pt x="22300" y="29010"/>
                    <a:pt x="22470" y="29010"/>
                  </a:cubicBezTo>
                  <a:cubicBezTo>
                    <a:pt x="24892" y="29010"/>
                    <a:pt x="27287" y="29585"/>
                    <a:pt x="29713" y="29698"/>
                  </a:cubicBezTo>
                  <a:cubicBezTo>
                    <a:pt x="29922" y="29707"/>
                    <a:pt x="30132" y="29711"/>
                    <a:pt x="30343" y="29711"/>
                  </a:cubicBezTo>
                  <a:cubicBezTo>
                    <a:pt x="32751" y="29711"/>
                    <a:pt x="35268" y="29093"/>
                    <a:pt x="36816" y="27278"/>
                  </a:cubicBezTo>
                  <a:cubicBezTo>
                    <a:pt x="37672" y="26274"/>
                    <a:pt x="38139" y="25007"/>
                    <a:pt x="39143" y="24123"/>
                  </a:cubicBezTo>
                  <a:cubicBezTo>
                    <a:pt x="40120" y="23295"/>
                    <a:pt x="41414" y="22977"/>
                    <a:pt x="42560" y="22383"/>
                  </a:cubicBezTo>
                  <a:cubicBezTo>
                    <a:pt x="44859" y="21173"/>
                    <a:pt x="46366" y="18789"/>
                    <a:pt x="46869" y="16256"/>
                  </a:cubicBezTo>
                  <a:cubicBezTo>
                    <a:pt x="47371" y="13717"/>
                    <a:pt x="46925" y="11064"/>
                    <a:pt x="45984" y="8651"/>
                  </a:cubicBezTo>
                  <a:cubicBezTo>
                    <a:pt x="44541" y="4966"/>
                    <a:pt x="40735" y="2751"/>
                    <a:pt x="37141" y="1428"/>
                  </a:cubicBezTo>
                  <a:cubicBezTo>
                    <a:pt x="35075" y="648"/>
                    <a:pt x="32897" y="1"/>
                    <a:pt x="307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14" name="Google Shape;2614;p71"/>
            <p:cNvGrpSpPr/>
            <p:nvPr/>
          </p:nvGrpSpPr>
          <p:grpSpPr>
            <a:xfrm>
              <a:off x="4859988" y="1584961"/>
              <a:ext cx="1034299" cy="200009"/>
              <a:chOff x="5111749" y="2599637"/>
              <a:chExt cx="339794" cy="65708"/>
            </a:xfrm>
          </p:grpSpPr>
          <p:sp>
            <p:nvSpPr>
              <p:cNvPr id="2615" name="Google Shape;2615;p71"/>
              <p:cNvSpPr/>
              <p:nvPr/>
            </p:nvSpPr>
            <p:spPr>
              <a:xfrm>
                <a:off x="5172695" y="2607379"/>
                <a:ext cx="23262" cy="37676"/>
              </a:xfrm>
              <a:custGeom>
                <a:avLst/>
                <a:gdLst/>
                <a:ahLst/>
                <a:cxnLst/>
                <a:rect l="l" t="t" r="r" b="b"/>
                <a:pathLst>
                  <a:path w="673" h="1090" extrusionOk="0">
                    <a:moveTo>
                      <a:pt x="57" y="0"/>
                    </a:moveTo>
                    <a:lnTo>
                      <a:pt x="0" y="85"/>
                    </a:lnTo>
                    <a:lnTo>
                      <a:pt x="531" y="644"/>
                    </a:lnTo>
                    <a:lnTo>
                      <a:pt x="0" y="1026"/>
                    </a:lnTo>
                    <a:lnTo>
                      <a:pt x="57" y="1090"/>
                    </a:lnTo>
                    <a:lnTo>
                      <a:pt x="673" y="64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Google Shape;2616;p71"/>
              <p:cNvSpPr/>
              <p:nvPr/>
            </p:nvSpPr>
            <p:spPr>
              <a:xfrm>
                <a:off x="5188837" y="2607379"/>
                <a:ext cx="23504" cy="3767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1090" extrusionOk="0">
                    <a:moveTo>
                      <a:pt x="64" y="0"/>
                    </a:moveTo>
                    <a:lnTo>
                      <a:pt x="0" y="85"/>
                    </a:lnTo>
                    <a:lnTo>
                      <a:pt x="531" y="644"/>
                    </a:lnTo>
                    <a:lnTo>
                      <a:pt x="0" y="1026"/>
                    </a:lnTo>
                    <a:lnTo>
                      <a:pt x="64" y="1090"/>
                    </a:lnTo>
                    <a:lnTo>
                      <a:pt x="680" y="644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Google Shape;2617;p71"/>
              <p:cNvSpPr/>
              <p:nvPr/>
            </p:nvSpPr>
            <p:spPr>
              <a:xfrm>
                <a:off x="5221605" y="2607379"/>
                <a:ext cx="24472" cy="35464"/>
              </a:xfrm>
              <a:custGeom>
                <a:avLst/>
                <a:gdLst/>
                <a:ahLst/>
                <a:cxnLst/>
                <a:rect l="l" t="t" r="r" b="b"/>
                <a:pathLst>
                  <a:path w="708" h="1026" extrusionOk="0">
                    <a:moveTo>
                      <a:pt x="354" y="85"/>
                    </a:moveTo>
                    <a:cubicBezTo>
                      <a:pt x="496" y="85"/>
                      <a:pt x="616" y="290"/>
                      <a:pt x="616" y="531"/>
                    </a:cubicBezTo>
                    <a:cubicBezTo>
                      <a:pt x="616" y="736"/>
                      <a:pt x="496" y="941"/>
                      <a:pt x="354" y="941"/>
                    </a:cubicBezTo>
                    <a:cubicBezTo>
                      <a:pt x="206" y="941"/>
                      <a:pt x="85" y="736"/>
                      <a:pt x="85" y="531"/>
                    </a:cubicBezTo>
                    <a:cubicBezTo>
                      <a:pt x="85" y="290"/>
                      <a:pt x="206" y="85"/>
                      <a:pt x="354" y="85"/>
                    </a:cubicBezTo>
                    <a:close/>
                    <a:moveTo>
                      <a:pt x="354" y="0"/>
                    </a:moveTo>
                    <a:cubicBezTo>
                      <a:pt x="142" y="0"/>
                      <a:pt x="0" y="234"/>
                      <a:pt x="0" y="531"/>
                    </a:cubicBezTo>
                    <a:cubicBezTo>
                      <a:pt x="0" y="792"/>
                      <a:pt x="142" y="1026"/>
                      <a:pt x="354" y="1026"/>
                    </a:cubicBezTo>
                    <a:cubicBezTo>
                      <a:pt x="531" y="1026"/>
                      <a:pt x="708" y="792"/>
                      <a:pt x="708" y="531"/>
                    </a:cubicBezTo>
                    <a:cubicBezTo>
                      <a:pt x="708" y="234"/>
                      <a:pt x="531" y="0"/>
                      <a:pt x="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Google Shape;2618;p71"/>
              <p:cNvSpPr/>
              <p:nvPr/>
            </p:nvSpPr>
            <p:spPr>
              <a:xfrm>
                <a:off x="5256868" y="2611285"/>
                <a:ext cx="3215" cy="32802"/>
              </a:xfrm>
              <a:custGeom>
                <a:avLst/>
                <a:gdLst/>
                <a:ahLst/>
                <a:cxnLst/>
                <a:rect l="l" t="t" r="r" b="b"/>
                <a:pathLst>
                  <a:path w="93" h="949" extrusionOk="0">
                    <a:moveTo>
                      <a:pt x="0" y="0"/>
                    </a:moveTo>
                    <a:lnTo>
                      <a:pt x="0" y="948"/>
                    </a:lnTo>
                    <a:lnTo>
                      <a:pt x="92" y="948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Google Shape;2619;p71"/>
              <p:cNvSpPr/>
              <p:nvPr/>
            </p:nvSpPr>
            <p:spPr>
              <a:xfrm>
                <a:off x="5272250" y="2612253"/>
                <a:ext cx="21327" cy="32802"/>
              </a:xfrm>
              <a:custGeom>
                <a:avLst/>
                <a:gdLst/>
                <a:ahLst/>
                <a:cxnLst/>
                <a:rect l="l" t="t" r="r" b="b"/>
                <a:pathLst>
                  <a:path w="617" h="949" extrusionOk="0">
                    <a:moveTo>
                      <a:pt x="532" y="93"/>
                    </a:moveTo>
                    <a:lnTo>
                      <a:pt x="532" y="857"/>
                    </a:lnTo>
                    <a:lnTo>
                      <a:pt x="86" y="857"/>
                    </a:lnTo>
                    <a:lnTo>
                      <a:pt x="86" y="93"/>
                    </a:lnTo>
                    <a:close/>
                    <a:moveTo>
                      <a:pt x="1" y="1"/>
                    </a:moveTo>
                    <a:lnTo>
                      <a:pt x="1" y="949"/>
                    </a:lnTo>
                    <a:lnTo>
                      <a:pt x="616" y="949"/>
                    </a:lnTo>
                    <a:lnTo>
                      <a:pt x="6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Google Shape;2620;p71"/>
              <p:cNvSpPr/>
              <p:nvPr/>
            </p:nvSpPr>
            <p:spPr>
              <a:xfrm>
                <a:off x="5304777" y="2612253"/>
                <a:ext cx="30625" cy="32802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49" extrusionOk="0">
                    <a:moveTo>
                      <a:pt x="793" y="93"/>
                    </a:moveTo>
                    <a:lnTo>
                      <a:pt x="793" y="857"/>
                    </a:lnTo>
                    <a:lnTo>
                      <a:pt x="86" y="857"/>
                    </a:lnTo>
                    <a:lnTo>
                      <a:pt x="86" y="93"/>
                    </a:lnTo>
                    <a:close/>
                    <a:moveTo>
                      <a:pt x="1" y="1"/>
                    </a:moveTo>
                    <a:lnTo>
                      <a:pt x="1" y="949"/>
                    </a:lnTo>
                    <a:lnTo>
                      <a:pt x="885" y="949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Google Shape;2621;p71"/>
              <p:cNvSpPr/>
              <p:nvPr/>
            </p:nvSpPr>
            <p:spPr>
              <a:xfrm>
                <a:off x="5345634" y="2612253"/>
                <a:ext cx="34496" cy="32802"/>
              </a:xfrm>
              <a:custGeom>
                <a:avLst/>
                <a:gdLst/>
                <a:ahLst/>
                <a:cxnLst/>
                <a:rect l="l" t="t" r="r" b="b"/>
                <a:pathLst>
                  <a:path w="998" h="949" extrusionOk="0">
                    <a:moveTo>
                      <a:pt x="913" y="93"/>
                    </a:moveTo>
                    <a:lnTo>
                      <a:pt x="913" y="857"/>
                    </a:lnTo>
                    <a:lnTo>
                      <a:pt x="85" y="857"/>
                    </a:lnTo>
                    <a:lnTo>
                      <a:pt x="85" y="93"/>
                    </a:lnTo>
                    <a:close/>
                    <a:moveTo>
                      <a:pt x="0" y="1"/>
                    </a:moveTo>
                    <a:lnTo>
                      <a:pt x="0" y="949"/>
                    </a:lnTo>
                    <a:lnTo>
                      <a:pt x="998" y="949"/>
                    </a:lnTo>
                    <a:lnTo>
                      <a:pt x="9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622;p71"/>
              <p:cNvSpPr/>
              <p:nvPr/>
            </p:nvSpPr>
            <p:spPr>
              <a:xfrm>
                <a:off x="5392332" y="2599637"/>
                <a:ext cx="20566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595" h="1781" extrusionOk="0">
                    <a:moveTo>
                      <a:pt x="259" y="0"/>
                    </a:moveTo>
                    <a:cubicBezTo>
                      <a:pt x="241" y="0"/>
                      <a:pt x="224" y="4"/>
                      <a:pt x="206" y="12"/>
                    </a:cubicBezTo>
                    <a:lnTo>
                      <a:pt x="241" y="104"/>
                    </a:lnTo>
                    <a:cubicBezTo>
                      <a:pt x="250" y="94"/>
                      <a:pt x="260" y="91"/>
                      <a:pt x="269" y="91"/>
                    </a:cubicBezTo>
                    <a:cubicBezTo>
                      <a:pt x="288" y="91"/>
                      <a:pt x="307" y="104"/>
                      <a:pt x="326" y="104"/>
                    </a:cubicBezTo>
                    <a:cubicBezTo>
                      <a:pt x="382" y="132"/>
                      <a:pt x="418" y="224"/>
                      <a:pt x="418" y="281"/>
                    </a:cubicBezTo>
                    <a:cubicBezTo>
                      <a:pt x="418" y="337"/>
                      <a:pt x="418" y="401"/>
                      <a:pt x="382" y="486"/>
                    </a:cubicBezTo>
                    <a:lnTo>
                      <a:pt x="382" y="634"/>
                    </a:lnTo>
                    <a:cubicBezTo>
                      <a:pt x="354" y="719"/>
                      <a:pt x="382" y="840"/>
                      <a:pt x="446" y="896"/>
                    </a:cubicBezTo>
                    <a:cubicBezTo>
                      <a:pt x="418" y="932"/>
                      <a:pt x="382" y="960"/>
                      <a:pt x="382" y="988"/>
                    </a:cubicBezTo>
                    <a:cubicBezTo>
                      <a:pt x="354" y="1073"/>
                      <a:pt x="354" y="1137"/>
                      <a:pt x="382" y="1193"/>
                    </a:cubicBezTo>
                    <a:lnTo>
                      <a:pt x="382" y="1222"/>
                    </a:lnTo>
                    <a:cubicBezTo>
                      <a:pt x="382" y="1370"/>
                      <a:pt x="382" y="1490"/>
                      <a:pt x="326" y="1575"/>
                    </a:cubicBezTo>
                    <a:cubicBezTo>
                      <a:pt x="285" y="1642"/>
                      <a:pt x="196" y="1690"/>
                      <a:pt x="115" y="1690"/>
                    </a:cubicBezTo>
                    <a:cubicBezTo>
                      <a:pt x="84" y="1690"/>
                      <a:pt x="54" y="1683"/>
                      <a:pt x="29" y="1667"/>
                    </a:cubicBezTo>
                    <a:lnTo>
                      <a:pt x="0" y="1724"/>
                    </a:lnTo>
                    <a:cubicBezTo>
                      <a:pt x="29" y="1752"/>
                      <a:pt x="92" y="1780"/>
                      <a:pt x="121" y="1780"/>
                    </a:cubicBezTo>
                    <a:cubicBezTo>
                      <a:pt x="241" y="1780"/>
                      <a:pt x="326" y="1696"/>
                      <a:pt x="382" y="1639"/>
                    </a:cubicBezTo>
                    <a:cubicBezTo>
                      <a:pt x="474" y="1519"/>
                      <a:pt x="474" y="1370"/>
                      <a:pt x="474" y="1193"/>
                    </a:cubicBezTo>
                    <a:cubicBezTo>
                      <a:pt x="446" y="1137"/>
                      <a:pt x="446" y="1073"/>
                      <a:pt x="474" y="1016"/>
                    </a:cubicBezTo>
                    <a:cubicBezTo>
                      <a:pt x="474" y="988"/>
                      <a:pt x="503" y="960"/>
                      <a:pt x="531" y="960"/>
                    </a:cubicBezTo>
                    <a:lnTo>
                      <a:pt x="559" y="960"/>
                    </a:lnTo>
                    <a:lnTo>
                      <a:pt x="595" y="868"/>
                    </a:lnTo>
                    <a:lnTo>
                      <a:pt x="559" y="868"/>
                    </a:lnTo>
                    <a:cubicBezTo>
                      <a:pt x="503" y="840"/>
                      <a:pt x="446" y="719"/>
                      <a:pt x="474" y="634"/>
                    </a:cubicBezTo>
                    <a:lnTo>
                      <a:pt x="474" y="486"/>
                    </a:lnTo>
                    <a:cubicBezTo>
                      <a:pt x="503" y="429"/>
                      <a:pt x="503" y="337"/>
                      <a:pt x="503" y="252"/>
                    </a:cubicBezTo>
                    <a:cubicBezTo>
                      <a:pt x="503" y="160"/>
                      <a:pt x="446" y="76"/>
                      <a:pt x="382" y="47"/>
                    </a:cubicBezTo>
                    <a:cubicBezTo>
                      <a:pt x="342" y="22"/>
                      <a:pt x="302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71"/>
              <p:cNvSpPr/>
              <p:nvPr/>
            </p:nvSpPr>
            <p:spPr>
              <a:xfrm>
                <a:off x="5425101" y="2602229"/>
                <a:ext cx="10058" cy="55062"/>
              </a:xfrm>
              <a:custGeom>
                <a:avLst/>
                <a:gdLst/>
                <a:ahLst/>
                <a:cxnLst/>
                <a:rect l="l" t="t" r="r" b="b"/>
                <a:pathLst>
                  <a:path w="291" h="1593" extrusionOk="0">
                    <a:moveTo>
                      <a:pt x="85" y="1"/>
                    </a:moveTo>
                    <a:lnTo>
                      <a:pt x="0" y="29"/>
                    </a:lnTo>
                    <a:cubicBezTo>
                      <a:pt x="206" y="531"/>
                      <a:pt x="206" y="1090"/>
                      <a:pt x="29" y="1564"/>
                    </a:cubicBezTo>
                    <a:lnTo>
                      <a:pt x="85" y="1592"/>
                    </a:lnTo>
                    <a:cubicBezTo>
                      <a:pt x="290" y="1090"/>
                      <a:pt x="290" y="503"/>
                      <a:pt x="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Google Shape;2624;p71"/>
              <p:cNvSpPr/>
              <p:nvPr/>
            </p:nvSpPr>
            <p:spPr>
              <a:xfrm>
                <a:off x="5438305" y="2601261"/>
                <a:ext cx="13238" cy="6408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1854" extrusionOk="0">
                    <a:moveTo>
                      <a:pt x="114" y="0"/>
                    </a:moveTo>
                    <a:lnTo>
                      <a:pt x="29" y="29"/>
                    </a:lnTo>
                    <a:cubicBezTo>
                      <a:pt x="290" y="587"/>
                      <a:pt x="290" y="1267"/>
                      <a:pt x="0" y="1825"/>
                    </a:cubicBezTo>
                    <a:lnTo>
                      <a:pt x="85" y="1854"/>
                    </a:lnTo>
                    <a:cubicBezTo>
                      <a:pt x="382" y="1295"/>
                      <a:pt x="382" y="587"/>
                      <a:pt x="1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Google Shape;2625;p71"/>
              <p:cNvSpPr/>
              <p:nvPr/>
            </p:nvSpPr>
            <p:spPr>
              <a:xfrm>
                <a:off x="5150394" y="2599637"/>
                <a:ext cx="21569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624" h="1781" extrusionOk="0">
                    <a:moveTo>
                      <a:pt x="352" y="0"/>
                    </a:moveTo>
                    <a:cubicBezTo>
                      <a:pt x="322" y="0"/>
                      <a:pt x="281" y="22"/>
                      <a:pt x="241" y="47"/>
                    </a:cubicBezTo>
                    <a:cubicBezTo>
                      <a:pt x="177" y="76"/>
                      <a:pt x="121" y="160"/>
                      <a:pt x="121" y="252"/>
                    </a:cubicBezTo>
                    <a:cubicBezTo>
                      <a:pt x="92" y="337"/>
                      <a:pt x="121" y="429"/>
                      <a:pt x="121" y="486"/>
                    </a:cubicBezTo>
                    <a:cubicBezTo>
                      <a:pt x="149" y="542"/>
                      <a:pt x="149" y="578"/>
                      <a:pt x="149" y="634"/>
                    </a:cubicBezTo>
                    <a:cubicBezTo>
                      <a:pt x="149" y="719"/>
                      <a:pt x="121" y="840"/>
                      <a:pt x="29" y="868"/>
                    </a:cubicBezTo>
                    <a:lnTo>
                      <a:pt x="1" y="868"/>
                    </a:lnTo>
                    <a:lnTo>
                      <a:pt x="29" y="960"/>
                    </a:lnTo>
                    <a:lnTo>
                      <a:pt x="92" y="960"/>
                    </a:lnTo>
                    <a:cubicBezTo>
                      <a:pt x="121" y="960"/>
                      <a:pt x="149" y="988"/>
                      <a:pt x="149" y="1016"/>
                    </a:cubicBezTo>
                    <a:lnTo>
                      <a:pt x="149" y="1193"/>
                    </a:lnTo>
                    <a:cubicBezTo>
                      <a:pt x="121" y="1370"/>
                      <a:pt x="149" y="1519"/>
                      <a:pt x="206" y="1639"/>
                    </a:cubicBezTo>
                    <a:cubicBezTo>
                      <a:pt x="269" y="1696"/>
                      <a:pt x="383" y="1780"/>
                      <a:pt x="475" y="1780"/>
                    </a:cubicBezTo>
                    <a:cubicBezTo>
                      <a:pt x="531" y="1780"/>
                      <a:pt x="595" y="1752"/>
                      <a:pt x="623" y="1724"/>
                    </a:cubicBezTo>
                    <a:lnTo>
                      <a:pt x="559" y="1667"/>
                    </a:lnTo>
                    <a:cubicBezTo>
                      <a:pt x="536" y="1683"/>
                      <a:pt x="510" y="1690"/>
                      <a:pt x="483" y="1690"/>
                    </a:cubicBezTo>
                    <a:cubicBezTo>
                      <a:pt x="413" y="1690"/>
                      <a:pt x="339" y="1642"/>
                      <a:pt x="298" y="1575"/>
                    </a:cubicBezTo>
                    <a:cubicBezTo>
                      <a:pt x="241" y="1490"/>
                      <a:pt x="206" y="1370"/>
                      <a:pt x="241" y="1222"/>
                    </a:cubicBezTo>
                    <a:lnTo>
                      <a:pt x="241" y="1193"/>
                    </a:lnTo>
                    <a:lnTo>
                      <a:pt x="241" y="988"/>
                    </a:lnTo>
                    <a:cubicBezTo>
                      <a:pt x="206" y="960"/>
                      <a:pt x="177" y="932"/>
                      <a:pt x="149" y="896"/>
                    </a:cubicBezTo>
                    <a:cubicBezTo>
                      <a:pt x="206" y="840"/>
                      <a:pt x="241" y="719"/>
                      <a:pt x="241" y="634"/>
                    </a:cubicBezTo>
                    <a:cubicBezTo>
                      <a:pt x="241" y="578"/>
                      <a:pt x="241" y="514"/>
                      <a:pt x="206" y="486"/>
                    </a:cubicBezTo>
                    <a:cubicBezTo>
                      <a:pt x="206" y="401"/>
                      <a:pt x="177" y="337"/>
                      <a:pt x="206" y="281"/>
                    </a:cubicBezTo>
                    <a:cubicBezTo>
                      <a:pt x="206" y="224"/>
                      <a:pt x="241" y="132"/>
                      <a:pt x="298" y="104"/>
                    </a:cubicBezTo>
                    <a:cubicBezTo>
                      <a:pt x="317" y="104"/>
                      <a:pt x="335" y="91"/>
                      <a:pt x="354" y="91"/>
                    </a:cubicBezTo>
                    <a:cubicBezTo>
                      <a:pt x="364" y="91"/>
                      <a:pt x="373" y="94"/>
                      <a:pt x="383" y="104"/>
                    </a:cubicBezTo>
                    <a:lnTo>
                      <a:pt x="383" y="12"/>
                    </a:lnTo>
                    <a:cubicBezTo>
                      <a:pt x="374" y="4"/>
                      <a:pt x="364" y="0"/>
                      <a:pt x="3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71"/>
              <p:cNvSpPr/>
              <p:nvPr/>
            </p:nvSpPr>
            <p:spPr>
              <a:xfrm>
                <a:off x="5128133" y="2602229"/>
                <a:ext cx="10058" cy="55062"/>
              </a:xfrm>
              <a:custGeom>
                <a:avLst/>
                <a:gdLst/>
                <a:ahLst/>
                <a:cxnLst/>
                <a:rect l="l" t="t" r="r" b="b"/>
                <a:pathLst>
                  <a:path w="291" h="1593" extrusionOk="0">
                    <a:moveTo>
                      <a:pt x="206" y="1"/>
                    </a:moveTo>
                    <a:cubicBezTo>
                      <a:pt x="1" y="503"/>
                      <a:pt x="1" y="1090"/>
                      <a:pt x="206" y="1592"/>
                    </a:cubicBezTo>
                    <a:lnTo>
                      <a:pt x="291" y="1564"/>
                    </a:lnTo>
                    <a:cubicBezTo>
                      <a:pt x="86" y="1090"/>
                      <a:pt x="86" y="531"/>
                      <a:pt x="291" y="29"/>
                    </a:cubicBez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Google Shape;2627;p71"/>
              <p:cNvSpPr/>
              <p:nvPr/>
            </p:nvSpPr>
            <p:spPr>
              <a:xfrm>
                <a:off x="5111749" y="2601261"/>
                <a:ext cx="14241" cy="64084"/>
              </a:xfrm>
              <a:custGeom>
                <a:avLst/>
                <a:gdLst/>
                <a:ahLst/>
                <a:cxnLst/>
                <a:rect l="l" t="t" r="r" b="b"/>
                <a:pathLst>
                  <a:path w="412" h="1854" extrusionOk="0">
                    <a:moveTo>
                      <a:pt x="263" y="0"/>
                    </a:moveTo>
                    <a:lnTo>
                      <a:pt x="263" y="0"/>
                    </a:lnTo>
                    <a:cubicBezTo>
                      <a:pt x="1" y="587"/>
                      <a:pt x="29" y="1295"/>
                      <a:pt x="326" y="1854"/>
                    </a:cubicBezTo>
                    <a:lnTo>
                      <a:pt x="411" y="1825"/>
                    </a:lnTo>
                    <a:cubicBezTo>
                      <a:pt x="121" y="1267"/>
                      <a:pt x="86" y="587"/>
                      <a:pt x="354" y="29"/>
                    </a:cubicBezTo>
                    <a:lnTo>
                      <a:pt x="2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28" name="Google Shape;2628;p71"/>
            <p:cNvGrpSpPr/>
            <p:nvPr/>
          </p:nvGrpSpPr>
          <p:grpSpPr>
            <a:xfrm>
              <a:off x="3039177" y="1582153"/>
              <a:ext cx="1761889" cy="1511082"/>
              <a:chOff x="4014029" y="2295956"/>
              <a:chExt cx="578826" cy="496429"/>
            </a:xfrm>
          </p:grpSpPr>
          <p:sp>
            <p:nvSpPr>
              <p:cNvPr id="2629" name="Google Shape;2629;p71"/>
              <p:cNvSpPr/>
              <p:nvPr/>
            </p:nvSpPr>
            <p:spPr>
              <a:xfrm>
                <a:off x="4045588" y="2295956"/>
                <a:ext cx="547268" cy="457537"/>
              </a:xfrm>
              <a:custGeom>
                <a:avLst/>
                <a:gdLst/>
                <a:ahLst/>
                <a:cxnLst/>
                <a:rect l="l" t="t" r="r" b="b"/>
                <a:pathLst>
                  <a:path w="15833" h="13237" extrusionOk="0">
                    <a:moveTo>
                      <a:pt x="0" y="0"/>
                    </a:moveTo>
                    <a:lnTo>
                      <a:pt x="0" y="13237"/>
                    </a:lnTo>
                    <a:lnTo>
                      <a:pt x="15832" y="13237"/>
                    </a:lnTo>
                    <a:lnTo>
                      <a:pt x="15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Google Shape;2630;p71"/>
              <p:cNvSpPr/>
              <p:nvPr/>
            </p:nvSpPr>
            <p:spPr>
              <a:xfrm>
                <a:off x="4014029" y="2447805"/>
                <a:ext cx="4182" cy="21569"/>
              </a:xfrm>
              <a:custGeom>
                <a:avLst/>
                <a:gdLst/>
                <a:ahLst/>
                <a:cxnLst/>
                <a:rect l="l" t="t" r="r" b="b"/>
                <a:pathLst>
                  <a:path w="121" h="624" extrusionOk="0">
                    <a:moveTo>
                      <a:pt x="0" y="1"/>
                    </a:moveTo>
                    <a:lnTo>
                      <a:pt x="0" y="623"/>
                    </a:lnTo>
                    <a:lnTo>
                      <a:pt x="121" y="62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Google Shape;2631;p71"/>
              <p:cNvSpPr/>
              <p:nvPr/>
            </p:nvSpPr>
            <p:spPr>
              <a:xfrm>
                <a:off x="4014029" y="2485481"/>
                <a:ext cx="23504" cy="300785"/>
              </a:xfrm>
              <a:custGeom>
                <a:avLst/>
                <a:gdLst/>
                <a:ahLst/>
                <a:cxnLst/>
                <a:rect l="l" t="t" r="r" b="b"/>
                <a:pathLst>
                  <a:path w="680" h="8702" extrusionOk="0">
                    <a:moveTo>
                      <a:pt x="0" y="0"/>
                    </a:moveTo>
                    <a:cubicBezTo>
                      <a:pt x="29" y="2865"/>
                      <a:pt x="121" y="8581"/>
                      <a:pt x="149" y="8638"/>
                    </a:cubicBezTo>
                    <a:lnTo>
                      <a:pt x="149" y="8702"/>
                    </a:lnTo>
                    <a:lnTo>
                      <a:pt x="680" y="8702"/>
                    </a:lnTo>
                    <a:lnTo>
                      <a:pt x="680" y="8581"/>
                    </a:lnTo>
                    <a:lnTo>
                      <a:pt x="234" y="8581"/>
                    </a:lnTo>
                    <a:cubicBezTo>
                      <a:pt x="234" y="7959"/>
                      <a:pt x="149" y="2717"/>
                      <a:pt x="1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Google Shape;2632;p71"/>
              <p:cNvSpPr/>
              <p:nvPr/>
            </p:nvSpPr>
            <p:spPr>
              <a:xfrm>
                <a:off x="4558097" y="2394988"/>
                <a:ext cx="7155" cy="38616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11172" extrusionOk="0">
                    <a:moveTo>
                      <a:pt x="93" y="1"/>
                    </a:moveTo>
                    <a:lnTo>
                      <a:pt x="1" y="11171"/>
                    </a:lnTo>
                    <a:lnTo>
                      <a:pt x="121" y="11171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Google Shape;2633;p71"/>
              <p:cNvSpPr/>
              <p:nvPr/>
            </p:nvSpPr>
            <p:spPr>
              <a:xfrm>
                <a:off x="4376660" y="2313309"/>
                <a:ext cx="189554" cy="42826"/>
              </a:xfrm>
              <a:custGeom>
                <a:avLst/>
                <a:gdLst/>
                <a:ahLst/>
                <a:cxnLst/>
                <a:rect l="l" t="t" r="r" b="b"/>
                <a:pathLst>
                  <a:path w="5484" h="1239" extrusionOk="0">
                    <a:moveTo>
                      <a:pt x="1" y="1"/>
                    </a:moveTo>
                    <a:lnTo>
                      <a:pt x="1" y="121"/>
                    </a:lnTo>
                    <a:lnTo>
                      <a:pt x="5370" y="121"/>
                    </a:lnTo>
                    <a:lnTo>
                      <a:pt x="5342" y="1239"/>
                    </a:lnTo>
                    <a:lnTo>
                      <a:pt x="5455" y="1239"/>
                    </a:lnTo>
                    <a:lnTo>
                      <a:pt x="54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Google Shape;2634;p71"/>
              <p:cNvSpPr/>
              <p:nvPr/>
            </p:nvSpPr>
            <p:spPr>
              <a:xfrm>
                <a:off x="4014029" y="2349015"/>
                <a:ext cx="5185" cy="52124"/>
              </a:xfrm>
              <a:custGeom>
                <a:avLst/>
                <a:gdLst/>
                <a:ahLst/>
                <a:cxnLst/>
                <a:rect l="l" t="t" r="r" b="b"/>
                <a:pathLst>
                  <a:path w="150" h="1508" extrusionOk="0">
                    <a:moveTo>
                      <a:pt x="29" y="1"/>
                    </a:moveTo>
                    <a:cubicBezTo>
                      <a:pt x="29" y="588"/>
                      <a:pt x="29" y="1062"/>
                      <a:pt x="0" y="1507"/>
                    </a:cubicBezTo>
                    <a:lnTo>
                      <a:pt x="121" y="1507"/>
                    </a:lnTo>
                    <a:cubicBezTo>
                      <a:pt x="149" y="1062"/>
                      <a:pt x="149" y="588"/>
                      <a:pt x="14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Google Shape;2635;p71"/>
              <p:cNvSpPr/>
              <p:nvPr/>
            </p:nvSpPr>
            <p:spPr>
              <a:xfrm>
                <a:off x="4084440" y="2333875"/>
                <a:ext cx="136497" cy="136463"/>
              </a:xfrm>
              <a:custGeom>
                <a:avLst/>
                <a:gdLst/>
                <a:ahLst/>
                <a:cxnLst/>
                <a:rect l="l" t="t" r="r" b="b"/>
                <a:pathLst>
                  <a:path w="3949" h="3948" extrusionOk="0">
                    <a:moveTo>
                      <a:pt x="1975" y="113"/>
                    </a:moveTo>
                    <a:cubicBezTo>
                      <a:pt x="3007" y="113"/>
                      <a:pt x="3828" y="941"/>
                      <a:pt x="3828" y="1974"/>
                    </a:cubicBezTo>
                    <a:cubicBezTo>
                      <a:pt x="3828" y="3007"/>
                      <a:pt x="3007" y="3827"/>
                      <a:pt x="1975" y="3827"/>
                    </a:cubicBezTo>
                    <a:cubicBezTo>
                      <a:pt x="942" y="3827"/>
                      <a:pt x="114" y="3007"/>
                      <a:pt x="114" y="1974"/>
                    </a:cubicBezTo>
                    <a:cubicBezTo>
                      <a:pt x="114" y="941"/>
                      <a:pt x="942" y="113"/>
                      <a:pt x="1975" y="113"/>
                    </a:cubicBezTo>
                    <a:close/>
                    <a:moveTo>
                      <a:pt x="1975" y="0"/>
                    </a:moveTo>
                    <a:cubicBezTo>
                      <a:pt x="885" y="0"/>
                      <a:pt x="1" y="884"/>
                      <a:pt x="1" y="1974"/>
                    </a:cubicBezTo>
                    <a:cubicBezTo>
                      <a:pt x="1" y="3063"/>
                      <a:pt x="885" y="3948"/>
                      <a:pt x="1975" y="3948"/>
                    </a:cubicBezTo>
                    <a:cubicBezTo>
                      <a:pt x="3064" y="3948"/>
                      <a:pt x="3948" y="3063"/>
                      <a:pt x="3948" y="1974"/>
                    </a:cubicBezTo>
                    <a:cubicBezTo>
                      <a:pt x="3948" y="884"/>
                      <a:pt x="3064" y="0"/>
                      <a:pt x="197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Google Shape;2636;p71"/>
              <p:cNvSpPr/>
              <p:nvPr/>
            </p:nvSpPr>
            <p:spPr>
              <a:xfrm>
                <a:off x="4115999" y="2365399"/>
                <a:ext cx="73381" cy="73381"/>
              </a:xfrm>
              <a:custGeom>
                <a:avLst/>
                <a:gdLst/>
                <a:ahLst/>
                <a:cxnLst/>
                <a:rect l="l" t="t" r="r" b="b"/>
                <a:pathLst>
                  <a:path w="2123" h="2123" extrusionOk="0">
                    <a:moveTo>
                      <a:pt x="1062" y="1"/>
                    </a:moveTo>
                    <a:cubicBezTo>
                      <a:pt x="467" y="1"/>
                      <a:pt x="0" y="468"/>
                      <a:pt x="0" y="1062"/>
                    </a:cubicBezTo>
                    <a:cubicBezTo>
                      <a:pt x="0" y="1649"/>
                      <a:pt x="467" y="2123"/>
                      <a:pt x="1062" y="2123"/>
                    </a:cubicBezTo>
                    <a:cubicBezTo>
                      <a:pt x="1649" y="2123"/>
                      <a:pt x="2123" y="1649"/>
                      <a:pt x="2123" y="1062"/>
                    </a:cubicBezTo>
                    <a:cubicBezTo>
                      <a:pt x="2123" y="468"/>
                      <a:pt x="1649" y="1"/>
                      <a:pt x="10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Google Shape;2637;p71"/>
              <p:cNvSpPr/>
              <p:nvPr/>
            </p:nvSpPr>
            <p:spPr>
              <a:xfrm>
                <a:off x="4310639" y="2415278"/>
                <a:ext cx="24507" cy="24507"/>
              </a:xfrm>
              <a:custGeom>
                <a:avLst/>
                <a:gdLst/>
                <a:ahLst/>
                <a:cxnLst/>
                <a:rect l="l" t="t" r="r" b="b"/>
                <a:pathLst>
                  <a:path w="709" h="709" extrusionOk="0">
                    <a:moveTo>
                      <a:pt x="616" y="121"/>
                    </a:moveTo>
                    <a:lnTo>
                      <a:pt x="616" y="616"/>
                    </a:lnTo>
                    <a:lnTo>
                      <a:pt x="114" y="616"/>
                    </a:lnTo>
                    <a:lnTo>
                      <a:pt x="114" y="121"/>
                    </a:lnTo>
                    <a:close/>
                    <a:moveTo>
                      <a:pt x="1" y="1"/>
                    </a:moveTo>
                    <a:lnTo>
                      <a:pt x="1" y="708"/>
                    </a:lnTo>
                    <a:lnTo>
                      <a:pt x="708" y="708"/>
                    </a:lnTo>
                    <a:lnTo>
                      <a:pt x="70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Google Shape;2638;p71"/>
              <p:cNvSpPr/>
              <p:nvPr/>
            </p:nvSpPr>
            <p:spPr>
              <a:xfrm>
                <a:off x="4347314" y="2413342"/>
                <a:ext cx="46732" cy="26442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765" extrusionOk="0">
                    <a:moveTo>
                      <a:pt x="708" y="142"/>
                    </a:moveTo>
                    <a:lnTo>
                      <a:pt x="1119" y="672"/>
                    </a:lnTo>
                    <a:lnTo>
                      <a:pt x="263" y="672"/>
                    </a:lnTo>
                    <a:lnTo>
                      <a:pt x="708" y="142"/>
                    </a:lnTo>
                    <a:close/>
                    <a:moveTo>
                      <a:pt x="708" y="0"/>
                    </a:moveTo>
                    <a:lnTo>
                      <a:pt x="1" y="764"/>
                    </a:lnTo>
                    <a:lnTo>
                      <a:pt x="1352" y="764"/>
                    </a:lnTo>
                    <a:lnTo>
                      <a:pt x="70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Google Shape;2639;p71"/>
              <p:cNvSpPr/>
              <p:nvPr/>
            </p:nvSpPr>
            <p:spPr>
              <a:xfrm>
                <a:off x="4402343" y="2413342"/>
                <a:ext cx="28412" cy="28378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1" extrusionOk="0">
                    <a:moveTo>
                      <a:pt x="736" y="0"/>
                    </a:moveTo>
                    <a:lnTo>
                      <a:pt x="1" y="736"/>
                    </a:lnTo>
                    <a:lnTo>
                      <a:pt x="85" y="821"/>
                    </a:lnTo>
                    <a:lnTo>
                      <a:pt x="821" y="57"/>
                    </a:lnTo>
                    <a:lnTo>
                      <a:pt x="7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Google Shape;2640;p71"/>
              <p:cNvSpPr/>
              <p:nvPr/>
            </p:nvSpPr>
            <p:spPr>
              <a:xfrm>
                <a:off x="4417517" y="2413342"/>
                <a:ext cx="27652" cy="28378"/>
              </a:xfrm>
              <a:custGeom>
                <a:avLst/>
                <a:gdLst/>
                <a:ahLst/>
                <a:cxnLst/>
                <a:rect l="l" t="t" r="r" b="b"/>
                <a:pathLst>
                  <a:path w="800" h="821" extrusionOk="0">
                    <a:moveTo>
                      <a:pt x="736" y="0"/>
                    </a:moveTo>
                    <a:lnTo>
                      <a:pt x="0" y="736"/>
                    </a:lnTo>
                    <a:lnTo>
                      <a:pt x="57" y="821"/>
                    </a:lnTo>
                    <a:lnTo>
                      <a:pt x="800" y="57"/>
                    </a:lnTo>
                    <a:lnTo>
                      <a:pt x="7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Google Shape;2641;p71"/>
              <p:cNvSpPr/>
              <p:nvPr/>
            </p:nvSpPr>
            <p:spPr>
              <a:xfrm>
                <a:off x="4455160" y="2412098"/>
                <a:ext cx="8365" cy="27687"/>
              </a:xfrm>
              <a:custGeom>
                <a:avLst/>
                <a:gdLst/>
                <a:ahLst/>
                <a:cxnLst/>
                <a:rect l="l" t="t" r="r" b="b"/>
                <a:pathLst>
                  <a:path w="242" h="801" extrusionOk="0">
                    <a:moveTo>
                      <a:pt x="1" y="1"/>
                    </a:moveTo>
                    <a:lnTo>
                      <a:pt x="1" y="64"/>
                    </a:lnTo>
                    <a:lnTo>
                      <a:pt x="29" y="64"/>
                    </a:lnTo>
                    <a:cubicBezTo>
                      <a:pt x="64" y="64"/>
                      <a:pt x="93" y="93"/>
                      <a:pt x="93" y="121"/>
                    </a:cubicBezTo>
                    <a:lnTo>
                      <a:pt x="93" y="298"/>
                    </a:lnTo>
                    <a:cubicBezTo>
                      <a:pt x="93" y="355"/>
                      <a:pt x="93" y="390"/>
                      <a:pt x="121" y="390"/>
                    </a:cubicBezTo>
                    <a:cubicBezTo>
                      <a:pt x="93" y="390"/>
                      <a:pt x="93" y="418"/>
                      <a:pt x="93" y="475"/>
                    </a:cubicBezTo>
                    <a:lnTo>
                      <a:pt x="93" y="652"/>
                    </a:lnTo>
                    <a:cubicBezTo>
                      <a:pt x="93" y="680"/>
                      <a:pt x="64" y="708"/>
                      <a:pt x="29" y="708"/>
                    </a:cubicBezTo>
                    <a:lnTo>
                      <a:pt x="1" y="708"/>
                    </a:lnTo>
                    <a:lnTo>
                      <a:pt x="1" y="800"/>
                    </a:lnTo>
                    <a:lnTo>
                      <a:pt x="29" y="800"/>
                    </a:lnTo>
                    <a:cubicBezTo>
                      <a:pt x="121" y="800"/>
                      <a:pt x="177" y="744"/>
                      <a:pt x="177" y="652"/>
                    </a:cubicBezTo>
                    <a:lnTo>
                      <a:pt x="177" y="475"/>
                    </a:lnTo>
                    <a:cubicBezTo>
                      <a:pt x="177" y="446"/>
                      <a:pt x="177" y="418"/>
                      <a:pt x="206" y="418"/>
                    </a:cubicBezTo>
                    <a:lnTo>
                      <a:pt x="241" y="418"/>
                    </a:lnTo>
                    <a:lnTo>
                      <a:pt x="241" y="355"/>
                    </a:lnTo>
                    <a:lnTo>
                      <a:pt x="206" y="355"/>
                    </a:lnTo>
                    <a:cubicBezTo>
                      <a:pt x="177" y="355"/>
                      <a:pt x="177" y="326"/>
                      <a:pt x="177" y="298"/>
                    </a:cubicBezTo>
                    <a:lnTo>
                      <a:pt x="177" y="121"/>
                    </a:lnTo>
                    <a:cubicBezTo>
                      <a:pt x="177" y="36"/>
                      <a:pt x="121" y="1"/>
                      <a:pt x="2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Google Shape;2642;p71"/>
              <p:cNvSpPr/>
              <p:nvPr/>
            </p:nvSpPr>
            <p:spPr>
              <a:xfrm>
                <a:off x="4472512" y="2411130"/>
                <a:ext cx="19356" cy="3059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885" extrusionOk="0">
                    <a:moveTo>
                      <a:pt x="270" y="121"/>
                    </a:moveTo>
                    <a:cubicBezTo>
                      <a:pt x="355" y="121"/>
                      <a:pt x="447" y="269"/>
                      <a:pt x="447" y="446"/>
                    </a:cubicBezTo>
                    <a:cubicBezTo>
                      <a:pt x="447" y="651"/>
                      <a:pt x="355" y="772"/>
                      <a:pt x="270" y="772"/>
                    </a:cubicBezTo>
                    <a:cubicBezTo>
                      <a:pt x="178" y="772"/>
                      <a:pt x="93" y="651"/>
                      <a:pt x="93" y="446"/>
                    </a:cubicBezTo>
                    <a:cubicBezTo>
                      <a:pt x="93" y="269"/>
                      <a:pt x="178" y="121"/>
                      <a:pt x="270" y="121"/>
                    </a:cubicBezTo>
                    <a:close/>
                    <a:moveTo>
                      <a:pt x="270" y="1"/>
                    </a:moveTo>
                    <a:cubicBezTo>
                      <a:pt x="121" y="1"/>
                      <a:pt x="1" y="206"/>
                      <a:pt x="1" y="446"/>
                    </a:cubicBezTo>
                    <a:cubicBezTo>
                      <a:pt x="1" y="708"/>
                      <a:pt x="121" y="885"/>
                      <a:pt x="270" y="885"/>
                    </a:cubicBezTo>
                    <a:cubicBezTo>
                      <a:pt x="447" y="885"/>
                      <a:pt x="560" y="708"/>
                      <a:pt x="560" y="446"/>
                    </a:cubicBezTo>
                    <a:cubicBezTo>
                      <a:pt x="560" y="206"/>
                      <a:pt x="447" y="1"/>
                      <a:pt x="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Google Shape;2643;p71"/>
              <p:cNvSpPr/>
              <p:nvPr/>
            </p:nvSpPr>
            <p:spPr>
              <a:xfrm>
                <a:off x="4496016" y="2411130"/>
                <a:ext cx="19322" cy="30590"/>
              </a:xfrm>
              <a:custGeom>
                <a:avLst/>
                <a:gdLst/>
                <a:ahLst/>
                <a:cxnLst/>
                <a:rect l="l" t="t" r="r" b="b"/>
                <a:pathLst>
                  <a:path w="559" h="885" extrusionOk="0">
                    <a:moveTo>
                      <a:pt x="262" y="121"/>
                    </a:moveTo>
                    <a:cubicBezTo>
                      <a:pt x="354" y="121"/>
                      <a:pt x="439" y="269"/>
                      <a:pt x="439" y="446"/>
                    </a:cubicBezTo>
                    <a:cubicBezTo>
                      <a:pt x="439" y="651"/>
                      <a:pt x="354" y="772"/>
                      <a:pt x="262" y="772"/>
                    </a:cubicBezTo>
                    <a:cubicBezTo>
                      <a:pt x="205" y="772"/>
                      <a:pt x="85" y="651"/>
                      <a:pt x="85" y="446"/>
                    </a:cubicBezTo>
                    <a:cubicBezTo>
                      <a:pt x="85" y="269"/>
                      <a:pt x="205" y="121"/>
                      <a:pt x="262" y="121"/>
                    </a:cubicBezTo>
                    <a:close/>
                    <a:moveTo>
                      <a:pt x="262" y="1"/>
                    </a:moveTo>
                    <a:cubicBezTo>
                      <a:pt x="120" y="1"/>
                      <a:pt x="0" y="206"/>
                      <a:pt x="0" y="446"/>
                    </a:cubicBezTo>
                    <a:cubicBezTo>
                      <a:pt x="0" y="708"/>
                      <a:pt x="120" y="885"/>
                      <a:pt x="262" y="885"/>
                    </a:cubicBezTo>
                    <a:cubicBezTo>
                      <a:pt x="439" y="885"/>
                      <a:pt x="559" y="708"/>
                      <a:pt x="559" y="446"/>
                    </a:cubicBezTo>
                    <a:cubicBezTo>
                      <a:pt x="559" y="206"/>
                      <a:pt x="439" y="1"/>
                      <a:pt x="2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Google Shape;2644;p71"/>
              <p:cNvSpPr/>
              <p:nvPr/>
            </p:nvSpPr>
            <p:spPr>
              <a:xfrm>
                <a:off x="4113786" y="2557862"/>
                <a:ext cx="75594" cy="234524"/>
              </a:xfrm>
              <a:custGeom>
                <a:avLst/>
                <a:gdLst/>
                <a:ahLst/>
                <a:cxnLst/>
                <a:rect l="l" t="t" r="r" b="b"/>
                <a:pathLst>
                  <a:path w="2187" h="6785" extrusionOk="0">
                    <a:moveTo>
                      <a:pt x="1126" y="120"/>
                    </a:moveTo>
                    <a:cubicBezTo>
                      <a:pt x="1656" y="120"/>
                      <a:pt x="2067" y="531"/>
                      <a:pt x="2067" y="1061"/>
                    </a:cubicBezTo>
                    <a:lnTo>
                      <a:pt x="2067" y="5723"/>
                    </a:lnTo>
                    <a:cubicBezTo>
                      <a:pt x="2067" y="6254"/>
                      <a:pt x="1656" y="6664"/>
                      <a:pt x="1126" y="6664"/>
                    </a:cubicBezTo>
                    <a:lnTo>
                      <a:pt x="1062" y="6664"/>
                    </a:lnTo>
                    <a:cubicBezTo>
                      <a:pt x="567" y="6664"/>
                      <a:pt x="121" y="6254"/>
                      <a:pt x="121" y="5723"/>
                    </a:cubicBezTo>
                    <a:lnTo>
                      <a:pt x="121" y="1061"/>
                    </a:lnTo>
                    <a:cubicBezTo>
                      <a:pt x="121" y="531"/>
                      <a:pt x="567" y="120"/>
                      <a:pt x="1062" y="120"/>
                    </a:cubicBezTo>
                    <a:close/>
                    <a:moveTo>
                      <a:pt x="1062" y="0"/>
                    </a:moveTo>
                    <a:cubicBezTo>
                      <a:pt x="475" y="0"/>
                      <a:pt x="1" y="474"/>
                      <a:pt x="1" y="1061"/>
                    </a:cubicBezTo>
                    <a:lnTo>
                      <a:pt x="1" y="5723"/>
                    </a:lnTo>
                    <a:cubicBezTo>
                      <a:pt x="1" y="6310"/>
                      <a:pt x="475" y="6784"/>
                      <a:pt x="1062" y="6784"/>
                    </a:cubicBezTo>
                    <a:lnTo>
                      <a:pt x="1126" y="6784"/>
                    </a:lnTo>
                    <a:cubicBezTo>
                      <a:pt x="1713" y="6784"/>
                      <a:pt x="2187" y="6310"/>
                      <a:pt x="2187" y="5723"/>
                    </a:cubicBezTo>
                    <a:lnTo>
                      <a:pt x="2187" y="1061"/>
                    </a:lnTo>
                    <a:cubicBezTo>
                      <a:pt x="2187" y="474"/>
                      <a:pt x="1713" y="0"/>
                      <a:pt x="112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Google Shape;2645;p71"/>
              <p:cNvSpPr/>
              <p:nvPr/>
            </p:nvSpPr>
            <p:spPr>
              <a:xfrm>
                <a:off x="4258549" y="2313309"/>
                <a:ext cx="92703" cy="4217"/>
              </a:xfrm>
              <a:custGeom>
                <a:avLst/>
                <a:gdLst/>
                <a:ahLst/>
                <a:cxnLst/>
                <a:rect l="l" t="t" r="r" b="b"/>
                <a:pathLst>
                  <a:path w="2682" h="122" extrusionOk="0">
                    <a:moveTo>
                      <a:pt x="1" y="1"/>
                    </a:moveTo>
                    <a:lnTo>
                      <a:pt x="1" y="121"/>
                    </a:lnTo>
                    <a:lnTo>
                      <a:pt x="2682" y="121"/>
                    </a:lnTo>
                    <a:lnTo>
                      <a:pt x="26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Google Shape;2646;p71"/>
              <p:cNvSpPr/>
              <p:nvPr/>
            </p:nvSpPr>
            <p:spPr>
              <a:xfrm>
                <a:off x="4095466" y="2313309"/>
                <a:ext cx="137707" cy="6153"/>
              </a:xfrm>
              <a:custGeom>
                <a:avLst/>
                <a:gdLst/>
                <a:ahLst/>
                <a:cxnLst/>
                <a:rect l="l" t="t" r="r" b="b"/>
                <a:pathLst>
                  <a:path w="3984" h="178" extrusionOk="0">
                    <a:moveTo>
                      <a:pt x="3983" y="1"/>
                    </a:moveTo>
                    <a:lnTo>
                      <a:pt x="0" y="64"/>
                    </a:lnTo>
                    <a:lnTo>
                      <a:pt x="0" y="178"/>
                    </a:lnTo>
                    <a:lnTo>
                      <a:pt x="3983" y="121"/>
                    </a:lnTo>
                    <a:lnTo>
                      <a:pt x="39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47" name="Google Shape;2647;p71"/>
            <p:cNvGrpSpPr/>
            <p:nvPr/>
          </p:nvGrpSpPr>
          <p:grpSpPr>
            <a:xfrm>
              <a:off x="3788953" y="1869154"/>
              <a:ext cx="2304469" cy="1767886"/>
              <a:chOff x="4687475" y="2211500"/>
              <a:chExt cx="547575" cy="420075"/>
            </a:xfrm>
          </p:grpSpPr>
          <p:sp>
            <p:nvSpPr>
              <p:cNvPr id="2648" name="Google Shape;2648;p71"/>
              <p:cNvSpPr/>
              <p:nvPr/>
            </p:nvSpPr>
            <p:spPr>
              <a:xfrm>
                <a:off x="4687475" y="2211500"/>
                <a:ext cx="547575" cy="420075"/>
              </a:xfrm>
              <a:custGeom>
                <a:avLst/>
                <a:gdLst/>
                <a:ahLst/>
                <a:cxnLst/>
                <a:rect l="l" t="t" r="r" b="b"/>
                <a:pathLst>
                  <a:path w="21903" h="16803" extrusionOk="0">
                    <a:moveTo>
                      <a:pt x="12239" y="1"/>
                    </a:moveTo>
                    <a:lnTo>
                      <a:pt x="8879" y="3276"/>
                    </a:lnTo>
                    <a:lnTo>
                      <a:pt x="0" y="3276"/>
                    </a:lnTo>
                    <a:lnTo>
                      <a:pt x="0" y="16802"/>
                    </a:lnTo>
                    <a:lnTo>
                      <a:pt x="18542" y="16802"/>
                    </a:lnTo>
                    <a:lnTo>
                      <a:pt x="21903" y="13209"/>
                    </a:lnTo>
                    <a:lnTo>
                      <a:pt x="1223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649;p71"/>
              <p:cNvSpPr/>
              <p:nvPr/>
            </p:nvSpPr>
            <p:spPr>
              <a:xfrm>
                <a:off x="4910850" y="2289675"/>
                <a:ext cx="252750" cy="331650"/>
              </a:xfrm>
              <a:custGeom>
                <a:avLst/>
                <a:gdLst/>
                <a:ahLst/>
                <a:cxnLst/>
                <a:rect l="l" t="t" r="r" b="b"/>
                <a:pathLst>
                  <a:path w="10110" h="13266" extrusionOk="0">
                    <a:moveTo>
                      <a:pt x="0" y="1"/>
                    </a:moveTo>
                    <a:lnTo>
                      <a:pt x="0" y="13265"/>
                    </a:lnTo>
                    <a:lnTo>
                      <a:pt x="10110" y="13265"/>
                    </a:lnTo>
                    <a:lnTo>
                      <a:pt x="10110" y="13145"/>
                    </a:lnTo>
                    <a:lnTo>
                      <a:pt x="121" y="13145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650;p71"/>
              <p:cNvSpPr/>
              <p:nvPr/>
            </p:nvSpPr>
            <p:spPr>
              <a:xfrm>
                <a:off x="4938075" y="2261725"/>
                <a:ext cx="252050" cy="331650"/>
              </a:xfrm>
              <a:custGeom>
                <a:avLst/>
                <a:gdLst/>
                <a:ahLst/>
                <a:cxnLst/>
                <a:rect l="l" t="t" r="r" b="b"/>
                <a:pathLst>
                  <a:path w="10082" h="13266" extrusionOk="0">
                    <a:moveTo>
                      <a:pt x="1" y="1"/>
                    </a:moveTo>
                    <a:lnTo>
                      <a:pt x="1" y="13265"/>
                    </a:lnTo>
                    <a:lnTo>
                      <a:pt x="10082" y="13265"/>
                    </a:lnTo>
                    <a:lnTo>
                      <a:pt x="10082" y="13145"/>
                    </a:lnTo>
                    <a:lnTo>
                      <a:pt x="121" y="13145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Google Shape;2651;p71"/>
              <p:cNvSpPr/>
              <p:nvPr/>
            </p:nvSpPr>
            <p:spPr>
              <a:xfrm>
                <a:off x="4964600" y="2232900"/>
                <a:ext cx="252775" cy="332350"/>
              </a:xfrm>
              <a:custGeom>
                <a:avLst/>
                <a:gdLst/>
                <a:ahLst/>
                <a:cxnLst/>
                <a:rect l="l" t="t" r="r" b="b"/>
                <a:pathLst>
                  <a:path w="10111" h="13294" extrusionOk="0">
                    <a:moveTo>
                      <a:pt x="1" y="1"/>
                    </a:moveTo>
                    <a:lnTo>
                      <a:pt x="1" y="13294"/>
                    </a:lnTo>
                    <a:lnTo>
                      <a:pt x="10110" y="13294"/>
                    </a:lnTo>
                    <a:lnTo>
                      <a:pt x="10110" y="13180"/>
                    </a:lnTo>
                    <a:lnTo>
                      <a:pt x="121" y="13180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71"/>
              <p:cNvSpPr/>
              <p:nvPr/>
            </p:nvSpPr>
            <p:spPr>
              <a:xfrm>
                <a:off x="4993450" y="2211500"/>
                <a:ext cx="241600" cy="330225"/>
              </a:xfrm>
              <a:custGeom>
                <a:avLst/>
                <a:gdLst/>
                <a:ahLst/>
                <a:cxnLst/>
                <a:rect l="l" t="t" r="r" b="b"/>
                <a:pathLst>
                  <a:path w="9664" h="13209" extrusionOk="0">
                    <a:moveTo>
                      <a:pt x="0" y="1"/>
                    </a:moveTo>
                    <a:lnTo>
                      <a:pt x="0" y="13209"/>
                    </a:lnTo>
                    <a:lnTo>
                      <a:pt x="9664" y="13209"/>
                    </a:lnTo>
                    <a:lnTo>
                      <a:pt x="96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71"/>
              <p:cNvSpPr/>
              <p:nvPr/>
            </p:nvSpPr>
            <p:spPr>
              <a:xfrm>
                <a:off x="5011125" y="22852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77" y="1"/>
                    </a:moveTo>
                    <a:cubicBezTo>
                      <a:pt x="114" y="57"/>
                      <a:pt x="85" y="121"/>
                      <a:pt x="57" y="178"/>
                    </a:cubicBezTo>
                    <a:cubicBezTo>
                      <a:pt x="29" y="270"/>
                      <a:pt x="0" y="326"/>
                      <a:pt x="0" y="383"/>
                    </a:cubicBezTo>
                    <a:cubicBezTo>
                      <a:pt x="0" y="475"/>
                      <a:pt x="29" y="531"/>
                      <a:pt x="57" y="588"/>
                    </a:cubicBezTo>
                    <a:cubicBezTo>
                      <a:pt x="85" y="652"/>
                      <a:pt x="114" y="708"/>
                      <a:pt x="177" y="765"/>
                    </a:cubicBezTo>
                    <a:lnTo>
                      <a:pt x="206" y="765"/>
                    </a:lnTo>
                    <a:cubicBezTo>
                      <a:pt x="177" y="737"/>
                      <a:pt x="177" y="708"/>
                      <a:pt x="142" y="652"/>
                    </a:cubicBezTo>
                    <a:cubicBezTo>
                      <a:pt x="114" y="623"/>
                      <a:pt x="114" y="560"/>
                      <a:pt x="114" y="531"/>
                    </a:cubicBezTo>
                    <a:cubicBezTo>
                      <a:pt x="85" y="475"/>
                      <a:pt x="85" y="447"/>
                      <a:pt x="85" y="383"/>
                    </a:cubicBezTo>
                    <a:cubicBezTo>
                      <a:pt x="85" y="355"/>
                      <a:pt x="85" y="298"/>
                      <a:pt x="114" y="270"/>
                    </a:cubicBezTo>
                    <a:cubicBezTo>
                      <a:pt x="114" y="206"/>
                      <a:pt x="114" y="178"/>
                      <a:pt x="142" y="121"/>
                    </a:cubicBezTo>
                    <a:cubicBezTo>
                      <a:pt x="177" y="93"/>
                      <a:pt x="177" y="29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71"/>
              <p:cNvSpPr/>
              <p:nvPr/>
            </p:nvSpPr>
            <p:spPr>
              <a:xfrm>
                <a:off x="5019075" y="2285250"/>
                <a:ext cx="44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178" h="765" extrusionOk="0">
                    <a:moveTo>
                      <a:pt x="149" y="1"/>
                    </a:moveTo>
                    <a:cubicBezTo>
                      <a:pt x="93" y="57"/>
                      <a:pt x="65" y="121"/>
                      <a:pt x="36" y="178"/>
                    </a:cubicBezTo>
                    <a:cubicBezTo>
                      <a:pt x="1" y="270"/>
                      <a:pt x="1" y="326"/>
                      <a:pt x="1" y="383"/>
                    </a:cubicBezTo>
                    <a:cubicBezTo>
                      <a:pt x="1" y="475"/>
                      <a:pt x="1" y="531"/>
                      <a:pt x="36" y="588"/>
                    </a:cubicBezTo>
                    <a:cubicBezTo>
                      <a:pt x="65" y="652"/>
                      <a:pt x="93" y="708"/>
                      <a:pt x="149" y="765"/>
                    </a:cubicBezTo>
                    <a:lnTo>
                      <a:pt x="178" y="765"/>
                    </a:lnTo>
                    <a:cubicBezTo>
                      <a:pt x="178" y="737"/>
                      <a:pt x="149" y="708"/>
                      <a:pt x="121" y="652"/>
                    </a:cubicBezTo>
                    <a:cubicBezTo>
                      <a:pt x="121" y="623"/>
                      <a:pt x="93" y="560"/>
                      <a:pt x="93" y="531"/>
                    </a:cubicBezTo>
                    <a:cubicBezTo>
                      <a:pt x="65" y="475"/>
                      <a:pt x="65" y="447"/>
                      <a:pt x="65" y="383"/>
                    </a:cubicBezTo>
                    <a:cubicBezTo>
                      <a:pt x="65" y="355"/>
                      <a:pt x="65" y="298"/>
                      <a:pt x="93" y="270"/>
                    </a:cubicBezTo>
                    <a:cubicBezTo>
                      <a:pt x="93" y="206"/>
                      <a:pt x="121" y="178"/>
                      <a:pt x="121" y="121"/>
                    </a:cubicBezTo>
                    <a:cubicBezTo>
                      <a:pt x="149" y="93"/>
                      <a:pt x="178" y="29"/>
                      <a:pt x="1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71"/>
              <p:cNvSpPr/>
              <p:nvPr/>
            </p:nvSpPr>
            <p:spPr>
              <a:xfrm>
                <a:off x="5027225" y="2289675"/>
                <a:ext cx="2325" cy="11175"/>
              </a:xfrm>
              <a:custGeom>
                <a:avLst/>
                <a:gdLst/>
                <a:ahLst/>
                <a:cxnLst/>
                <a:rect l="l" t="t" r="r" b="b"/>
                <a:pathLst>
                  <a:path w="93" h="447" extrusionOk="0">
                    <a:moveTo>
                      <a:pt x="0" y="1"/>
                    </a:moveTo>
                    <a:lnTo>
                      <a:pt x="0" y="93"/>
                    </a:lnTo>
                    <a:lnTo>
                      <a:pt x="92" y="93"/>
                    </a:lnTo>
                    <a:lnTo>
                      <a:pt x="92" y="1"/>
                    </a:lnTo>
                    <a:close/>
                    <a:moveTo>
                      <a:pt x="0" y="354"/>
                    </a:moveTo>
                    <a:lnTo>
                      <a:pt x="0" y="446"/>
                    </a:lnTo>
                    <a:lnTo>
                      <a:pt x="92" y="446"/>
                    </a:lnTo>
                    <a:lnTo>
                      <a:pt x="92" y="3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71"/>
              <p:cNvSpPr/>
              <p:nvPr/>
            </p:nvSpPr>
            <p:spPr>
              <a:xfrm>
                <a:off x="5036775" y="2285975"/>
                <a:ext cx="97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390" h="623" extrusionOk="0">
                    <a:moveTo>
                      <a:pt x="269" y="92"/>
                    </a:moveTo>
                    <a:cubicBezTo>
                      <a:pt x="297" y="120"/>
                      <a:pt x="297" y="149"/>
                      <a:pt x="297" y="177"/>
                    </a:cubicBezTo>
                    <a:cubicBezTo>
                      <a:pt x="326" y="205"/>
                      <a:pt x="326" y="241"/>
                      <a:pt x="326" y="297"/>
                    </a:cubicBezTo>
                    <a:lnTo>
                      <a:pt x="326" y="326"/>
                    </a:lnTo>
                    <a:cubicBezTo>
                      <a:pt x="326" y="382"/>
                      <a:pt x="326" y="418"/>
                      <a:pt x="297" y="446"/>
                    </a:cubicBezTo>
                    <a:cubicBezTo>
                      <a:pt x="297" y="474"/>
                      <a:pt x="297" y="502"/>
                      <a:pt x="269" y="531"/>
                    </a:cubicBezTo>
                    <a:cubicBezTo>
                      <a:pt x="269" y="531"/>
                      <a:pt x="241" y="559"/>
                      <a:pt x="212" y="559"/>
                    </a:cubicBezTo>
                    <a:cubicBezTo>
                      <a:pt x="177" y="559"/>
                      <a:pt x="149" y="531"/>
                      <a:pt x="121" y="531"/>
                    </a:cubicBezTo>
                    <a:cubicBezTo>
                      <a:pt x="92" y="502"/>
                      <a:pt x="92" y="474"/>
                      <a:pt x="92" y="446"/>
                    </a:cubicBezTo>
                    <a:cubicBezTo>
                      <a:pt x="92" y="418"/>
                      <a:pt x="64" y="382"/>
                      <a:pt x="64" y="326"/>
                    </a:cubicBezTo>
                    <a:lnTo>
                      <a:pt x="64" y="297"/>
                    </a:lnTo>
                    <a:cubicBezTo>
                      <a:pt x="64" y="241"/>
                      <a:pt x="92" y="205"/>
                      <a:pt x="92" y="177"/>
                    </a:cubicBezTo>
                    <a:cubicBezTo>
                      <a:pt x="92" y="149"/>
                      <a:pt x="92" y="120"/>
                      <a:pt x="121" y="92"/>
                    </a:cubicBezTo>
                    <a:close/>
                    <a:moveTo>
                      <a:pt x="212" y="0"/>
                    </a:moveTo>
                    <a:cubicBezTo>
                      <a:pt x="177" y="0"/>
                      <a:pt x="149" y="28"/>
                      <a:pt x="121" y="28"/>
                    </a:cubicBezTo>
                    <a:cubicBezTo>
                      <a:pt x="92" y="28"/>
                      <a:pt x="64" y="64"/>
                      <a:pt x="64" y="92"/>
                    </a:cubicBezTo>
                    <a:cubicBezTo>
                      <a:pt x="36" y="92"/>
                      <a:pt x="36" y="120"/>
                      <a:pt x="0" y="177"/>
                    </a:cubicBezTo>
                    <a:lnTo>
                      <a:pt x="0" y="326"/>
                    </a:lnTo>
                    <a:lnTo>
                      <a:pt x="0" y="474"/>
                    </a:lnTo>
                    <a:cubicBezTo>
                      <a:pt x="36" y="502"/>
                      <a:pt x="36" y="531"/>
                      <a:pt x="64" y="559"/>
                    </a:cubicBezTo>
                    <a:cubicBezTo>
                      <a:pt x="64" y="594"/>
                      <a:pt x="92" y="594"/>
                      <a:pt x="121" y="594"/>
                    </a:cubicBezTo>
                    <a:cubicBezTo>
                      <a:pt x="149" y="623"/>
                      <a:pt x="177" y="623"/>
                      <a:pt x="212" y="623"/>
                    </a:cubicBezTo>
                    <a:cubicBezTo>
                      <a:pt x="241" y="623"/>
                      <a:pt x="269" y="623"/>
                      <a:pt x="297" y="594"/>
                    </a:cubicBezTo>
                    <a:cubicBezTo>
                      <a:pt x="297" y="594"/>
                      <a:pt x="326" y="594"/>
                      <a:pt x="354" y="559"/>
                    </a:cubicBezTo>
                    <a:cubicBezTo>
                      <a:pt x="354" y="531"/>
                      <a:pt x="389" y="502"/>
                      <a:pt x="389" y="474"/>
                    </a:cubicBezTo>
                    <a:lnTo>
                      <a:pt x="389" y="326"/>
                    </a:lnTo>
                    <a:lnTo>
                      <a:pt x="389" y="177"/>
                    </a:lnTo>
                    <a:cubicBezTo>
                      <a:pt x="389" y="120"/>
                      <a:pt x="354" y="92"/>
                      <a:pt x="354" y="92"/>
                    </a:cubicBezTo>
                    <a:cubicBezTo>
                      <a:pt x="326" y="64"/>
                      <a:pt x="297" y="28"/>
                      <a:pt x="297" y="28"/>
                    </a:cubicBezTo>
                    <a:cubicBezTo>
                      <a:pt x="269" y="28"/>
                      <a:pt x="241" y="0"/>
                      <a:pt x="2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71"/>
              <p:cNvSpPr/>
              <p:nvPr/>
            </p:nvSpPr>
            <p:spPr>
              <a:xfrm>
                <a:off x="5048625" y="2285975"/>
                <a:ext cx="102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1" h="623" extrusionOk="0">
                    <a:moveTo>
                      <a:pt x="297" y="92"/>
                    </a:moveTo>
                    <a:cubicBezTo>
                      <a:pt x="297" y="120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7" y="502"/>
                      <a:pt x="297" y="531"/>
                    </a:cubicBezTo>
                    <a:cubicBezTo>
                      <a:pt x="269" y="531"/>
                      <a:pt x="234" y="559"/>
                      <a:pt x="205" y="559"/>
                    </a:cubicBezTo>
                    <a:cubicBezTo>
                      <a:pt x="177" y="559"/>
                      <a:pt x="149" y="531"/>
                      <a:pt x="149" y="531"/>
                    </a:cubicBezTo>
                    <a:cubicBezTo>
                      <a:pt x="121" y="502"/>
                      <a:pt x="121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121" y="149"/>
                      <a:pt x="121" y="120"/>
                      <a:pt x="149" y="92"/>
                    </a:cubicBezTo>
                    <a:close/>
                    <a:moveTo>
                      <a:pt x="205" y="0"/>
                    </a:moveTo>
                    <a:cubicBezTo>
                      <a:pt x="177" y="0"/>
                      <a:pt x="149" y="28"/>
                      <a:pt x="121" y="28"/>
                    </a:cubicBezTo>
                    <a:cubicBezTo>
                      <a:pt x="92" y="28"/>
                      <a:pt x="92" y="64"/>
                      <a:pt x="57" y="92"/>
                    </a:cubicBezTo>
                    <a:cubicBezTo>
                      <a:pt x="57" y="92"/>
                      <a:pt x="29" y="120"/>
                      <a:pt x="29" y="177"/>
                    </a:cubicBezTo>
                    <a:cubicBezTo>
                      <a:pt x="0" y="205"/>
                      <a:pt x="0" y="269"/>
                      <a:pt x="0" y="326"/>
                    </a:cubicBezTo>
                    <a:cubicBezTo>
                      <a:pt x="0" y="382"/>
                      <a:pt x="0" y="418"/>
                      <a:pt x="29" y="474"/>
                    </a:cubicBezTo>
                    <a:cubicBezTo>
                      <a:pt x="29" y="502"/>
                      <a:pt x="57" y="531"/>
                      <a:pt x="57" y="559"/>
                    </a:cubicBezTo>
                    <a:cubicBezTo>
                      <a:pt x="92" y="594"/>
                      <a:pt x="92" y="594"/>
                      <a:pt x="121" y="594"/>
                    </a:cubicBezTo>
                    <a:cubicBezTo>
                      <a:pt x="149" y="623"/>
                      <a:pt x="177" y="623"/>
                      <a:pt x="205" y="623"/>
                    </a:cubicBezTo>
                    <a:cubicBezTo>
                      <a:pt x="234" y="623"/>
                      <a:pt x="269" y="623"/>
                      <a:pt x="297" y="594"/>
                    </a:cubicBezTo>
                    <a:cubicBezTo>
                      <a:pt x="326" y="594"/>
                      <a:pt x="354" y="594"/>
                      <a:pt x="354" y="559"/>
                    </a:cubicBezTo>
                    <a:cubicBezTo>
                      <a:pt x="382" y="531"/>
                      <a:pt x="382" y="502"/>
                      <a:pt x="411" y="474"/>
                    </a:cubicBezTo>
                    <a:lnTo>
                      <a:pt x="411" y="326"/>
                    </a:lnTo>
                    <a:lnTo>
                      <a:pt x="411" y="177"/>
                    </a:lnTo>
                    <a:cubicBezTo>
                      <a:pt x="382" y="120"/>
                      <a:pt x="382" y="92"/>
                      <a:pt x="354" y="92"/>
                    </a:cubicBezTo>
                    <a:cubicBezTo>
                      <a:pt x="354" y="64"/>
                      <a:pt x="326" y="28"/>
                      <a:pt x="297" y="28"/>
                    </a:cubicBezTo>
                    <a:cubicBezTo>
                      <a:pt x="269" y="28"/>
                      <a:pt x="234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71"/>
              <p:cNvSpPr/>
              <p:nvPr/>
            </p:nvSpPr>
            <p:spPr>
              <a:xfrm>
                <a:off x="5065600" y="2294100"/>
                <a:ext cx="5150" cy="23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93" extrusionOk="0">
                    <a:moveTo>
                      <a:pt x="0" y="1"/>
                    </a:moveTo>
                    <a:lnTo>
                      <a:pt x="0" y="93"/>
                    </a:lnTo>
                    <a:lnTo>
                      <a:pt x="206" y="93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71"/>
              <p:cNvSpPr/>
              <p:nvPr/>
            </p:nvSpPr>
            <p:spPr>
              <a:xfrm>
                <a:off x="5077450" y="2292675"/>
                <a:ext cx="10275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411" h="235" extrusionOk="0">
                    <a:moveTo>
                      <a:pt x="0" y="1"/>
                    </a:moveTo>
                    <a:lnTo>
                      <a:pt x="0" y="58"/>
                    </a:lnTo>
                    <a:lnTo>
                      <a:pt x="411" y="58"/>
                    </a:lnTo>
                    <a:lnTo>
                      <a:pt x="411" y="1"/>
                    </a:lnTo>
                    <a:close/>
                    <a:moveTo>
                      <a:pt x="0" y="178"/>
                    </a:moveTo>
                    <a:lnTo>
                      <a:pt x="0" y="234"/>
                    </a:lnTo>
                    <a:lnTo>
                      <a:pt x="411" y="234"/>
                    </a:lnTo>
                    <a:lnTo>
                      <a:pt x="411" y="17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71"/>
              <p:cNvSpPr/>
              <p:nvPr/>
            </p:nvSpPr>
            <p:spPr>
              <a:xfrm>
                <a:off x="5090700" y="2290400"/>
                <a:ext cx="10300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8" extrusionOk="0">
                    <a:moveTo>
                      <a:pt x="1" y="0"/>
                    </a:moveTo>
                    <a:lnTo>
                      <a:pt x="1" y="64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7"/>
                    </a:lnTo>
                    <a:lnTo>
                      <a:pt x="411" y="269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71"/>
              <p:cNvSpPr/>
              <p:nvPr/>
            </p:nvSpPr>
            <p:spPr>
              <a:xfrm>
                <a:off x="5103975" y="2290400"/>
                <a:ext cx="10275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1" h="418" extrusionOk="0">
                    <a:moveTo>
                      <a:pt x="1" y="0"/>
                    </a:moveTo>
                    <a:lnTo>
                      <a:pt x="1" y="64"/>
                    </a:lnTo>
                    <a:lnTo>
                      <a:pt x="354" y="205"/>
                    </a:lnTo>
                    <a:lnTo>
                      <a:pt x="1" y="354"/>
                    </a:lnTo>
                    <a:lnTo>
                      <a:pt x="1" y="417"/>
                    </a:lnTo>
                    <a:lnTo>
                      <a:pt x="411" y="269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71"/>
              <p:cNvSpPr/>
              <p:nvPr/>
            </p:nvSpPr>
            <p:spPr>
              <a:xfrm>
                <a:off x="5116350" y="2285250"/>
                <a:ext cx="60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42" h="765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64" y="57"/>
                    </a:lnTo>
                    <a:lnTo>
                      <a:pt x="93" y="93"/>
                    </a:lnTo>
                    <a:lnTo>
                      <a:pt x="93" y="121"/>
                    </a:lnTo>
                    <a:lnTo>
                      <a:pt x="93" y="298"/>
                    </a:lnTo>
                    <a:cubicBezTo>
                      <a:pt x="93" y="326"/>
                      <a:pt x="93" y="326"/>
                      <a:pt x="121" y="355"/>
                    </a:cubicBezTo>
                    <a:lnTo>
                      <a:pt x="149" y="383"/>
                    </a:lnTo>
                    <a:lnTo>
                      <a:pt x="178" y="383"/>
                    </a:lnTo>
                    <a:cubicBezTo>
                      <a:pt x="149" y="383"/>
                      <a:pt x="121" y="411"/>
                      <a:pt x="121" y="411"/>
                    </a:cubicBezTo>
                    <a:cubicBezTo>
                      <a:pt x="121" y="447"/>
                      <a:pt x="93" y="447"/>
                      <a:pt x="93" y="475"/>
                    </a:cubicBezTo>
                    <a:lnTo>
                      <a:pt x="93" y="680"/>
                    </a:lnTo>
                    <a:lnTo>
                      <a:pt x="93" y="708"/>
                    </a:lnTo>
                    <a:lnTo>
                      <a:pt x="1" y="708"/>
                    </a:lnTo>
                    <a:lnTo>
                      <a:pt x="1" y="765"/>
                    </a:lnTo>
                    <a:lnTo>
                      <a:pt x="64" y="765"/>
                    </a:lnTo>
                    <a:cubicBezTo>
                      <a:pt x="93" y="765"/>
                      <a:pt x="93" y="765"/>
                      <a:pt x="121" y="737"/>
                    </a:cubicBezTo>
                    <a:cubicBezTo>
                      <a:pt x="121" y="737"/>
                      <a:pt x="149" y="737"/>
                      <a:pt x="149" y="708"/>
                    </a:cubicBezTo>
                    <a:lnTo>
                      <a:pt x="149" y="652"/>
                    </a:lnTo>
                    <a:lnTo>
                      <a:pt x="149" y="475"/>
                    </a:lnTo>
                    <a:lnTo>
                      <a:pt x="178" y="447"/>
                    </a:lnTo>
                    <a:lnTo>
                      <a:pt x="213" y="447"/>
                    </a:lnTo>
                    <a:cubicBezTo>
                      <a:pt x="213" y="411"/>
                      <a:pt x="213" y="411"/>
                      <a:pt x="241" y="411"/>
                    </a:cubicBezTo>
                    <a:lnTo>
                      <a:pt x="241" y="355"/>
                    </a:lnTo>
                    <a:lnTo>
                      <a:pt x="213" y="355"/>
                    </a:lnTo>
                    <a:cubicBezTo>
                      <a:pt x="178" y="355"/>
                      <a:pt x="178" y="355"/>
                      <a:pt x="178" y="326"/>
                    </a:cubicBezTo>
                    <a:cubicBezTo>
                      <a:pt x="178" y="326"/>
                      <a:pt x="149" y="326"/>
                      <a:pt x="149" y="298"/>
                    </a:cubicBezTo>
                    <a:lnTo>
                      <a:pt x="149" y="121"/>
                    </a:lnTo>
                    <a:lnTo>
                      <a:pt x="149" y="57"/>
                    </a:lnTo>
                    <a:lnTo>
                      <a:pt x="121" y="29"/>
                    </a:lnTo>
                    <a:cubicBezTo>
                      <a:pt x="93" y="29"/>
                      <a:pt x="93" y="29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71"/>
              <p:cNvSpPr/>
              <p:nvPr/>
            </p:nvSpPr>
            <p:spPr>
              <a:xfrm>
                <a:off x="5128925" y="2285250"/>
                <a:ext cx="44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177" h="765" extrusionOk="0">
                    <a:moveTo>
                      <a:pt x="0" y="1"/>
                    </a:moveTo>
                    <a:cubicBezTo>
                      <a:pt x="0" y="57"/>
                      <a:pt x="28" y="93"/>
                      <a:pt x="64" y="121"/>
                    </a:cubicBezTo>
                    <a:cubicBezTo>
                      <a:pt x="64" y="178"/>
                      <a:pt x="92" y="206"/>
                      <a:pt x="92" y="270"/>
                    </a:cubicBezTo>
                    <a:cubicBezTo>
                      <a:pt x="120" y="298"/>
                      <a:pt x="120" y="355"/>
                      <a:pt x="120" y="383"/>
                    </a:cubicBezTo>
                    <a:cubicBezTo>
                      <a:pt x="120" y="447"/>
                      <a:pt x="120" y="475"/>
                      <a:pt x="92" y="531"/>
                    </a:cubicBezTo>
                    <a:cubicBezTo>
                      <a:pt x="92" y="560"/>
                      <a:pt x="64" y="623"/>
                      <a:pt x="64" y="652"/>
                    </a:cubicBezTo>
                    <a:cubicBezTo>
                      <a:pt x="28" y="708"/>
                      <a:pt x="0" y="737"/>
                      <a:pt x="0" y="765"/>
                    </a:cubicBezTo>
                    <a:lnTo>
                      <a:pt x="28" y="765"/>
                    </a:lnTo>
                    <a:cubicBezTo>
                      <a:pt x="92" y="708"/>
                      <a:pt x="120" y="652"/>
                      <a:pt x="149" y="588"/>
                    </a:cubicBezTo>
                    <a:cubicBezTo>
                      <a:pt x="177" y="531"/>
                      <a:pt x="177" y="475"/>
                      <a:pt x="177" y="383"/>
                    </a:cubicBezTo>
                    <a:cubicBezTo>
                      <a:pt x="177" y="326"/>
                      <a:pt x="177" y="270"/>
                      <a:pt x="149" y="178"/>
                    </a:cubicBezTo>
                    <a:cubicBezTo>
                      <a:pt x="120" y="121"/>
                      <a:pt x="92" y="57"/>
                      <a:pt x="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71"/>
              <p:cNvSpPr/>
              <p:nvPr/>
            </p:nvSpPr>
            <p:spPr>
              <a:xfrm>
                <a:off x="5028800" y="2316200"/>
                <a:ext cx="517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765" extrusionOk="0">
                    <a:moveTo>
                      <a:pt x="142" y="1"/>
                    </a:moveTo>
                    <a:lnTo>
                      <a:pt x="114" y="29"/>
                    </a:lnTo>
                    <a:cubicBezTo>
                      <a:pt x="86" y="29"/>
                      <a:pt x="86" y="29"/>
                      <a:pt x="86" y="57"/>
                    </a:cubicBezTo>
                    <a:cubicBezTo>
                      <a:pt x="58" y="57"/>
                      <a:pt x="58" y="93"/>
                      <a:pt x="58" y="121"/>
                    </a:cubicBezTo>
                    <a:lnTo>
                      <a:pt x="58" y="298"/>
                    </a:lnTo>
                    <a:lnTo>
                      <a:pt x="58" y="326"/>
                    </a:lnTo>
                    <a:cubicBezTo>
                      <a:pt x="58" y="326"/>
                      <a:pt x="29" y="326"/>
                      <a:pt x="29" y="355"/>
                    </a:cubicBezTo>
                    <a:lnTo>
                      <a:pt x="1" y="355"/>
                    </a:lnTo>
                    <a:lnTo>
                      <a:pt x="1" y="411"/>
                    </a:lnTo>
                    <a:lnTo>
                      <a:pt x="29" y="411"/>
                    </a:lnTo>
                    <a:lnTo>
                      <a:pt x="58" y="447"/>
                    </a:lnTo>
                    <a:lnTo>
                      <a:pt x="58" y="475"/>
                    </a:lnTo>
                    <a:lnTo>
                      <a:pt x="58" y="652"/>
                    </a:lnTo>
                    <a:cubicBezTo>
                      <a:pt x="58" y="680"/>
                      <a:pt x="58" y="680"/>
                      <a:pt x="86" y="708"/>
                    </a:cubicBezTo>
                    <a:cubicBezTo>
                      <a:pt x="86" y="708"/>
                      <a:pt x="86" y="737"/>
                      <a:pt x="114" y="737"/>
                    </a:cubicBezTo>
                    <a:lnTo>
                      <a:pt x="142" y="765"/>
                    </a:lnTo>
                    <a:lnTo>
                      <a:pt x="206" y="765"/>
                    </a:lnTo>
                    <a:lnTo>
                      <a:pt x="206" y="708"/>
                    </a:lnTo>
                    <a:lnTo>
                      <a:pt x="142" y="708"/>
                    </a:lnTo>
                    <a:lnTo>
                      <a:pt x="142" y="652"/>
                    </a:lnTo>
                    <a:lnTo>
                      <a:pt x="114" y="475"/>
                    </a:lnTo>
                    <a:lnTo>
                      <a:pt x="114" y="411"/>
                    </a:lnTo>
                    <a:lnTo>
                      <a:pt x="86" y="383"/>
                    </a:lnTo>
                    <a:lnTo>
                      <a:pt x="29" y="383"/>
                    </a:lnTo>
                    <a:cubicBezTo>
                      <a:pt x="86" y="383"/>
                      <a:pt x="86" y="383"/>
                      <a:pt x="114" y="355"/>
                    </a:cubicBezTo>
                    <a:lnTo>
                      <a:pt x="114" y="298"/>
                    </a:lnTo>
                    <a:lnTo>
                      <a:pt x="142" y="93"/>
                    </a:lnTo>
                    <a:lnTo>
                      <a:pt x="142" y="57"/>
                    </a:lnTo>
                    <a:lnTo>
                      <a:pt x="206" y="57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71"/>
              <p:cNvSpPr/>
              <p:nvPr/>
            </p:nvSpPr>
            <p:spPr>
              <a:xfrm>
                <a:off x="5041200" y="2316200"/>
                <a:ext cx="53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13" h="765" extrusionOk="0">
                    <a:moveTo>
                      <a:pt x="149" y="1"/>
                    </a:moveTo>
                    <a:cubicBezTo>
                      <a:pt x="92" y="57"/>
                      <a:pt x="64" y="121"/>
                      <a:pt x="35" y="178"/>
                    </a:cubicBezTo>
                    <a:cubicBezTo>
                      <a:pt x="0" y="234"/>
                      <a:pt x="0" y="326"/>
                      <a:pt x="0" y="383"/>
                    </a:cubicBezTo>
                    <a:cubicBezTo>
                      <a:pt x="0" y="447"/>
                      <a:pt x="0" y="531"/>
                      <a:pt x="35" y="588"/>
                    </a:cubicBezTo>
                    <a:cubicBezTo>
                      <a:pt x="64" y="652"/>
                      <a:pt x="92" y="708"/>
                      <a:pt x="149" y="765"/>
                    </a:cubicBezTo>
                    <a:lnTo>
                      <a:pt x="212" y="765"/>
                    </a:lnTo>
                    <a:cubicBezTo>
                      <a:pt x="177" y="737"/>
                      <a:pt x="149" y="680"/>
                      <a:pt x="120" y="652"/>
                    </a:cubicBezTo>
                    <a:cubicBezTo>
                      <a:pt x="120" y="588"/>
                      <a:pt x="92" y="560"/>
                      <a:pt x="92" y="503"/>
                    </a:cubicBezTo>
                    <a:cubicBezTo>
                      <a:pt x="92" y="475"/>
                      <a:pt x="64" y="411"/>
                      <a:pt x="64" y="383"/>
                    </a:cubicBezTo>
                    <a:cubicBezTo>
                      <a:pt x="64" y="326"/>
                      <a:pt x="92" y="298"/>
                      <a:pt x="92" y="234"/>
                    </a:cubicBezTo>
                    <a:cubicBezTo>
                      <a:pt x="92" y="206"/>
                      <a:pt x="120" y="149"/>
                      <a:pt x="120" y="121"/>
                    </a:cubicBezTo>
                    <a:cubicBezTo>
                      <a:pt x="149" y="57"/>
                      <a:pt x="177" y="29"/>
                      <a:pt x="2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71"/>
              <p:cNvSpPr/>
              <p:nvPr/>
            </p:nvSpPr>
            <p:spPr>
              <a:xfrm>
                <a:off x="5048625" y="2321350"/>
                <a:ext cx="9575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8" extrusionOk="0">
                    <a:moveTo>
                      <a:pt x="382" y="0"/>
                    </a:moveTo>
                    <a:lnTo>
                      <a:pt x="0" y="177"/>
                    </a:lnTo>
                    <a:lnTo>
                      <a:pt x="0" y="241"/>
                    </a:lnTo>
                    <a:lnTo>
                      <a:pt x="382" y="417"/>
                    </a:lnTo>
                    <a:lnTo>
                      <a:pt x="382" y="354"/>
                    </a:lnTo>
                    <a:lnTo>
                      <a:pt x="57" y="205"/>
                    </a:lnTo>
                    <a:lnTo>
                      <a:pt x="382" y="64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71"/>
              <p:cNvSpPr/>
              <p:nvPr/>
            </p:nvSpPr>
            <p:spPr>
              <a:xfrm>
                <a:off x="5061875" y="2316925"/>
                <a:ext cx="887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95" extrusionOk="0">
                    <a:moveTo>
                      <a:pt x="178" y="0"/>
                    </a:moveTo>
                    <a:cubicBezTo>
                      <a:pt x="178" y="28"/>
                      <a:pt x="149" y="28"/>
                      <a:pt x="121" y="64"/>
                    </a:cubicBezTo>
                    <a:lnTo>
                      <a:pt x="57" y="64"/>
                    </a:lnTo>
                    <a:cubicBezTo>
                      <a:pt x="29" y="92"/>
                      <a:pt x="29" y="92"/>
                      <a:pt x="1" y="92"/>
                    </a:cubicBezTo>
                    <a:lnTo>
                      <a:pt x="1" y="120"/>
                    </a:lnTo>
                    <a:lnTo>
                      <a:pt x="149" y="120"/>
                    </a:lnTo>
                    <a:lnTo>
                      <a:pt x="149" y="531"/>
                    </a:lnTo>
                    <a:lnTo>
                      <a:pt x="1" y="531"/>
                    </a:lnTo>
                    <a:lnTo>
                      <a:pt x="1" y="594"/>
                    </a:lnTo>
                    <a:lnTo>
                      <a:pt x="355" y="594"/>
                    </a:lnTo>
                    <a:lnTo>
                      <a:pt x="355" y="531"/>
                    </a:lnTo>
                    <a:lnTo>
                      <a:pt x="206" y="53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71"/>
              <p:cNvSpPr/>
              <p:nvPr/>
            </p:nvSpPr>
            <p:spPr>
              <a:xfrm>
                <a:off x="5076550" y="2316925"/>
                <a:ext cx="104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23" extrusionOk="0">
                    <a:moveTo>
                      <a:pt x="213" y="64"/>
                    </a:moveTo>
                    <a:cubicBezTo>
                      <a:pt x="242" y="64"/>
                      <a:pt x="270" y="92"/>
                      <a:pt x="298" y="92"/>
                    </a:cubicBezTo>
                    <a:cubicBezTo>
                      <a:pt x="298" y="120"/>
                      <a:pt x="326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2"/>
                      <a:pt x="298" y="531"/>
                    </a:cubicBezTo>
                    <a:lnTo>
                      <a:pt x="150" y="531"/>
                    </a:lnTo>
                    <a:cubicBezTo>
                      <a:pt x="121" y="502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20"/>
                      <a:pt x="121" y="120"/>
                      <a:pt x="150" y="92"/>
                    </a:cubicBezTo>
                    <a:cubicBezTo>
                      <a:pt x="150" y="92"/>
                      <a:pt x="178" y="64"/>
                      <a:pt x="213" y="64"/>
                    </a:cubicBezTo>
                    <a:close/>
                    <a:moveTo>
                      <a:pt x="213" y="0"/>
                    </a:moveTo>
                    <a:cubicBezTo>
                      <a:pt x="178" y="0"/>
                      <a:pt x="150" y="0"/>
                      <a:pt x="121" y="28"/>
                    </a:cubicBezTo>
                    <a:cubicBezTo>
                      <a:pt x="121" y="28"/>
                      <a:pt x="93" y="28"/>
                      <a:pt x="65" y="64"/>
                    </a:cubicBezTo>
                    <a:cubicBezTo>
                      <a:pt x="65" y="92"/>
                      <a:pt x="36" y="120"/>
                      <a:pt x="36" y="149"/>
                    </a:cubicBezTo>
                    <a:cubicBezTo>
                      <a:pt x="36" y="205"/>
                      <a:pt x="1" y="241"/>
                      <a:pt x="1" y="297"/>
                    </a:cubicBezTo>
                    <a:cubicBezTo>
                      <a:pt x="1" y="354"/>
                      <a:pt x="36" y="418"/>
                      <a:pt x="36" y="446"/>
                    </a:cubicBezTo>
                    <a:cubicBezTo>
                      <a:pt x="36" y="502"/>
                      <a:pt x="65" y="531"/>
                      <a:pt x="65" y="531"/>
                    </a:cubicBezTo>
                    <a:cubicBezTo>
                      <a:pt x="93" y="559"/>
                      <a:pt x="121" y="594"/>
                      <a:pt x="121" y="594"/>
                    </a:cubicBezTo>
                    <a:cubicBezTo>
                      <a:pt x="150" y="594"/>
                      <a:pt x="178" y="623"/>
                      <a:pt x="213" y="623"/>
                    </a:cubicBezTo>
                    <a:cubicBezTo>
                      <a:pt x="242" y="623"/>
                      <a:pt x="270" y="594"/>
                      <a:pt x="298" y="594"/>
                    </a:cubicBezTo>
                    <a:cubicBezTo>
                      <a:pt x="326" y="594"/>
                      <a:pt x="355" y="559"/>
                      <a:pt x="355" y="531"/>
                    </a:cubicBezTo>
                    <a:cubicBezTo>
                      <a:pt x="390" y="531"/>
                      <a:pt x="390" y="502"/>
                      <a:pt x="418" y="446"/>
                    </a:cubicBezTo>
                    <a:lnTo>
                      <a:pt x="418" y="297"/>
                    </a:lnTo>
                    <a:lnTo>
                      <a:pt x="418" y="149"/>
                    </a:lnTo>
                    <a:cubicBezTo>
                      <a:pt x="390" y="120"/>
                      <a:pt x="390" y="92"/>
                      <a:pt x="355" y="64"/>
                    </a:cubicBezTo>
                    <a:cubicBezTo>
                      <a:pt x="355" y="28"/>
                      <a:pt x="326" y="28"/>
                      <a:pt x="298" y="28"/>
                    </a:cubicBezTo>
                    <a:cubicBezTo>
                      <a:pt x="270" y="0"/>
                      <a:pt x="242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71"/>
              <p:cNvSpPr/>
              <p:nvPr/>
            </p:nvSpPr>
            <p:spPr>
              <a:xfrm>
                <a:off x="5089125" y="2316925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05" y="64"/>
                    </a:moveTo>
                    <a:cubicBezTo>
                      <a:pt x="241" y="64"/>
                      <a:pt x="269" y="92"/>
                      <a:pt x="269" y="92"/>
                    </a:cubicBezTo>
                    <a:cubicBezTo>
                      <a:pt x="297" y="120"/>
                      <a:pt x="297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7" y="474"/>
                      <a:pt x="297" y="502"/>
                      <a:pt x="269" y="531"/>
                    </a:cubicBezTo>
                    <a:lnTo>
                      <a:pt x="121" y="531"/>
                    </a:lnTo>
                    <a:cubicBezTo>
                      <a:pt x="121" y="502"/>
                      <a:pt x="92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92" y="120"/>
                      <a:pt x="121" y="120"/>
                      <a:pt x="121" y="92"/>
                    </a:cubicBezTo>
                    <a:cubicBezTo>
                      <a:pt x="149" y="92"/>
                      <a:pt x="177" y="64"/>
                      <a:pt x="205" y="64"/>
                    </a:cubicBezTo>
                    <a:close/>
                    <a:moveTo>
                      <a:pt x="205" y="0"/>
                    </a:moveTo>
                    <a:cubicBezTo>
                      <a:pt x="177" y="0"/>
                      <a:pt x="149" y="0"/>
                      <a:pt x="121" y="28"/>
                    </a:cubicBezTo>
                    <a:cubicBezTo>
                      <a:pt x="92" y="28"/>
                      <a:pt x="64" y="28"/>
                      <a:pt x="64" y="64"/>
                    </a:cubicBezTo>
                    <a:cubicBezTo>
                      <a:pt x="29" y="92"/>
                      <a:pt x="29" y="120"/>
                      <a:pt x="0" y="149"/>
                    </a:cubicBezTo>
                    <a:lnTo>
                      <a:pt x="0" y="297"/>
                    </a:lnTo>
                    <a:lnTo>
                      <a:pt x="0" y="446"/>
                    </a:lnTo>
                    <a:cubicBezTo>
                      <a:pt x="29" y="502"/>
                      <a:pt x="29" y="531"/>
                      <a:pt x="64" y="531"/>
                    </a:cubicBezTo>
                    <a:cubicBezTo>
                      <a:pt x="64" y="559"/>
                      <a:pt x="92" y="594"/>
                      <a:pt x="121" y="594"/>
                    </a:cubicBezTo>
                    <a:cubicBezTo>
                      <a:pt x="149" y="594"/>
                      <a:pt x="177" y="623"/>
                      <a:pt x="205" y="623"/>
                    </a:cubicBezTo>
                    <a:cubicBezTo>
                      <a:pt x="241" y="623"/>
                      <a:pt x="269" y="594"/>
                      <a:pt x="297" y="594"/>
                    </a:cubicBezTo>
                    <a:cubicBezTo>
                      <a:pt x="297" y="594"/>
                      <a:pt x="326" y="559"/>
                      <a:pt x="354" y="531"/>
                    </a:cubicBezTo>
                    <a:cubicBezTo>
                      <a:pt x="354" y="531"/>
                      <a:pt x="382" y="502"/>
                      <a:pt x="382" y="446"/>
                    </a:cubicBezTo>
                    <a:cubicBezTo>
                      <a:pt x="382" y="418"/>
                      <a:pt x="418" y="354"/>
                      <a:pt x="418" y="297"/>
                    </a:cubicBezTo>
                    <a:cubicBezTo>
                      <a:pt x="418" y="241"/>
                      <a:pt x="382" y="205"/>
                      <a:pt x="382" y="149"/>
                    </a:cubicBezTo>
                    <a:cubicBezTo>
                      <a:pt x="382" y="120"/>
                      <a:pt x="354" y="92"/>
                      <a:pt x="354" y="64"/>
                    </a:cubicBezTo>
                    <a:cubicBezTo>
                      <a:pt x="326" y="28"/>
                      <a:pt x="297" y="28"/>
                      <a:pt x="297" y="28"/>
                    </a:cubicBezTo>
                    <a:cubicBezTo>
                      <a:pt x="269" y="0"/>
                      <a:pt x="241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71"/>
              <p:cNvSpPr/>
              <p:nvPr/>
            </p:nvSpPr>
            <p:spPr>
              <a:xfrm>
                <a:off x="5106100" y="2316925"/>
                <a:ext cx="887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95" extrusionOk="0">
                    <a:moveTo>
                      <a:pt x="177" y="0"/>
                    </a:moveTo>
                    <a:cubicBezTo>
                      <a:pt x="177" y="28"/>
                      <a:pt x="149" y="28"/>
                      <a:pt x="121" y="64"/>
                    </a:cubicBezTo>
                    <a:lnTo>
                      <a:pt x="57" y="64"/>
                    </a:lnTo>
                    <a:cubicBezTo>
                      <a:pt x="29" y="92"/>
                      <a:pt x="29" y="92"/>
                      <a:pt x="0" y="92"/>
                    </a:cubicBezTo>
                    <a:lnTo>
                      <a:pt x="0" y="120"/>
                    </a:lnTo>
                    <a:lnTo>
                      <a:pt x="149" y="120"/>
                    </a:lnTo>
                    <a:lnTo>
                      <a:pt x="149" y="531"/>
                    </a:lnTo>
                    <a:lnTo>
                      <a:pt x="0" y="531"/>
                    </a:lnTo>
                    <a:lnTo>
                      <a:pt x="0" y="594"/>
                    </a:lnTo>
                    <a:lnTo>
                      <a:pt x="354" y="594"/>
                    </a:lnTo>
                    <a:lnTo>
                      <a:pt x="354" y="531"/>
                    </a:lnTo>
                    <a:lnTo>
                      <a:pt x="206" y="53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71"/>
              <p:cNvSpPr/>
              <p:nvPr/>
            </p:nvSpPr>
            <p:spPr>
              <a:xfrm>
                <a:off x="5120775" y="2316925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13" y="64"/>
                    </a:moveTo>
                    <a:cubicBezTo>
                      <a:pt x="241" y="64"/>
                      <a:pt x="269" y="92"/>
                      <a:pt x="298" y="92"/>
                    </a:cubicBezTo>
                    <a:cubicBezTo>
                      <a:pt x="298" y="120"/>
                      <a:pt x="326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2"/>
                      <a:pt x="298" y="531"/>
                    </a:cubicBezTo>
                    <a:lnTo>
                      <a:pt x="149" y="531"/>
                    </a:lnTo>
                    <a:cubicBezTo>
                      <a:pt x="121" y="502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20"/>
                      <a:pt x="121" y="120"/>
                      <a:pt x="149" y="92"/>
                    </a:cubicBezTo>
                    <a:cubicBezTo>
                      <a:pt x="149" y="92"/>
                      <a:pt x="177" y="64"/>
                      <a:pt x="213" y="64"/>
                    </a:cubicBezTo>
                    <a:close/>
                    <a:moveTo>
                      <a:pt x="213" y="0"/>
                    </a:moveTo>
                    <a:cubicBezTo>
                      <a:pt x="177" y="0"/>
                      <a:pt x="149" y="0"/>
                      <a:pt x="121" y="28"/>
                    </a:cubicBezTo>
                    <a:cubicBezTo>
                      <a:pt x="121" y="28"/>
                      <a:pt x="93" y="28"/>
                      <a:pt x="64" y="64"/>
                    </a:cubicBezTo>
                    <a:cubicBezTo>
                      <a:pt x="64" y="92"/>
                      <a:pt x="36" y="120"/>
                      <a:pt x="36" y="149"/>
                    </a:cubicBezTo>
                    <a:cubicBezTo>
                      <a:pt x="36" y="205"/>
                      <a:pt x="1" y="241"/>
                      <a:pt x="1" y="297"/>
                    </a:cubicBezTo>
                    <a:cubicBezTo>
                      <a:pt x="1" y="354"/>
                      <a:pt x="36" y="418"/>
                      <a:pt x="36" y="446"/>
                    </a:cubicBezTo>
                    <a:cubicBezTo>
                      <a:pt x="36" y="502"/>
                      <a:pt x="64" y="531"/>
                      <a:pt x="64" y="531"/>
                    </a:cubicBezTo>
                    <a:cubicBezTo>
                      <a:pt x="93" y="559"/>
                      <a:pt x="121" y="594"/>
                      <a:pt x="121" y="594"/>
                    </a:cubicBezTo>
                    <a:cubicBezTo>
                      <a:pt x="149" y="594"/>
                      <a:pt x="177" y="623"/>
                      <a:pt x="213" y="623"/>
                    </a:cubicBezTo>
                    <a:cubicBezTo>
                      <a:pt x="241" y="623"/>
                      <a:pt x="269" y="594"/>
                      <a:pt x="298" y="594"/>
                    </a:cubicBezTo>
                    <a:cubicBezTo>
                      <a:pt x="326" y="594"/>
                      <a:pt x="354" y="559"/>
                      <a:pt x="354" y="531"/>
                    </a:cubicBezTo>
                    <a:cubicBezTo>
                      <a:pt x="390" y="531"/>
                      <a:pt x="390" y="502"/>
                      <a:pt x="418" y="446"/>
                    </a:cubicBezTo>
                    <a:lnTo>
                      <a:pt x="418" y="297"/>
                    </a:lnTo>
                    <a:lnTo>
                      <a:pt x="418" y="149"/>
                    </a:lnTo>
                    <a:cubicBezTo>
                      <a:pt x="390" y="120"/>
                      <a:pt x="390" y="92"/>
                      <a:pt x="354" y="64"/>
                    </a:cubicBezTo>
                    <a:cubicBezTo>
                      <a:pt x="354" y="28"/>
                      <a:pt x="326" y="28"/>
                      <a:pt x="298" y="28"/>
                    </a:cubicBezTo>
                    <a:cubicBezTo>
                      <a:pt x="269" y="0"/>
                      <a:pt x="241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71"/>
              <p:cNvSpPr/>
              <p:nvPr/>
            </p:nvSpPr>
            <p:spPr>
              <a:xfrm>
                <a:off x="5133325" y="2316925"/>
                <a:ext cx="104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23" extrusionOk="0">
                    <a:moveTo>
                      <a:pt x="206" y="64"/>
                    </a:moveTo>
                    <a:cubicBezTo>
                      <a:pt x="241" y="64"/>
                      <a:pt x="270" y="92"/>
                      <a:pt x="270" y="92"/>
                    </a:cubicBezTo>
                    <a:cubicBezTo>
                      <a:pt x="298" y="120"/>
                      <a:pt x="298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8" y="474"/>
                      <a:pt x="298" y="502"/>
                      <a:pt x="270" y="531"/>
                    </a:cubicBezTo>
                    <a:lnTo>
                      <a:pt x="121" y="531"/>
                    </a:lnTo>
                    <a:cubicBezTo>
                      <a:pt x="121" y="502"/>
                      <a:pt x="93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93" y="120"/>
                      <a:pt x="121" y="120"/>
                      <a:pt x="121" y="92"/>
                    </a:cubicBezTo>
                    <a:cubicBezTo>
                      <a:pt x="149" y="92"/>
                      <a:pt x="178" y="64"/>
                      <a:pt x="206" y="64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8"/>
                    </a:cubicBezTo>
                    <a:cubicBezTo>
                      <a:pt x="93" y="28"/>
                      <a:pt x="65" y="28"/>
                      <a:pt x="65" y="64"/>
                    </a:cubicBezTo>
                    <a:cubicBezTo>
                      <a:pt x="29" y="92"/>
                      <a:pt x="29" y="120"/>
                      <a:pt x="1" y="149"/>
                    </a:cubicBezTo>
                    <a:lnTo>
                      <a:pt x="1" y="297"/>
                    </a:lnTo>
                    <a:lnTo>
                      <a:pt x="1" y="446"/>
                    </a:lnTo>
                    <a:cubicBezTo>
                      <a:pt x="29" y="502"/>
                      <a:pt x="29" y="531"/>
                      <a:pt x="65" y="531"/>
                    </a:cubicBezTo>
                    <a:cubicBezTo>
                      <a:pt x="65" y="559"/>
                      <a:pt x="93" y="594"/>
                      <a:pt x="121" y="594"/>
                    </a:cubicBezTo>
                    <a:cubicBezTo>
                      <a:pt x="149" y="594"/>
                      <a:pt x="178" y="623"/>
                      <a:pt x="206" y="623"/>
                    </a:cubicBezTo>
                    <a:cubicBezTo>
                      <a:pt x="241" y="623"/>
                      <a:pt x="270" y="594"/>
                      <a:pt x="298" y="594"/>
                    </a:cubicBezTo>
                    <a:cubicBezTo>
                      <a:pt x="298" y="594"/>
                      <a:pt x="326" y="559"/>
                      <a:pt x="355" y="531"/>
                    </a:cubicBezTo>
                    <a:cubicBezTo>
                      <a:pt x="355" y="531"/>
                      <a:pt x="383" y="502"/>
                      <a:pt x="383" y="446"/>
                    </a:cubicBezTo>
                    <a:cubicBezTo>
                      <a:pt x="383" y="418"/>
                      <a:pt x="418" y="354"/>
                      <a:pt x="418" y="297"/>
                    </a:cubicBezTo>
                    <a:cubicBezTo>
                      <a:pt x="418" y="241"/>
                      <a:pt x="383" y="205"/>
                      <a:pt x="383" y="149"/>
                    </a:cubicBezTo>
                    <a:cubicBezTo>
                      <a:pt x="383" y="120"/>
                      <a:pt x="355" y="92"/>
                      <a:pt x="355" y="64"/>
                    </a:cubicBezTo>
                    <a:cubicBezTo>
                      <a:pt x="326" y="28"/>
                      <a:pt x="298" y="28"/>
                      <a:pt x="298" y="28"/>
                    </a:cubicBezTo>
                    <a:cubicBezTo>
                      <a:pt x="270" y="0"/>
                      <a:pt x="241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71"/>
              <p:cNvSpPr/>
              <p:nvPr/>
            </p:nvSpPr>
            <p:spPr>
              <a:xfrm>
                <a:off x="5145175" y="2316925"/>
                <a:ext cx="1030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623" extrusionOk="0">
                    <a:moveTo>
                      <a:pt x="206" y="64"/>
                    </a:moveTo>
                    <a:cubicBezTo>
                      <a:pt x="234" y="64"/>
                      <a:pt x="263" y="92"/>
                      <a:pt x="298" y="92"/>
                    </a:cubicBezTo>
                    <a:cubicBezTo>
                      <a:pt x="298" y="120"/>
                      <a:pt x="326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2"/>
                      <a:pt x="298" y="531"/>
                    </a:cubicBezTo>
                    <a:lnTo>
                      <a:pt x="149" y="531"/>
                    </a:lnTo>
                    <a:cubicBezTo>
                      <a:pt x="121" y="502"/>
                      <a:pt x="121" y="474"/>
                      <a:pt x="86" y="446"/>
                    </a:cubicBezTo>
                    <a:lnTo>
                      <a:pt x="86" y="326"/>
                    </a:lnTo>
                    <a:lnTo>
                      <a:pt x="86" y="297"/>
                    </a:lnTo>
                    <a:lnTo>
                      <a:pt x="86" y="177"/>
                    </a:lnTo>
                    <a:cubicBezTo>
                      <a:pt x="121" y="120"/>
                      <a:pt x="121" y="120"/>
                      <a:pt x="149" y="92"/>
                    </a:cubicBezTo>
                    <a:cubicBezTo>
                      <a:pt x="149" y="92"/>
                      <a:pt x="178" y="64"/>
                      <a:pt x="206" y="64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8"/>
                    </a:cubicBezTo>
                    <a:cubicBezTo>
                      <a:pt x="121" y="28"/>
                      <a:pt x="86" y="28"/>
                      <a:pt x="57" y="64"/>
                    </a:cubicBezTo>
                    <a:cubicBezTo>
                      <a:pt x="57" y="92"/>
                      <a:pt x="29" y="120"/>
                      <a:pt x="29" y="149"/>
                    </a:cubicBezTo>
                    <a:cubicBezTo>
                      <a:pt x="29" y="205"/>
                      <a:pt x="1" y="241"/>
                      <a:pt x="1" y="297"/>
                    </a:cubicBezTo>
                    <a:cubicBezTo>
                      <a:pt x="1" y="354"/>
                      <a:pt x="29" y="418"/>
                      <a:pt x="29" y="446"/>
                    </a:cubicBezTo>
                    <a:cubicBezTo>
                      <a:pt x="29" y="502"/>
                      <a:pt x="57" y="531"/>
                      <a:pt x="57" y="531"/>
                    </a:cubicBezTo>
                    <a:cubicBezTo>
                      <a:pt x="86" y="559"/>
                      <a:pt x="121" y="594"/>
                      <a:pt x="121" y="594"/>
                    </a:cubicBezTo>
                    <a:cubicBezTo>
                      <a:pt x="149" y="594"/>
                      <a:pt x="178" y="623"/>
                      <a:pt x="206" y="623"/>
                    </a:cubicBezTo>
                    <a:cubicBezTo>
                      <a:pt x="234" y="623"/>
                      <a:pt x="263" y="594"/>
                      <a:pt x="298" y="594"/>
                    </a:cubicBezTo>
                    <a:cubicBezTo>
                      <a:pt x="326" y="594"/>
                      <a:pt x="355" y="559"/>
                      <a:pt x="355" y="531"/>
                    </a:cubicBezTo>
                    <a:cubicBezTo>
                      <a:pt x="383" y="531"/>
                      <a:pt x="383" y="502"/>
                      <a:pt x="411" y="446"/>
                    </a:cubicBezTo>
                    <a:lnTo>
                      <a:pt x="411" y="297"/>
                    </a:lnTo>
                    <a:lnTo>
                      <a:pt x="411" y="149"/>
                    </a:lnTo>
                    <a:cubicBezTo>
                      <a:pt x="383" y="120"/>
                      <a:pt x="383" y="92"/>
                      <a:pt x="355" y="64"/>
                    </a:cubicBezTo>
                    <a:cubicBezTo>
                      <a:pt x="355" y="28"/>
                      <a:pt x="326" y="28"/>
                      <a:pt x="298" y="28"/>
                    </a:cubicBezTo>
                    <a:cubicBezTo>
                      <a:pt x="263" y="0"/>
                      <a:pt x="23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71"/>
              <p:cNvSpPr/>
              <p:nvPr/>
            </p:nvSpPr>
            <p:spPr>
              <a:xfrm>
                <a:off x="5162875" y="2321350"/>
                <a:ext cx="10275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1" h="418" extrusionOk="0">
                    <a:moveTo>
                      <a:pt x="0" y="0"/>
                    </a:moveTo>
                    <a:lnTo>
                      <a:pt x="0" y="64"/>
                    </a:lnTo>
                    <a:lnTo>
                      <a:pt x="354" y="205"/>
                    </a:lnTo>
                    <a:lnTo>
                      <a:pt x="0" y="354"/>
                    </a:lnTo>
                    <a:lnTo>
                      <a:pt x="0" y="417"/>
                    </a:lnTo>
                    <a:lnTo>
                      <a:pt x="411" y="241"/>
                    </a:lnTo>
                    <a:lnTo>
                      <a:pt x="411" y="1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71"/>
              <p:cNvSpPr/>
              <p:nvPr/>
            </p:nvSpPr>
            <p:spPr>
              <a:xfrm>
                <a:off x="5176125" y="2321350"/>
                <a:ext cx="10300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8" extrusionOk="0">
                    <a:moveTo>
                      <a:pt x="1" y="0"/>
                    </a:moveTo>
                    <a:lnTo>
                      <a:pt x="1" y="64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7"/>
                    </a:lnTo>
                    <a:lnTo>
                      <a:pt x="411" y="241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71"/>
              <p:cNvSpPr/>
              <p:nvPr/>
            </p:nvSpPr>
            <p:spPr>
              <a:xfrm>
                <a:off x="5188700" y="231620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0" y="1"/>
                    </a:moveTo>
                    <a:cubicBezTo>
                      <a:pt x="28" y="29"/>
                      <a:pt x="28" y="93"/>
                      <a:pt x="57" y="121"/>
                    </a:cubicBezTo>
                    <a:cubicBezTo>
                      <a:pt x="85" y="149"/>
                      <a:pt x="85" y="206"/>
                      <a:pt x="113" y="234"/>
                    </a:cubicBezTo>
                    <a:lnTo>
                      <a:pt x="113" y="383"/>
                    </a:lnTo>
                    <a:lnTo>
                      <a:pt x="113" y="531"/>
                    </a:lnTo>
                    <a:cubicBezTo>
                      <a:pt x="85" y="560"/>
                      <a:pt x="85" y="623"/>
                      <a:pt x="57" y="652"/>
                    </a:cubicBezTo>
                    <a:cubicBezTo>
                      <a:pt x="28" y="680"/>
                      <a:pt x="28" y="737"/>
                      <a:pt x="0" y="765"/>
                    </a:cubicBezTo>
                    <a:lnTo>
                      <a:pt x="57" y="765"/>
                    </a:lnTo>
                    <a:cubicBezTo>
                      <a:pt x="85" y="708"/>
                      <a:pt x="149" y="652"/>
                      <a:pt x="149" y="588"/>
                    </a:cubicBezTo>
                    <a:cubicBezTo>
                      <a:pt x="177" y="531"/>
                      <a:pt x="205" y="447"/>
                      <a:pt x="205" y="383"/>
                    </a:cubicBezTo>
                    <a:cubicBezTo>
                      <a:pt x="205" y="326"/>
                      <a:pt x="177" y="234"/>
                      <a:pt x="149" y="178"/>
                    </a:cubicBezTo>
                    <a:cubicBezTo>
                      <a:pt x="149" y="121"/>
                      <a:pt x="85" y="57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71"/>
              <p:cNvSpPr/>
              <p:nvPr/>
            </p:nvSpPr>
            <p:spPr>
              <a:xfrm>
                <a:off x="5195950" y="2316200"/>
                <a:ext cx="60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41" h="765" extrusionOk="0">
                    <a:moveTo>
                      <a:pt x="0" y="1"/>
                    </a:moveTo>
                    <a:lnTo>
                      <a:pt x="0" y="57"/>
                    </a:lnTo>
                    <a:lnTo>
                      <a:pt x="64" y="57"/>
                    </a:lnTo>
                    <a:lnTo>
                      <a:pt x="92" y="93"/>
                    </a:lnTo>
                    <a:lnTo>
                      <a:pt x="92" y="298"/>
                    </a:lnTo>
                    <a:lnTo>
                      <a:pt x="92" y="326"/>
                    </a:lnTo>
                    <a:lnTo>
                      <a:pt x="120" y="355"/>
                    </a:lnTo>
                    <a:cubicBezTo>
                      <a:pt x="149" y="383"/>
                      <a:pt x="149" y="383"/>
                      <a:pt x="177" y="383"/>
                    </a:cubicBezTo>
                    <a:cubicBezTo>
                      <a:pt x="149" y="383"/>
                      <a:pt x="120" y="383"/>
                      <a:pt x="120" y="411"/>
                    </a:cubicBezTo>
                    <a:cubicBezTo>
                      <a:pt x="92" y="411"/>
                      <a:pt x="92" y="447"/>
                      <a:pt x="92" y="475"/>
                    </a:cubicBezTo>
                    <a:lnTo>
                      <a:pt x="92" y="652"/>
                    </a:lnTo>
                    <a:cubicBezTo>
                      <a:pt x="92" y="680"/>
                      <a:pt x="92" y="680"/>
                      <a:pt x="64" y="708"/>
                    </a:cubicBezTo>
                    <a:lnTo>
                      <a:pt x="0" y="708"/>
                    </a:lnTo>
                    <a:lnTo>
                      <a:pt x="0" y="765"/>
                    </a:lnTo>
                    <a:lnTo>
                      <a:pt x="64" y="765"/>
                    </a:lnTo>
                    <a:cubicBezTo>
                      <a:pt x="92" y="765"/>
                      <a:pt x="92" y="737"/>
                      <a:pt x="120" y="737"/>
                    </a:cubicBezTo>
                    <a:lnTo>
                      <a:pt x="149" y="708"/>
                    </a:lnTo>
                    <a:lnTo>
                      <a:pt x="149" y="652"/>
                    </a:lnTo>
                    <a:lnTo>
                      <a:pt x="149" y="475"/>
                    </a:lnTo>
                    <a:cubicBezTo>
                      <a:pt x="149" y="447"/>
                      <a:pt x="149" y="447"/>
                      <a:pt x="177" y="447"/>
                    </a:cubicBezTo>
                    <a:lnTo>
                      <a:pt x="177" y="411"/>
                    </a:lnTo>
                    <a:lnTo>
                      <a:pt x="241" y="411"/>
                    </a:lnTo>
                    <a:lnTo>
                      <a:pt x="241" y="355"/>
                    </a:lnTo>
                    <a:lnTo>
                      <a:pt x="177" y="355"/>
                    </a:lnTo>
                    <a:lnTo>
                      <a:pt x="177" y="326"/>
                    </a:lnTo>
                    <a:cubicBezTo>
                      <a:pt x="149" y="326"/>
                      <a:pt x="149" y="298"/>
                      <a:pt x="149" y="298"/>
                    </a:cubicBezTo>
                    <a:lnTo>
                      <a:pt x="149" y="121"/>
                    </a:lnTo>
                    <a:lnTo>
                      <a:pt x="149" y="57"/>
                    </a:lnTo>
                    <a:cubicBezTo>
                      <a:pt x="149" y="29"/>
                      <a:pt x="120" y="29"/>
                      <a:pt x="120" y="29"/>
                    </a:cubicBezTo>
                    <a:cubicBezTo>
                      <a:pt x="92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71"/>
              <p:cNvSpPr/>
              <p:nvPr/>
            </p:nvSpPr>
            <p:spPr>
              <a:xfrm>
                <a:off x="5028800" y="2461400"/>
                <a:ext cx="517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765" extrusionOk="0">
                    <a:moveTo>
                      <a:pt x="142" y="1"/>
                    </a:moveTo>
                    <a:lnTo>
                      <a:pt x="114" y="29"/>
                    </a:lnTo>
                    <a:cubicBezTo>
                      <a:pt x="86" y="29"/>
                      <a:pt x="86" y="58"/>
                      <a:pt x="86" y="58"/>
                    </a:cubicBezTo>
                    <a:cubicBezTo>
                      <a:pt x="58" y="86"/>
                      <a:pt x="58" y="86"/>
                      <a:pt x="58" y="121"/>
                    </a:cubicBezTo>
                    <a:lnTo>
                      <a:pt x="58" y="298"/>
                    </a:lnTo>
                    <a:lnTo>
                      <a:pt x="58" y="326"/>
                    </a:lnTo>
                    <a:lnTo>
                      <a:pt x="29" y="355"/>
                    </a:lnTo>
                    <a:lnTo>
                      <a:pt x="1" y="355"/>
                    </a:lnTo>
                    <a:lnTo>
                      <a:pt x="1" y="411"/>
                    </a:lnTo>
                    <a:lnTo>
                      <a:pt x="29" y="411"/>
                    </a:lnTo>
                    <a:cubicBezTo>
                      <a:pt x="29" y="440"/>
                      <a:pt x="58" y="440"/>
                      <a:pt x="58" y="440"/>
                    </a:cubicBezTo>
                    <a:lnTo>
                      <a:pt x="58" y="475"/>
                    </a:lnTo>
                    <a:lnTo>
                      <a:pt x="58" y="652"/>
                    </a:lnTo>
                    <a:cubicBezTo>
                      <a:pt x="58" y="680"/>
                      <a:pt x="58" y="708"/>
                      <a:pt x="86" y="708"/>
                    </a:cubicBezTo>
                    <a:cubicBezTo>
                      <a:pt x="86" y="737"/>
                      <a:pt x="86" y="737"/>
                      <a:pt x="114" y="737"/>
                    </a:cubicBezTo>
                    <a:lnTo>
                      <a:pt x="142" y="765"/>
                    </a:lnTo>
                    <a:lnTo>
                      <a:pt x="206" y="765"/>
                    </a:lnTo>
                    <a:lnTo>
                      <a:pt x="206" y="708"/>
                    </a:lnTo>
                    <a:lnTo>
                      <a:pt x="142" y="708"/>
                    </a:lnTo>
                    <a:lnTo>
                      <a:pt x="142" y="680"/>
                    </a:lnTo>
                    <a:lnTo>
                      <a:pt x="114" y="475"/>
                    </a:lnTo>
                    <a:lnTo>
                      <a:pt x="114" y="440"/>
                    </a:lnTo>
                    <a:cubicBezTo>
                      <a:pt x="114" y="411"/>
                      <a:pt x="114" y="411"/>
                      <a:pt x="86" y="411"/>
                    </a:cubicBezTo>
                    <a:cubicBezTo>
                      <a:pt x="86" y="383"/>
                      <a:pt x="58" y="383"/>
                      <a:pt x="29" y="383"/>
                    </a:cubicBezTo>
                    <a:cubicBezTo>
                      <a:pt x="86" y="383"/>
                      <a:pt x="86" y="383"/>
                      <a:pt x="114" y="355"/>
                    </a:cubicBezTo>
                    <a:lnTo>
                      <a:pt x="114" y="298"/>
                    </a:lnTo>
                    <a:lnTo>
                      <a:pt x="142" y="121"/>
                    </a:lnTo>
                    <a:lnTo>
                      <a:pt x="142" y="58"/>
                    </a:lnTo>
                    <a:lnTo>
                      <a:pt x="206" y="58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71"/>
              <p:cNvSpPr/>
              <p:nvPr/>
            </p:nvSpPr>
            <p:spPr>
              <a:xfrm>
                <a:off x="5041200" y="2461400"/>
                <a:ext cx="53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13" h="765" extrusionOk="0">
                    <a:moveTo>
                      <a:pt x="149" y="1"/>
                    </a:moveTo>
                    <a:cubicBezTo>
                      <a:pt x="92" y="58"/>
                      <a:pt x="64" y="121"/>
                      <a:pt x="35" y="178"/>
                    </a:cubicBezTo>
                    <a:cubicBezTo>
                      <a:pt x="0" y="234"/>
                      <a:pt x="0" y="326"/>
                      <a:pt x="0" y="383"/>
                    </a:cubicBezTo>
                    <a:cubicBezTo>
                      <a:pt x="0" y="440"/>
                      <a:pt x="0" y="532"/>
                      <a:pt x="35" y="588"/>
                    </a:cubicBezTo>
                    <a:cubicBezTo>
                      <a:pt x="64" y="652"/>
                      <a:pt x="92" y="708"/>
                      <a:pt x="149" y="765"/>
                    </a:cubicBezTo>
                    <a:lnTo>
                      <a:pt x="212" y="765"/>
                    </a:lnTo>
                    <a:cubicBezTo>
                      <a:pt x="177" y="737"/>
                      <a:pt x="149" y="680"/>
                      <a:pt x="120" y="652"/>
                    </a:cubicBezTo>
                    <a:cubicBezTo>
                      <a:pt x="120" y="616"/>
                      <a:pt x="92" y="560"/>
                      <a:pt x="92" y="532"/>
                    </a:cubicBezTo>
                    <a:cubicBezTo>
                      <a:pt x="92" y="475"/>
                      <a:pt x="64" y="440"/>
                      <a:pt x="64" y="383"/>
                    </a:cubicBezTo>
                    <a:cubicBezTo>
                      <a:pt x="64" y="326"/>
                      <a:pt x="92" y="298"/>
                      <a:pt x="92" y="234"/>
                    </a:cubicBezTo>
                    <a:cubicBezTo>
                      <a:pt x="92" y="206"/>
                      <a:pt x="120" y="150"/>
                      <a:pt x="120" y="121"/>
                    </a:cubicBezTo>
                    <a:cubicBezTo>
                      <a:pt x="149" y="86"/>
                      <a:pt x="177" y="29"/>
                      <a:pt x="2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71"/>
              <p:cNvSpPr/>
              <p:nvPr/>
            </p:nvSpPr>
            <p:spPr>
              <a:xfrm>
                <a:off x="5048625" y="2466550"/>
                <a:ext cx="95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1" extrusionOk="0">
                    <a:moveTo>
                      <a:pt x="382" y="0"/>
                    </a:moveTo>
                    <a:lnTo>
                      <a:pt x="0" y="177"/>
                    </a:lnTo>
                    <a:lnTo>
                      <a:pt x="0" y="234"/>
                    </a:lnTo>
                    <a:lnTo>
                      <a:pt x="382" y="410"/>
                    </a:lnTo>
                    <a:lnTo>
                      <a:pt x="382" y="354"/>
                    </a:lnTo>
                    <a:lnTo>
                      <a:pt x="57" y="205"/>
                    </a:lnTo>
                    <a:lnTo>
                      <a:pt x="382" y="57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71"/>
              <p:cNvSpPr/>
              <p:nvPr/>
            </p:nvSpPr>
            <p:spPr>
              <a:xfrm>
                <a:off x="5061875" y="2462825"/>
                <a:ext cx="887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60" extrusionOk="0">
                    <a:moveTo>
                      <a:pt x="178" y="1"/>
                    </a:moveTo>
                    <a:cubicBezTo>
                      <a:pt x="178" y="1"/>
                      <a:pt x="149" y="29"/>
                      <a:pt x="121" y="29"/>
                    </a:cubicBezTo>
                    <a:cubicBezTo>
                      <a:pt x="121" y="29"/>
                      <a:pt x="93" y="29"/>
                      <a:pt x="57" y="64"/>
                    </a:cubicBezTo>
                    <a:lnTo>
                      <a:pt x="1" y="64"/>
                    </a:lnTo>
                    <a:lnTo>
                      <a:pt x="1" y="121"/>
                    </a:lnTo>
                    <a:lnTo>
                      <a:pt x="149" y="121"/>
                    </a:lnTo>
                    <a:lnTo>
                      <a:pt x="149" y="503"/>
                    </a:lnTo>
                    <a:lnTo>
                      <a:pt x="1" y="503"/>
                    </a:lnTo>
                    <a:lnTo>
                      <a:pt x="1" y="559"/>
                    </a:lnTo>
                    <a:lnTo>
                      <a:pt x="355" y="559"/>
                    </a:lnTo>
                    <a:lnTo>
                      <a:pt x="355" y="503"/>
                    </a:lnTo>
                    <a:lnTo>
                      <a:pt x="206" y="503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71"/>
              <p:cNvSpPr/>
              <p:nvPr/>
            </p:nvSpPr>
            <p:spPr>
              <a:xfrm>
                <a:off x="5076550" y="2462125"/>
                <a:ext cx="104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23" extrusionOk="0">
                    <a:moveTo>
                      <a:pt x="213" y="57"/>
                    </a:moveTo>
                    <a:cubicBezTo>
                      <a:pt x="242" y="57"/>
                      <a:pt x="270" y="92"/>
                      <a:pt x="298" y="92"/>
                    </a:cubicBezTo>
                    <a:cubicBezTo>
                      <a:pt x="298" y="121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3"/>
                      <a:pt x="298" y="531"/>
                    </a:cubicBezTo>
                    <a:cubicBezTo>
                      <a:pt x="270" y="531"/>
                      <a:pt x="242" y="559"/>
                      <a:pt x="213" y="559"/>
                    </a:cubicBezTo>
                    <a:cubicBezTo>
                      <a:pt x="178" y="559"/>
                      <a:pt x="150" y="531"/>
                      <a:pt x="150" y="531"/>
                    </a:cubicBezTo>
                    <a:cubicBezTo>
                      <a:pt x="121" y="503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49"/>
                      <a:pt x="121" y="121"/>
                      <a:pt x="150" y="92"/>
                    </a:cubicBezTo>
                    <a:cubicBezTo>
                      <a:pt x="150" y="92"/>
                      <a:pt x="178" y="57"/>
                      <a:pt x="213" y="57"/>
                    </a:cubicBezTo>
                    <a:close/>
                    <a:moveTo>
                      <a:pt x="213" y="0"/>
                    </a:moveTo>
                    <a:cubicBezTo>
                      <a:pt x="178" y="0"/>
                      <a:pt x="150" y="0"/>
                      <a:pt x="121" y="29"/>
                    </a:cubicBezTo>
                    <a:cubicBezTo>
                      <a:pt x="121" y="29"/>
                      <a:pt x="93" y="57"/>
                      <a:pt x="65" y="57"/>
                    </a:cubicBezTo>
                    <a:cubicBezTo>
                      <a:pt x="65" y="92"/>
                      <a:pt x="36" y="121"/>
                      <a:pt x="36" y="177"/>
                    </a:cubicBezTo>
                    <a:cubicBezTo>
                      <a:pt x="36" y="205"/>
                      <a:pt x="1" y="234"/>
                      <a:pt x="1" y="297"/>
                    </a:cubicBezTo>
                    <a:cubicBezTo>
                      <a:pt x="1" y="354"/>
                      <a:pt x="36" y="411"/>
                      <a:pt x="36" y="446"/>
                    </a:cubicBezTo>
                    <a:cubicBezTo>
                      <a:pt x="36" y="503"/>
                      <a:pt x="65" y="531"/>
                      <a:pt x="65" y="559"/>
                    </a:cubicBezTo>
                    <a:cubicBezTo>
                      <a:pt x="93" y="559"/>
                      <a:pt x="121" y="587"/>
                      <a:pt x="121" y="587"/>
                    </a:cubicBezTo>
                    <a:cubicBezTo>
                      <a:pt x="150" y="623"/>
                      <a:pt x="178" y="623"/>
                      <a:pt x="213" y="623"/>
                    </a:cubicBezTo>
                    <a:cubicBezTo>
                      <a:pt x="242" y="623"/>
                      <a:pt x="270" y="623"/>
                      <a:pt x="298" y="587"/>
                    </a:cubicBezTo>
                    <a:cubicBezTo>
                      <a:pt x="326" y="587"/>
                      <a:pt x="355" y="559"/>
                      <a:pt x="355" y="559"/>
                    </a:cubicBezTo>
                    <a:cubicBezTo>
                      <a:pt x="390" y="531"/>
                      <a:pt x="390" y="503"/>
                      <a:pt x="418" y="446"/>
                    </a:cubicBezTo>
                    <a:lnTo>
                      <a:pt x="418" y="297"/>
                    </a:lnTo>
                    <a:lnTo>
                      <a:pt x="418" y="177"/>
                    </a:lnTo>
                    <a:cubicBezTo>
                      <a:pt x="390" y="121"/>
                      <a:pt x="390" y="92"/>
                      <a:pt x="355" y="57"/>
                    </a:cubicBezTo>
                    <a:cubicBezTo>
                      <a:pt x="355" y="57"/>
                      <a:pt x="326" y="29"/>
                      <a:pt x="298" y="29"/>
                    </a:cubicBezTo>
                    <a:cubicBezTo>
                      <a:pt x="270" y="0"/>
                      <a:pt x="242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71"/>
              <p:cNvSpPr/>
              <p:nvPr/>
            </p:nvSpPr>
            <p:spPr>
              <a:xfrm>
                <a:off x="5089125" y="2462125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05" y="57"/>
                    </a:moveTo>
                    <a:cubicBezTo>
                      <a:pt x="241" y="57"/>
                      <a:pt x="269" y="92"/>
                      <a:pt x="269" y="92"/>
                    </a:cubicBezTo>
                    <a:cubicBezTo>
                      <a:pt x="297" y="121"/>
                      <a:pt x="297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7" y="474"/>
                      <a:pt x="297" y="503"/>
                      <a:pt x="269" y="531"/>
                    </a:cubicBezTo>
                    <a:cubicBezTo>
                      <a:pt x="269" y="531"/>
                      <a:pt x="241" y="559"/>
                      <a:pt x="205" y="559"/>
                    </a:cubicBezTo>
                    <a:cubicBezTo>
                      <a:pt x="177" y="559"/>
                      <a:pt x="149" y="531"/>
                      <a:pt x="121" y="531"/>
                    </a:cubicBezTo>
                    <a:cubicBezTo>
                      <a:pt x="121" y="503"/>
                      <a:pt x="92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92" y="149"/>
                      <a:pt x="121" y="121"/>
                      <a:pt x="121" y="92"/>
                    </a:cubicBezTo>
                    <a:cubicBezTo>
                      <a:pt x="149" y="92"/>
                      <a:pt x="177" y="57"/>
                      <a:pt x="205" y="57"/>
                    </a:cubicBezTo>
                    <a:close/>
                    <a:moveTo>
                      <a:pt x="205" y="0"/>
                    </a:moveTo>
                    <a:cubicBezTo>
                      <a:pt x="177" y="0"/>
                      <a:pt x="149" y="0"/>
                      <a:pt x="121" y="29"/>
                    </a:cubicBezTo>
                    <a:cubicBezTo>
                      <a:pt x="92" y="29"/>
                      <a:pt x="64" y="57"/>
                      <a:pt x="64" y="57"/>
                    </a:cubicBezTo>
                    <a:cubicBezTo>
                      <a:pt x="29" y="92"/>
                      <a:pt x="29" y="121"/>
                      <a:pt x="0" y="177"/>
                    </a:cubicBezTo>
                    <a:lnTo>
                      <a:pt x="0" y="297"/>
                    </a:lnTo>
                    <a:lnTo>
                      <a:pt x="0" y="446"/>
                    </a:lnTo>
                    <a:cubicBezTo>
                      <a:pt x="29" y="503"/>
                      <a:pt x="29" y="531"/>
                      <a:pt x="64" y="559"/>
                    </a:cubicBezTo>
                    <a:cubicBezTo>
                      <a:pt x="64" y="559"/>
                      <a:pt x="92" y="587"/>
                      <a:pt x="121" y="587"/>
                    </a:cubicBezTo>
                    <a:cubicBezTo>
                      <a:pt x="149" y="623"/>
                      <a:pt x="177" y="623"/>
                      <a:pt x="205" y="623"/>
                    </a:cubicBezTo>
                    <a:cubicBezTo>
                      <a:pt x="241" y="623"/>
                      <a:pt x="269" y="623"/>
                      <a:pt x="297" y="587"/>
                    </a:cubicBezTo>
                    <a:cubicBezTo>
                      <a:pt x="297" y="587"/>
                      <a:pt x="326" y="559"/>
                      <a:pt x="354" y="559"/>
                    </a:cubicBezTo>
                    <a:cubicBezTo>
                      <a:pt x="354" y="531"/>
                      <a:pt x="382" y="503"/>
                      <a:pt x="382" y="446"/>
                    </a:cubicBezTo>
                    <a:cubicBezTo>
                      <a:pt x="382" y="411"/>
                      <a:pt x="418" y="354"/>
                      <a:pt x="418" y="297"/>
                    </a:cubicBezTo>
                    <a:cubicBezTo>
                      <a:pt x="418" y="234"/>
                      <a:pt x="382" y="205"/>
                      <a:pt x="382" y="177"/>
                    </a:cubicBezTo>
                    <a:cubicBezTo>
                      <a:pt x="382" y="121"/>
                      <a:pt x="354" y="92"/>
                      <a:pt x="354" y="57"/>
                    </a:cubicBezTo>
                    <a:cubicBezTo>
                      <a:pt x="326" y="57"/>
                      <a:pt x="297" y="29"/>
                      <a:pt x="297" y="29"/>
                    </a:cubicBezTo>
                    <a:cubicBezTo>
                      <a:pt x="269" y="0"/>
                      <a:pt x="241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71"/>
              <p:cNvSpPr/>
              <p:nvPr/>
            </p:nvSpPr>
            <p:spPr>
              <a:xfrm>
                <a:off x="5106100" y="2462825"/>
                <a:ext cx="887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60" extrusionOk="0">
                    <a:moveTo>
                      <a:pt x="177" y="1"/>
                    </a:moveTo>
                    <a:cubicBezTo>
                      <a:pt x="177" y="1"/>
                      <a:pt x="149" y="29"/>
                      <a:pt x="121" y="29"/>
                    </a:cubicBezTo>
                    <a:cubicBezTo>
                      <a:pt x="121" y="29"/>
                      <a:pt x="92" y="29"/>
                      <a:pt x="57" y="64"/>
                    </a:cubicBezTo>
                    <a:lnTo>
                      <a:pt x="0" y="64"/>
                    </a:lnTo>
                    <a:lnTo>
                      <a:pt x="0" y="121"/>
                    </a:lnTo>
                    <a:lnTo>
                      <a:pt x="149" y="121"/>
                    </a:lnTo>
                    <a:lnTo>
                      <a:pt x="149" y="503"/>
                    </a:lnTo>
                    <a:lnTo>
                      <a:pt x="0" y="503"/>
                    </a:lnTo>
                    <a:lnTo>
                      <a:pt x="0" y="559"/>
                    </a:lnTo>
                    <a:lnTo>
                      <a:pt x="354" y="559"/>
                    </a:lnTo>
                    <a:lnTo>
                      <a:pt x="354" y="503"/>
                    </a:lnTo>
                    <a:lnTo>
                      <a:pt x="206" y="503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71"/>
              <p:cNvSpPr/>
              <p:nvPr/>
            </p:nvSpPr>
            <p:spPr>
              <a:xfrm>
                <a:off x="5120775" y="2462125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13" y="57"/>
                    </a:moveTo>
                    <a:cubicBezTo>
                      <a:pt x="241" y="57"/>
                      <a:pt x="269" y="92"/>
                      <a:pt x="298" y="92"/>
                    </a:cubicBezTo>
                    <a:cubicBezTo>
                      <a:pt x="298" y="121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3"/>
                      <a:pt x="298" y="531"/>
                    </a:cubicBezTo>
                    <a:cubicBezTo>
                      <a:pt x="269" y="531"/>
                      <a:pt x="241" y="559"/>
                      <a:pt x="213" y="559"/>
                    </a:cubicBezTo>
                    <a:cubicBezTo>
                      <a:pt x="177" y="559"/>
                      <a:pt x="149" y="531"/>
                      <a:pt x="149" y="531"/>
                    </a:cubicBezTo>
                    <a:cubicBezTo>
                      <a:pt x="121" y="503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49"/>
                      <a:pt x="121" y="121"/>
                      <a:pt x="149" y="92"/>
                    </a:cubicBezTo>
                    <a:cubicBezTo>
                      <a:pt x="149" y="92"/>
                      <a:pt x="177" y="57"/>
                      <a:pt x="213" y="57"/>
                    </a:cubicBezTo>
                    <a:close/>
                    <a:moveTo>
                      <a:pt x="213" y="0"/>
                    </a:moveTo>
                    <a:cubicBezTo>
                      <a:pt x="177" y="0"/>
                      <a:pt x="149" y="0"/>
                      <a:pt x="121" y="29"/>
                    </a:cubicBezTo>
                    <a:cubicBezTo>
                      <a:pt x="121" y="29"/>
                      <a:pt x="93" y="57"/>
                      <a:pt x="64" y="57"/>
                    </a:cubicBezTo>
                    <a:cubicBezTo>
                      <a:pt x="64" y="92"/>
                      <a:pt x="36" y="121"/>
                      <a:pt x="36" y="177"/>
                    </a:cubicBezTo>
                    <a:cubicBezTo>
                      <a:pt x="36" y="205"/>
                      <a:pt x="1" y="234"/>
                      <a:pt x="1" y="297"/>
                    </a:cubicBezTo>
                    <a:cubicBezTo>
                      <a:pt x="1" y="354"/>
                      <a:pt x="36" y="411"/>
                      <a:pt x="36" y="446"/>
                    </a:cubicBezTo>
                    <a:cubicBezTo>
                      <a:pt x="36" y="503"/>
                      <a:pt x="64" y="531"/>
                      <a:pt x="64" y="559"/>
                    </a:cubicBezTo>
                    <a:cubicBezTo>
                      <a:pt x="93" y="559"/>
                      <a:pt x="121" y="587"/>
                      <a:pt x="121" y="587"/>
                    </a:cubicBezTo>
                    <a:cubicBezTo>
                      <a:pt x="149" y="623"/>
                      <a:pt x="177" y="623"/>
                      <a:pt x="213" y="623"/>
                    </a:cubicBezTo>
                    <a:cubicBezTo>
                      <a:pt x="241" y="623"/>
                      <a:pt x="269" y="623"/>
                      <a:pt x="298" y="587"/>
                    </a:cubicBezTo>
                    <a:cubicBezTo>
                      <a:pt x="326" y="587"/>
                      <a:pt x="354" y="559"/>
                      <a:pt x="354" y="559"/>
                    </a:cubicBezTo>
                    <a:cubicBezTo>
                      <a:pt x="390" y="531"/>
                      <a:pt x="390" y="503"/>
                      <a:pt x="418" y="446"/>
                    </a:cubicBezTo>
                    <a:lnTo>
                      <a:pt x="418" y="297"/>
                    </a:lnTo>
                    <a:lnTo>
                      <a:pt x="418" y="177"/>
                    </a:lnTo>
                    <a:cubicBezTo>
                      <a:pt x="390" y="121"/>
                      <a:pt x="390" y="92"/>
                      <a:pt x="354" y="57"/>
                    </a:cubicBezTo>
                    <a:cubicBezTo>
                      <a:pt x="354" y="57"/>
                      <a:pt x="326" y="29"/>
                      <a:pt x="298" y="29"/>
                    </a:cubicBezTo>
                    <a:cubicBezTo>
                      <a:pt x="269" y="0"/>
                      <a:pt x="241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71"/>
              <p:cNvSpPr/>
              <p:nvPr/>
            </p:nvSpPr>
            <p:spPr>
              <a:xfrm>
                <a:off x="5133325" y="2462125"/>
                <a:ext cx="104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23" extrusionOk="0">
                    <a:moveTo>
                      <a:pt x="206" y="57"/>
                    </a:moveTo>
                    <a:cubicBezTo>
                      <a:pt x="241" y="57"/>
                      <a:pt x="270" y="92"/>
                      <a:pt x="270" y="92"/>
                    </a:cubicBezTo>
                    <a:cubicBezTo>
                      <a:pt x="298" y="121"/>
                      <a:pt x="298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8" y="474"/>
                      <a:pt x="298" y="503"/>
                      <a:pt x="270" y="531"/>
                    </a:cubicBezTo>
                    <a:cubicBezTo>
                      <a:pt x="270" y="531"/>
                      <a:pt x="241" y="559"/>
                      <a:pt x="206" y="559"/>
                    </a:cubicBezTo>
                    <a:cubicBezTo>
                      <a:pt x="178" y="559"/>
                      <a:pt x="149" y="531"/>
                      <a:pt x="121" y="531"/>
                    </a:cubicBezTo>
                    <a:cubicBezTo>
                      <a:pt x="121" y="503"/>
                      <a:pt x="93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93" y="149"/>
                      <a:pt x="121" y="121"/>
                      <a:pt x="121" y="92"/>
                    </a:cubicBezTo>
                    <a:cubicBezTo>
                      <a:pt x="149" y="92"/>
                      <a:pt x="178" y="57"/>
                      <a:pt x="206" y="57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9"/>
                    </a:cubicBezTo>
                    <a:cubicBezTo>
                      <a:pt x="93" y="29"/>
                      <a:pt x="65" y="57"/>
                      <a:pt x="65" y="57"/>
                    </a:cubicBezTo>
                    <a:cubicBezTo>
                      <a:pt x="29" y="92"/>
                      <a:pt x="29" y="121"/>
                      <a:pt x="1" y="177"/>
                    </a:cubicBezTo>
                    <a:lnTo>
                      <a:pt x="1" y="297"/>
                    </a:lnTo>
                    <a:lnTo>
                      <a:pt x="1" y="446"/>
                    </a:lnTo>
                    <a:cubicBezTo>
                      <a:pt x="29" y="503"/>
                      <a:pt x="29" y="531"/>
                      <a:pt x="65" y="559"/>
                    </a:cubicBezTo>
                    <a:cubicBezTo>
                      <a:pt x="65" y="559"/>
                      <a:pt x="93" y="587"/>
                      <a:pt x="121" y="587"/>
                    </a:cubicBezTo>
                    <a:cubicBezTo>
                      <a:pt x="149" y="623"/>
                      <a:pt x="178" y="623"/>
                      <a:pt x="206" y="623"/>
                    </a:cubicBezTo>
                    <a:cubicBezTo>
                      <a:pt x="241" y="623"/>
                      <a:pt x="270" y="623"/>
                      <a:pt x="298" y="587"/>
                    </a:cubicBezTo>
                    <a:cubicBezTo>
                      <a:pt x="298" y="587"/>
                      <a:pt x="326" y="559"/>
                      <a:pt x="355" y="559"/>
                    </a:cubicBezTo>
                    <a:cubicBezTo>
                      <a:pt x="355" y="531"/>
                      <a:pt x="383" y="503"/>
                      <a:pt x="383" y="446"/>
                    </a:cubicBezTo>
                    <a:cubicBezTo>
                      <a:pt x="383" y="411"/>
                      <a:pt x="418" y="354"/>
                      <a:pt x="418" y="297"/>
                    </a:cubicBezTo>
                    <a:cubicBezTo>
                      <a:pt x="418" y="234"/>
                      <a:pt x="383" y="205"/>
                      <a:pt x="383" y="177"/>
                    </a:cubicBezTo>
                    <a:cubicBezTo>
                      <a:pt x="383" y="121"/>
                      <a:pt x="355" y="92"/>
                      <a:pt x="355" y="57"/>
                    </a:cubicBezTo>
                    <a:cubicBezTo>
                      <a:pt x="326" y="57"/>
                      <a:pt x="298" y="29"/>
                      <a:pt x="298" y="29"/>
                    </a:cubicBezTo>
                    <a:cubicBezTo>
                      <a:pt x="270" y="0"/>
                      <a:pt x="241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71"/>
              <p:cNvSpPr/>
              <p:nvPr/>
            </p:nvSpPr>
            <p:spPr>
              <a:xfrm>
                <a:off x="5145175" y="2462125"/>
                <a:ext cx="1030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623" extrusionOk="0">
                    <a:moveTo>
                      <a:pt x="206" y="57"/>
                    </a:moveTo>
                    <a:cubicBezTo>
                      <a:pt x="234" y="57"/>
                      <a:pt x="263" y="92"/>
                      <a:pt x="298" y="92"/>
                    </a:cubicBezTo>
                    <a:cubicBezTo>
                      <a:pt x="298" y="121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3"/>
                      <a:pt x="298" y="531"/>
                    </a:cubicBezTo>
                    <a:cubicBezTo>
                      <a:pt x="263" y="531"/>
                      <a:pt x="234" y="559"/>
                      <a:pt x="206" y="559"/>
                    </a:cubicBezTo>
                    <a:cubicBezTo>
                      <a:pt x="178" y="559"/>
                      <a:pt x="149" y="531"/>
                      <a:pt x="149" y="531"/>
                    </a:cubicBezTo>
                    <a:cubicBezTo>
                      <a:pt x="121" y="503"/>
                      <a:pt x="121" y="474"/>
                      <a:pt x="86" y="446"/>
                    </a:cubicBezTo>
                    <a:lnTo>
                      <a:pt x="86" y="326"/>
                    </a:lnTo>
                    <a:lnTo>
                      <a:pt x="86" y="297"/>
                    </a:lnTo>
                    <a:lnTo>
                      <a:pt x="86" y="177"/>
                    </a:lnTo>
                    <a:cubicBezTo>
                      <a:pt x="121" y="149"/>
                      <a:pt x="121" y="121"/>
                      <a:pt x="149" y="92"/>
                    </a:cubicBezTo>
                    <a:cubicBezTo>
                      <a:pt x="149" y="92"/>
                      <a:pt x="178" y="57"/>
                      <a:pt x="206" y="57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9"/>
                    </a:cubicBezTo>
                    <a:cubicBezTo>
                      <a:pt x="121" y="29"/>
                      <a:pt x="86" y="57"/>
                      <a:pt x="57" y="57"/>
                    </a:cubicBezTo>
                    <a:cubicBezTo>
                      <a:pt x="57" y="92"/>
                      <a:pt x="29" y="121"/>
                      <a:pt x="29" y="177"/>
                    </a:cubicBezTo>
                    <a:cubicBezTo>
                      <a:pt x="29" y="205"/>
                      <a:pt x="1" y="234"/>
                      <a:pt x="1" y="297"/>
                    </a:cubicBezTo>
                    <a:cubicBezTo>
                      <a:pt x="1" y="354"/>
                      <a:pt x="29" y="411"/>
                      <a:pt x="29" y="446"/>
                    </a:cubicBezTo>
                    <a:cubicBezTo>
                      <a:pt x="29" y="503"/>
                      <a:pt x="57" y="531"/>
                      <a:pt x="57" y="559"/>
                    </a:cubicBezTo>
                    <a:cubicBezTo>
                      <a:pt x="86" y="559"/>
                      <a:pt x="121" y="587"/>
                      <a:pt x="121" y="587"/>
                    </a:cubicBezTo>
                    <a:cubicBezTo>
                      <a:pt x="149" y="623"/>
                      <a:pt x="178" y="623"/>
                      <a:pt x="206" y="623"/>
                    </a:cubicBezTo>
                    <a:cubicBezTo>
                      <a:pt x="234" y="623"/>
                      <a:pt x="263" y="623"/>
                      <a:pt x="298" y="587"/>
                    </a:cubicBezTo>
                    <a:cubicBezTo>
                      <a:pt x="326" y="587"/>
                      <a:pt x="355" y="559"/>
                      <a:pt x="355" y="559"/>
                    </a:cubicBezTo>
                    <a:cubicBezTo>
                      <a:pt x="383" y="531"/>
                      <a:pt x="383" y="503"/>
                      <a:pt x="411" y="446"/>
                    </a:cubicBezTo>
                    <a:lnTo>
                      <a:pt x="411" y="297"/>
                    </a:lnTo>
                    <a:lnTo>
                      <a:pt x="411" y="177"/>
                    </a:lnTo>
                    <a:cubicBezTo>
                      <a:pt x="383" y="121"/>
                      <a:pt x="383" y="92"/>
                      <a:pt x="355" y="57"/>
                    </a:cubicBezTo>
                    <a:cubicBezTo>
                      <a:pt x="355" y="57"/>
                      <a:pt x="326" y="29"/>
                      <a:pt x="298" y="29"/>
                    </a:cubicBezTo>
                    <a:cubicBezTo>
                      <a:pt x="263" y="0"/>
                      <a:pt x="23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71"/>
              <p:cNvSpPr/>
              <p:nvPr/>
            </p:nvSpPr>
            <p:spPr>
              <a:xfrm>
                <a:off x="5162875" y="2466550"/>
                <a:ext cx="102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1" h="411" extrusionOk="0">
                    <a:moveTo>
                      <a:pt x="0" y="0"/>
                    </a:moveTo>
                    <a:lnTo>
                      <a:pt x="0" y="57"/>
                    </a:lnTo>
                    <a:lnTo>
                      <a:pt x="354" y="205"/>
                    </a:lnTo>
                    <a:lnTo>
                      <a:pt x="0" y="354"/>
                    </a:lnTo>
                    <a:lnTo>
                      <a:pt x="0" y="410"/>
                    </a:lnTo>
                    <a:lnTo>
                      <a:pt x="411" y="234"/>
                    </a:lnTo>
                    <a:lnTo>
                      <a:pt x="411" y="1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71"/>
              <p:cNvSpPr/>
              <p:nvPr/>
            </p:nvSpPr>
            <p:spPr>
              <a:xfrm>
                <a:off x="5176125" y="2466550"/>
                <a:ext cx="10300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1" extrusionOk="0">
                    <a:moveTo>
                      <a:pt x="1" y="0"/>
                    </a:moveTo>
                    <a:lnTo>
                      <a:pt x="1" y="57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0"/>
                    </a:lnTo>
                    <a:lnTo>
                      <a:pt x="411" y="234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71"/>
              <p:cNvSpPr/>
              <p:nvPr/>
            </p:nvSpPr>
            <p:spPr>
              <a:xfrm>
                <a:off x="5188700" y="246140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0" y="1"/>
                    </a:moveTo>
                    <a:cubicBezTo>
                      <a:pt x="28" y="29"/>
                      <a:pt x="28" y="86"/>
                      <a:pt x="57" y="121"/>
                    </a:cubicBezTo>
                    <a:cubicBezTo>
                      <a:pt x="85" y="150"/>
                      <a:pt x="85" y="206"/>
                      <a:pt x="113" y="234"/>
                    </a:cubicBezTo>
                    <a:lnTo>
                      <a:pt x="113" y="383"/>
                    </a:lnTo>
                    <a:lnTo>
                      <a:pt x="113" y="532"/>
                    </a:lnTo>
                    <a:cubicBezTo>
                      <a:pt x="85" y="560"/>
                      <a:pt x="85" y="616"/>
                      <a:pt x="57" y="652"/>
                    </a:cubicBezTo>
                    <a:cubicBezTo>
                      <a:pt x="28" y="680"/>
                      <a:pt x="28" y="737"/>
                      <a:pt x="0" y="765"/>
                    </a:cubicBezTo>
                    <a:lnTo>
                      <a:pt x="57" y="765"/>
                    </a:lnTo>
                    <a:cubicBezTo>
                      <a:pt x="85" y="708"/>
                      <a:pt x="149" y="652"/>
                      <a:pt x="149" y="588"/>
                    </a:cubicBezTo>
                    <a:cubicBezTo>
                      <a:pt x="177" y="532"/>
                      <a:pt x="205" y="440"/>
                      <a:pt x="205" y="383"/>
                    </a:cubicBezTo>
                    <a:cubicBezTo>
                      <a:pt x="205" y="326"/>
                      <a:pt x="177" y="234"/>
                      <a:pt x="149" y="178"/>
                    </a:cubicBezTo>
                    <a:cubicBezTo>
                      <a:pt x="149" y="121"/>
                      <a:pt x="85" y="58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71"/>
              <p:cNvSpPr/>
              <p:nvPr/>
            </p:nvSpPr>
            <p:spPr>
              <a:xfrm>
                <a:off x="5195950" y="2461400"/>
                <a:ext cx="60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41" h="765" extrusionOk="0">
                    <a:moveTo>
                      <a:pt x="0" y="1"/>
                    </a:moveTo>
                    <a:lnTo>
                      <a:pt x="0" y="58"/>
                    </a:lnTo>
                    <a:lnTo>
                      <a:pt x="64" y="58"/>
                    </a:lnTo>
                    <a:cubicBezTo>
                      <a:pt x="92" y="86"/>
                      <a:pt x="92" y="86"/>
                      <a:pt x="92" y="121"/>
                    </a:cubicBezTo>
                    <a:lnTo>
                      <a:pt x="92" y="298"/>
                    </a:lnTo>
                    <a:lnTo>
                      <a:pt x="92" y="355"/>
                    </a:lnTo>
                    <a:cubicBezTo>
                      <a:pt x="120" y="355"/>
                      <a:pt x="120" y="355"/>
                      <a:pt x="120" y="383"/>
                    </a:cubicBezTo>
                    <a:lnTo>
                      <a:pt x="177" y="383"/>
                    </a:lnTo>
                    <a:cubicBezTo>
                      <a:pt x="149" y="383"/>
                      <a:pt x="120" y="383"/>
                      <a:pt x="120" y="411"/>
                    </a:cubicBezTo>
                    <a:cubicBezTo>
                      <a:pt x="92" y="440"/>
                      <a:pt x="92" y="440"/>
                      <a:pt x="92" y="475"/>
                    </a:cubicBezTo>
                    <a:lnTo>
                      <a:pt x="92" y="680"/>
                    </a:lnTo>
                    <a:lnTo>
                      <a:pt x="64" y="708"/>
                    </a:lnTo>
                    <a:lnTo>
                      <a:pt x="0" y="708"/>
                    </a:lnTo>
                    <a:lnTo>
                      <a:pt x="0" y="765"/>
                    </a:lnTo>
                    <a:lnTo>
                      <a:pt x="64" y="765"/>
                    </a:lnTo>
                    <a:cubicBezTo>
                      <a:pt x="92" y="765"/>
                      <a:pt x="92" y="737"/>
                      <a:pt x="120" y="737"/>
                    </a:cubicBezTo>
                    <a:cubicBezTo>
                      <a:pt x="120" y="737"/>
                      <a:pt x="149" y="737"/>
                      <a:pt x="149" y="708"/>
                    </a:cubicBezTo>
                    <a:lnTo>
                      <a:pt x="149" y="652"/>
                    </a:lnTo>
                    <a:lnTo>
                      <a:pt x="149" y="475"/>
                    </a:lnTo>
                    <a:cubicBezTo>
                      <a:pt x="149" y="475"/>
                      <a:pt x="149" y="440"/>
                      <a:pt x="177" y="440"/>
                    </a:cubicBezTo>
                    <a:lnTo>
                      <a:pt x="177" y="411"/>
                    </a:lnTo>
                    <a:lnTo>
                      <a:pt x="241" y="411"/>
                    </a:lnTo>
                    <a:lnTo>
                      <a:pt x="241" y="355"/>
                    </a:lnTo>
                    <a:lnTo>
                      <a:pt x="177" y="355"/>
                    </a:lnTo>
                    <a:lnTo>
                      <a:pt x="177" y="326"/>
                    </a:lnTo>
                    <a:cubicBezTo>
                      <a:pt x="149" y="326"/>
                      <a:pt x="149" y="326"/>
                      <a:pt x="149" y="298"/>
                    </a:cubicBezTo>
                    <a:lnTo>
                      <a:pt x="149" y="121"/>
                    </a:lnTo>
                    <a:lnTo>
                      <a:pt x="149" y="58"/>
                    </a:lnTo>
                    <a:lnTo>
                      <a:pt x="120" y="29"/>
                    </a:lnTo>
                    <a:cubicBezTo>
                      <a:pt x="92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71"/>
              <p:cNvSpPr/>
              <p:nvPr/>
            </p:nvSpPr>
            <p:spPr>
              <a:xfrm>
                <a:off x="5011825" y="23494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49" y="1"/>
                    </a:moveTo>
                    <a:cubicBezTo>
                      <a:pt x="86" y="57"/>
                      <a:pt x="57" y="114"/>
                      <a:pt x="29" y="178"/>
                    </a:cubicBezTo>
                    <a:cubicBezTo>
                      <a:pt x="1" y="234"/>
                      <a:pt x="1" y="319"/>
                      <a:pt x="1" y="383"/>
                    </a:cubicBezTo>
                    <a:cubicBezTo>
                      <a:pt x="1" y="439"/>
                      <a:pt x="1" y="531"/>
                      <a:pt x="29" y="588"/>
                    </a:cubicBezTo>
                    <a:cubicBezTo>
                      <a:pt x="57" y="645"/>
                      <a:pt x="86" y="708"/>
                      <a:pt x="149" y="765"/>
                    </a:cubicBezTo>
                    <a:lnTo>
                      <a:pt x="206" y="765"/>
                    </a:lnTo>
                    <a:cubicBezTo>
                      <a:pt x="178" y="737"/>
                      <a:pt x="149" y="673"/>
                      <a:pt x="149" y="645"/>
                    </a:cubicBezTo>
                    <a:cubicBezTo>
                      <a:pt x="114" y="616"/>
                      <a:pt x="86" y="560"/>
                      <a:pt x="86" y="531"/>
                    </a:cubicBezTo>
                    <a:lnTo>
                      <a:pt x="86" y="383"/>
                    </a:lnTo>
                    <a:lnTo>
                      <a:pt x="86" y="234"/>
                    </a:lnTo>
                    <a:cubicBezTo>
                      <a:pt x="86" y="206"/>
                      <a:pt x="114" y="142"/>
                      <a:pt x="149" y="114"/>
                    </a:cubicBezTo>
                    <a:cubicBezTo>
                      <a:pt x="149" y="86"/>
                      <a:pt x="178" y="29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71"/>
              <p:cNvSpPr/>
              <p:nvPr/>
            </p:nvSpPr>
            <p:spPr>
              <a:xfrm>
                <a:off x="5019075" y="2349450"/>
                <a:ext cx="53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14" h="765" extrusionOk="0">
                    <a:moveTo>
                      <a:pt x="149" y="1"/>
                    </a:moveTo>
                    <a:cubicBezTo>
                      <a:pt x="121" y="57"/>
                      <a:pt x="65" y="114"/>
                      <a:pt x="65" y="178"/>
                    </a:cubicBezTo>
                    <a:cubicBezTo>
                      <a:pt x="36" y="234"/>
                      <a:pt x="1" y="319"/>
                      <a:pt x="1" y="383"/>
                    </a:cubicBezTo>
                    <a:cubicBezTo>
                      <a:pt x="1" y="439"/>
                      <a:pt x="36" y="531"/>
                      <a:pt x="65" y="588"/>
                    </a:cubicBezTo>
                    <a:cubicBezTo>
                      <a:pt x="65" y="645"/>
                      <a:pt x="121" y="708"/>
                      <a:pt x="149" y="765"/>
                    </a:cubicBezTo>
                    <a:lnTo>
                      <a:pt x="213" y="765"/>
                    </a:lnTo>
                    <a:cubicBezTo>
                      <a:pt x="178" y="737"/>
                      <a:pt x="149" y="673"/>
                      <a:pt x="149" y="645"/>
                    </a:cubicBezTo>
                    <a:cubicBezTo>
                      <a:pt x="121" y="616"/>
                      <a:pt x="121" y="560"/>
                      <a:pt x="93" y="531"/>
                    </a:cubicBezTo>
                    <a:lnTo>
                      <a:pt x="93" y="383"/>
                    </a:lnTo>
                    <a:lnTo>
                      <a:pt x="93" y="234"/>
                    </a:lnTo>
                    <a:cubicBezTo>
                      <a:pt x="121" y="206"/>
                      <a:pt x="121" y="142"/>
                      <a:pt x="149" y="114"/>
                    </a:cubicBezTo>
                    <a:cubicBezTo>
                      <a:pt x="149" y="86"/>
                      <a:pt x="178" y="29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71"/>
              <p:cNvSpPr/>
              <p:nvPr/>
            </p:nvSpPr>
            <p:spPr>
              <a:xfrm>
                <a:off x="5027225" y="2353875"/>
                <a:ext cx="2325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93" h="440" extrusionOk="0">
                    <a:moveTo>
                      <a:pt x="0" y="1"/>
                    </a:moveTo>
                    <a:lnTo>
                      <a:pt x="0" y="86"/>
                    </a:lnTo>
                    <a:lnTo>
                      <a:pt x="92" y="86"/>
                    </a:lnTo>
                    <a:lnTo>
                      <a:pt x="92" y="1"/>
                    </a:lnTo>
                    <a:close/>
                    <a:moveTo>
                      <a:pt x="0" y="354"/>
                    </a:moveTo>
                    <a:lnTo>
                      <a:pt x="0" y="439"/>
                    </a:lnTo>
                    <a:lnTo>
                      <a:pt x="92" y="439"/>
                    </a:lnTo>
                    <a:lnTo>
                      <a:pt x="92" y="3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71"/>
              <p:cNvSpPr/>
              <p:nvPr/>
            </p:nvSpPr>
            <p:spPr>
              <a:xfrm>
                <a:off x="5036775" y="2350175"/>
                <a:ext cx="10450" cy="1540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16" extrusionOk="0">
                    <a:moveTo>
                      <a:pt x="212" y="57"/>
                    </a:moveTo>
                    <a:cubicBezTo>
                      <a:pt x="241" y="57"/>
                      <a:pt x="269" y="85"/>
                      <a:pt x="297" y="85"/>
                    </a:cubicBezTo>
                    <a:cubicBezTo>
                      <a:pt x="297" y="113"/>
                      <a:pt x="326" y="149"/>
                      <a:pt x="326" y="177"/>
                    </a:cubicBezTo>
                    <a:lnTo>
                      <a:pt x="326" y="290"/>
                    </a:lnTo>
                    <a:lnTo>
                      <a:pt x="326" y="326"/>
                    </a:lnTo>
                    <a:lnTo>
                      <a:pt x="326" y="439"/>
                    </a:lnTo>
                    <a:cubicBezTo>
                      <a:pt x="326" y="467"/>
                      <a:pt x="297" y="502"/>
                      <a:pt x="297" y="531"/>
                    </a:cubicBezTo>
                    <a:cubicBezTo>
                      <a:pt x="269" y="531"/>
                      <a:pt x="241" y="559"/>
                      <a:pt x="212" y="559"/>
                    </a:cubicBezTo>
                    <a:cubicBezTo>
                      <a:pt x="177" y="559"/>
                      <a:pt x="149" y="531"/>
                      <a:pt x="149" y="531"/>
                    </a:cubicBezTo>
                    <a:cubicBezTo>
                      <a:pt x="121" y="502"/>
                      <a:pt x="121" y="467"/>
                      <a:pt x="92" y="439"/>
                    </a:cubicBezTo>
                    <a:lnTo>
                      <a:pt x="92" y="326"/>
                    </a:lnTo>
                    <a:lnTo>
                      <a:pt x="92" y="290"/>
                    </a:lnTo>
                    <a:lnTo>
                      <a:pt x="92" y="177"/>
                    </a:lnTo>
                    <a:cubicBezTo>
                      <a:pt x="121" y="149"/>
                      <a:pt x="121" y="113"/>
                      <a:pt x="149" y="85"/>
                    </a:cubicBezTo>
                    <a:cubicBezTo>
                      <a:pt x="149" y="85"/>
                      <a:pt x="177" y="57"/>
                      <a:pt x="212" y="57"/>
                    </a:cubicBezTo>
                    <a:close/>
                    <a:moveTo>
                      <a:pt x="212" y="0"/>
                    </a:moveTo>
                    <a:cubicBezTo>
                      <a:pt x="177" y="0"/>
                      <a:pt x="149" y="0"/>
                      <a:pt x="121" y="28"/>
                    </a:cubicBezTo>
                    <a:cubicBezTo>
                      <a:pt x="92" y="28"/>
                      <a:pt x="92" y="57"/>
                      <a:pt x="64" y="57"/>
                    </a:cubicBezTo>
                    <a:cubicBezTo>
                      <a:pt x="64" y="85"/>
                      <a:pt x="36" y="113"/>
                      <a:pt x="36" y="177"/>
                    </a:cubicBezTo>
                    <a:cubicBezTo>
                      <a:pt x="36" y="205"/>
                      <a:pt x="0" y="262"/>
                      <a:pt x="0" y="326"/>
                    </a:cubicBezTo>
                    <a:cubicBezTo>
                      <a:pt x="0" y="382"/>
                      <a:pt x="36" y="410"/>
                      <a:pt x="36" y="467"/>
                    </a:cubicBezTo>
                    <a:cubicBezTo>
                      <a:pt x="36" y="502"/>
                      <a:pt x="64" y="531"/>
                      <a:pt x="64" y="559"/>
                    </a:cubicBezTo>
                    <a:cubicBezTo>
                      <a:pt x="92" y="559"/>
                      <a:pt x="92" y="587"/>
                      <a:pt x="121" y="587"/>
                    </a:cubicBezTo>
                    <a:cubicBezTo>
                      <a:pt x="149" y="616"/>
                      <a:pt x="177" y="616"/>
                      <a:pt x="212" y="616"/>
                    </a:cubicBezTo>
                    <a:cubicBezTo>
                      <a:pt x="241" y="616"/>
                      <a:pt x="269" y="616"/>
                      <a:pt x="297" y="587"/>
                    </a:cubicBezTo>
                    <a:cubicBezTo>
                      <a:pt x="326" y="587"/>
                      <a:pt x="354" y="559"/>
                      <a:pt x="354" y="559"/>
                    </a:cubicBezTo>
                    <a:cubicBezTo>
                      <a:pt x="389" y="531"/>
                      <a:pt x="389" y="502"/>
                      <a:pt x="418" y="467"/>
                    </a:cubicBezTo>
                    <a:lnTo>
                      <a:pt x="418" y="326"/>
                    </a:lnTo>
                    <a:lnTo>
                      <a:pt x="418" y="177"/>
                    </a:lnTo>
                    <a:cubicBezTo>
                      <a:pt x="389" y="113"/>
                      <a:pt x="389" y="85"/>
                      <a:pt x="354" y="57"/>
                    </a:cubicBezTo>
                    <a:cubicBezTo>
                      <a:pt x="354" y="57"/>
                      <a:pt x="326" y="28"/>
                      <a:pt x="297" y="28"/>
                    </a:cubicBezTo>
                    <a:cubicBezTo>
                      <a:pt x="269" y="0"/>
                      <a:pt x="241" y="0"/>
                      <a:pt x="2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71"/>
              <p:cNvSpPr/>
              <p:nvPr/>
            </p:nvSpPr>
            <p:spPr>
              <a:xfrm>
                <a:off x="5049325" y="23494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" y="1"/>
                    </a:moveTo>
                    <a:cubicBezTo>
                      <a:pt x="29" y="29"/>
                      <a:pt x="29" y="86"/>
                      <a:pt x="64" y="114"/>
                    </a:cubicBezTo>
                    <a:cubicBezTo>
                      <a:pt x="93" y="178"/>
                      <a:pt x="93" y="206"/>
                      <a:pt x="121" y="234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16"/>
                      <a:pt x="64" y="645"/>
                    </a:cubicBezTo>
                    <a:cubicBezTo>
                      <a:pt x="29" y="708"/>
                      <a:pt x="29" y="737"/>
                      <a:pt x="1" y="765"/>
                    </a:cubicBezTo>
                    <a:lnTo>
                      <a:pt x="64" y="765"/>
                    </a:lnTo>
                    <a:cubicBezTo>
                      <a:pt x="93" y="708"/>
                      <a:pt x="121" y="645"/>
                      <a:pt x="149" y="588"/>
                    </a:cubicBezTo>
                    <a:cubicBezTo>
                      <a:pt x="177" y="531"/>
                      <a:pt x="206" y="439"/>
                      <a:pt x="206" y="383"/>
                    </a:cubicBezTo>
                    <a:cubicBezTo>
                      <a:pt x="206" y="319"/>
                      <a:pt x="177" y="234"/>
                      <a:pt x="149" y="178"/>
                    </a:cubicBezTo>
                    <a:cubicBezTo>
                      <a:pt x="121" y="114"/>
                      <a:pt x="93" y="57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71"/>
              <p:cNvSpPr/>
              <p:nvPr/>
            </p:nvSpPr>
            <p:spPr>
              <a:xfrm>
                <a:off x="5057450" y="2354600"/>
                <a:ext cx="10300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1" extrusionOk="0">
                    <a:moveTo>
                      <a:pt x="1" y="0"/>
                    </a:moveTo>
                    <a:lnTo>
                      <a:pt x="1" y="57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0"/>
                    </a:lnTo>
                    <a:lnTo>
                      <a:pt x="411" y="233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71"/>
              <p:cNvSpPr/>
              <p:nvPr/>
            </p:nvSpPr>
            <p:spPr>
              <a:xfrm>
                <a:off x="5070025" y="2350875"/>
                <a:ext cx="302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06" extrusionOk="0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21"/>
                    </a:lnTo>
                    <a:cubicBezTo>
                      <a:pt x="57" y="149"/>
                      <a:pt x="57" y="149"/>
                      <a:pt x="29" y="149"/>
                    </a:cubicBezTo>
                    <a:cubicBezTo>
                      <a:pt x="29" y="149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85" y="177"/>
                      <a:pt x="85" y="149"/>
                    </a:cubicBezTo>
                    <a:cubicBezTo>
                      <a:pt x="85" y="121"/>
                      <a:pt x="121" y="85"/>
                      <a:pt x="121" y="57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71"/>
              <p:cNvSpPr/>
              <p:nvPr/>
            </p:nvSpPr>
            <p:spPr>
              <a:xfrm>
                <a:off x="5075150" y="2350875"/>
                <a:ext cx="232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93" h="206" extrusionOk="0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21"/>
                    </a:lnTo>
                    <a:cubicBezTo>
                      <a:pt x="57" y="149"/>
                      <a:pt x="29" y="149"/>
                      <a:pt x="29" y="149"/>
                    </a:cubicBezTo>
                    <a:cubicBezTo>
                      <a:pt x="29" y="149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92" y="177"/>
                      <a:pt x="92" y="149"/>
                    </a:cubicBezTo>
                    <a:lnTo>
                      <a:pt x="92" y="57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71"/>
              <p:cNvSpPr/>
              <p:nvPr/>
            </p:nvSpPr>
            <p:spPr>
              <a:xfrm>
                <a:off x="5080975" y="2354600"/>
                <a:ext cx="104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411" extrusionOk="0">
                    <a:moveTo>
                      <a:pt x="1" y="0"/>
                    </a:moveTo>
                    <a:lnTo>
                      <a:pt x="1" y="57"/>
                    </a:lnTo>
                    <a:lnTo>
                      <a:pt x="326" y="205"/>
                    </a:lnTo>
                    <a:lnTo>
                      <a:pt x="1" y="354"/>
                    </a:lnTo>
                    <a:lnTo>
                      <a:pt x="1" y="410"/>
                    </a:lnTo>
                    <a:lnTo>
                      <a:pt x="418" y="233"/>
                    </a:lnTo>
                    <a:lnTo>
                      <a:pt x="418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71"/>
              <p:cNvSpPr/>
              <p:nvPr/>
            </p:nvSpPr>
            <p:spPr>
              <a:xfrm>
                <a:off x="5093550" y="2354600"/>
                <a:ext cx="10450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1" extrusionOk="0">
                    <a:moveTo>
                      <a:pt x="418" y="0"/>
                    </a:moveTo>
                    <a:lnTo>
                      <a:pt x="0" y="177"/>
                    </a:lnTo>
                    <a:lnTo>
                      <a:pt x="0" y="233"/>
                    </a:lnTo>
                    <a:lnTo>
                      <a:pt x="418" y="410"/>
                    </a:lnTo>
                    <a:lnTo>
                      <a:pt x="418" y="354"/>
                    </a:lnTo>
                    <a:lnTo>
                      <a:pt x="64" y="205"/>
                    </a:lnTo>
                    <a:lnTo>
                      <a:pt x="418" y="57"/>
                    </a:lnTo>
                    <a:lnTo>
                      <a:pt x="4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71"/>
              <p:cNvSpPr/>
              <p:nvPr/>
            </p:nvSpPr>
            <p:spPr>
              <a:xfrm>
                <a:off x="5111225" y="23494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" y="1"/>
                    </a:moveTo>
                    <a:cubicBezTo>
                      <a:pt x="29" y="29"/>
                      <a:pt x="29" y="86"/>
                      <a:pt x="64" y="114"/>
                    </a:cubicBezTo>
                    <a:cubicBezTo>
                      <a:pt x="93" y="178"/>
                      <a:pt x="93" y="206"/>
                      <a:pt x="121" y="234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16"/>
                      <a:pt x="64" y="645"/>
                    </a:cubicBezTo>
                    <a:cubicBezTo>
                      <a:pt x="29" y="708"/>
                      <a:pt x="29" y="737"/>
                      <a:pt x="1" y="765"/>
                    </a:cubicBezTo>
                    <a:lnTo>
                      <a:pt x="64" y="765"/>
                    </a:lnTo>
                    <a:cubicBezTo>
                      <a:pt x="93" y="708"/>
                      <a:pt x="121" y="645"/>
                      <a:pt x="149" y="588"/>
                    </a:cubicBezTo>
                    <a:cubicBezTo>
                      <a:pt x="177" y="531"/>
                      <a:pt x="206" y="439"/>
                      <a:pt x="206" y="383"/>
                    </a:cubicBezTo>
                    <a:cubicBezTo>
                      <a:pt x="206" y="319"/>
                      <a:pt x="177" y="234"/>
                      <a:pt x="149" y="178"/>
                    </a:cubicBezTo>
                    <a:cubicBezTo>
                      <a:pt x="121" y="114"/>
                      <a:pt x="93" y="57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71"/>
              <p:cNvSpPr/>
              <p:nvPr/>
            </p:nvSpPr>
            <p:spPr>
              <a:xfrm>
                <a:off x="5123075" y="23494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" y="1"/>
                    </a:moveTo>
                    <a:cubicBezTo>
                      <a:pt x="29" y="29"/>
                      <a:pt x="57" y="86"/>
                      <a:pt x="57" y="114"/>
                    </a:cubicBezTo>
                    <a:cubicBezTo>
                      <a:pt x="85" y="178"/>
                      <a:pt x="85" y="206"/>
                      <a:pt x="121" y="234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85" y="560"/>
                      <a:pt x="85" y="616"/>
                      <a:pt x="57" y="645"/>
                    </a:cubicBezTo>
                    <a:cubicBezTo>
                      <a:pt x="57" y="708"/>
                      <a:pt x="29" y="737"/>
                      <a:pt x="1" y="765"/>
                    </a:cubicBezTo>
                    <a:lnTo>
                      <a:pt x="57" y="765"/>
                    </a:lnTo>
                    <a:cubicBezTo>
                      <a:pt x="85" y="708"/>
                      <a:pt x="149" y="645"/>
                      <a:pt x="177" y="588"/>
                    </a:cubicBezTo>
                    <a:cubicBezTo>
                      <a:pt x="177" y="531"/>
                      <a:pt x="206" y="439"/>
                      <a:pt x="206" y="383"/>
                    </a:cubicBezTo>
                    <a:cubicBezTo>
                      <a:pt x="206" y="319"/>
                      <a:pt x="177" y="234"/>
                      <a:pt x="177" y="178"/>
                    </a:cubicBezTo>
                    <a:cubicBezTo>
                      <a:pt x="149" y="114"/>
                      <a:pt x="85" y="57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71"/>
              <p:cNvSpPr/>
              <p:nvPr/>
            </p:nvSpPr>
            <p:spPr>
              <a:xfrm>
                <a:off x="5011825" y="2423025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49" y="1"/>
                    </a:moveTo>
                    <a:cubicBezTo>
                      <a:pt x="86" y="64"/>
                      <a:pt x="57" y="121"/>
                      <a:pt x="29" y="178"/>
                    </a:cubicBezTo>
                    <a:cubicBezTo>
                      <a:pt x="1" y="241"/>
                      <a:pt x="1" y="326"/>
                      <a:pt x="1" y="383"/>
                    </a:cubicBezTo>
                    <a:cubicBezTo>
                      <a:pt x="1" y="446"/>
                      <a:pt x="1" y="531"/>
                      <a:pt x="29" y="595"/>
                    </a:cubicBezTo>
                    <a:cubicBezTo>
                      <a:pt x="57" y="652"/>
                      <a:pt x="86" y="708"/>
                      <a:pt x="149" y="772"/>
                    </a:cubicBezTo>
                    <a:lnTo>
                      <a:pt x="206" y="772"/>
                    </a:lnTo>
                    <a:cubicBezTo>
                      <a:pt x="178" y="737"/>
                      <a:pt x="149" y="680"/>
                      <a:pt x="149" y="652"/>
                    </a:cubicBezTo>
                    <a:cubicBezTo>
                      <a:pt x="114" y="623"/>
                      <a:pt x="86" y="560"/>
                      <a:pt x="86" y="531"/>
                    </a:cubicBezTo>
                    <a:lnTo>
                      <a:pt x="86" y="383"/>
                    </a:lnTo>
                    <a:lnTo>
                      <a:pt x="86" y="241"/>
                    </a:lnTo>
                    <a:cubicBezTo>
                      <a:pt x="86" y="206"/>
                      <a:pt x="114" y="149"/>
                      <a:pt x="149" y="121"/>
                    </a:cubicBezTo>
                    <a:cubicBezTo>
                      <a:pt x="149" y="93"/>
                      <a:pt x="178" y="29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71"/>
              <p:cNvSpPr/>
              <p:nvPr/>
            </p:nvSpPr>
            <p:spPr>
              <a:xfrm>
                <a:off x="5019075" y="2423025"/>
                <a:ext cx="53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14" h="772" extrusionOk="0">
                    <a:moveTo>
                      <a:pt x="149" y="1"/>
                    </a:moveTo>
                    <a:cubicBezTo>
                      <a:pt x="121" y="64"/>
                      <a:pt x="65" y="121"/>
                      <a:pt x="65" y="178"/>
                    </a:cubicBezTo>
                    <a:cubicBezTo>
                      <a:pt x="36" y="241"/>
                      <a:pt x="1" y="326"/>
                      <a:pt x="1" y="383"/>
                    </a:cubicBezTo>
                    <a:cubicBezTo>
                      <a:pt x="1" y="446"/>
                      <a:pt x="36" y="531"/>
                      <a:pt x="65" y="595"/>
                    </a:cubicBezTo>
                    <a:cubicBezTo>
                      <a:pt x="65" y="652"/>
                      <a:pt x="121" y="708"/>
                      <a:pt x="149" y="772"/>
                    </a:cubicBezTo>
                    <a:lnTo>
                      <a:pt x="213" y="772"/>
                    </a:lnTo>
                    <a:cubicBezTo>
                      <a:pt x="178" y="737"/>
                      <a:pt x="149" y="680"/>
                      <a:pt x="149" y="652"/>
                    </a:cubicBezTo>
                    <a:cubicBezTo>
                      <a:pt x="121" y="623"/>
                      <a:pt x="121" y="560"/>
                      <a:pt x="93" y="531"/>
                    </a:cubicBezTo>
                    <a:lnTo>
                      <a:pt x="93" y="383"/>
                    </a:lnTo>
                    <a:lnTo>
                      <a:pt x="93" y="241"/>
                    </a:lnTo>
                    <a:cubicBezTo>
                      <a:pt x="121" y="206"/>
                      <a:pt x="121" y="149"/>
                      <a:pt x="149" y="121"/>
                    </a:cubicBezTo>
                    <a:cubicBezTo>
                      <a:pt x="149" y="93"/>
                      <a:pt x="178" y="29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71"/>
              <p:cNvSpPr/>
              <p:nvPr/>
            </p:nvSpPr>
            <p:spPr>
              <a:xfrm>
                <a:off x="5027225" y="2427450"/>
                <a:ext cx="2325" cy="11175"/>
              </a:xfrm>
              <a:custGeom>
                <a:avLst/>
                <a:gdLst/>
                <a:ahLst/>
                <a:cxnLst/>
                <a:rect l="l" t="t" r="r" b="b"/>
                <a:pathLst>
                  <a:path w="93" h="447" extrusionOk="0">
                    <a:moveTo>
                      <a:pt x="0" y="1"/>
                    </a:moveTo>
                    <a:lnTo>
                      <a:pt x="0" y="93"/>
                    </a:lnTo>
                    <a:lnTo>
                      <a:pt x="92" y="93"/>
                    </a:lnTo>
                    <a:lnTo>
                      <a:pt x="92" y="1"/>
                    </a:lnTo>
                    <a:close/>
                    <a:moveTo>
                      <a:pt x="0" y="354"/>
                    </a:moveTo>
                    <a:lnTo>
                      <a:pt x="0" y="446"/>
                    </a:lnTo>
                    <a:lnTo>
                      <a:pt x="92" y="446"/>
                    </a:lnTo>
                    <a:lnTo>
                      <a:pt x="92" y="3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71"/>
              <p:cNvSpPr/>
              <p:nvPr/>
            </p:nvSpPr>
            <p:spPr>
              <a:xfrm>
                <a:off x="5036775" y="2423750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12" y="64"/>
                    </a:moveTo>
                    <a:cubicBezTo>
                      <a:pt x="241" y="64"/>
                      <a:pt x="269" y="92"/>
                      <a:pt x="297" y="92"/>
                    </a:cubicBezTo>
                    <a:cubicBezTo>
                      <a:pt x="297" y="120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7" y="502"/>
                      <a:pt x="297" y="531"/>
                    </a:cubicBezTo>
                    <a:cubicBezTo>
                      <a:pt x="269" y="531"/>
                      <a:pt x="241" y="566"/>
                      <a:pt x="212" y="566"/>
                    </a:cubicBezTo>
                    <a:cubicBezTo>
                      <a:pt x="177" y="566"/>
                      <a:pt x="149" y="531"/>
                      <a:pt x="149" y="531"/>
                    </a:cubicBezTo>
                    <a:cubicBezTo>
                      <a:pt x="121" y="502"/>
                      <a:pt x="121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121" y="149"/>
                      <a:pt x="121" y="120"/>
                      <a:pt x="149" y="92"/>
                    </a:cubicBezTo>
                    <a:cubicBezTo>
                      <a:pt x="149" y="92"/>
                      <a:pt x="177" y="64"/>
                      <a:pt x="212" y="64"/>
                    </a:cubicBezTo>
                    <a:close/>
                    <a:moveTo>
                      <a:pt x="212" y="0"/>
                    </a:moveTo>
                    <a:cubicBezTo>
                      <a:pt x="177" y="0"/>
                      <a:pt x="149" y="0"/>
                      <a:pt x="121" y="35"/>
                    </a:cubicBezTo>
                    <a:cubicBezTo>
                      <a:pt x="92" y="35"/>
                      <a:pt x="92" y="64"/>
                      <a:pt x="64" y="64"/>
                    </a:cubicBezTo>
                    <a:cubicBezTo>
                      <a:pt x="64" y="92"/>
                      <a:pt x="36" y="120"/>
                      <a:pt x="36" y="177"/>
                    </a:cubicBezTo>
                    <a:cubicBezTo>
                      <a:pt x="36" y="212"/>
                      <a:pt x="0" y="269"/>
                      <a:pt x="0" y="326"/>
                    </a:cubicBezTo>
                    <a:cubicBezTo>
                      <a:pt x="0" y="389"/>
                      <a:pt x="36" y="417"/>
                      <a:pt x="36" y="474"/>
                    </a:cubicBezTo>
                    <a:cubicBezTo>
                      <a:pt x="36" y="502"/>
                      <a:pt x="64" y="531"/>
                      <a:pt x="64" y="566"/>
                    </a:cubicBezTo>
                    <a:cubicBezTo>
                      <a:pt x="92" y="566"/>
                      <a:pt x="92" y="594"/>
                      <a:pt x="121" y="594"/>
                    </a:cubicBezTo>
                    <a:cubicBezTo>
                      <a:pt x="149" y="623"/>
                      <a:pt x="177" y="623"/>
                      <a:pt x="212" y="623"/>
                    </a:cubicBezTo>
                    <a:cubicBezTo>
                      <a:pt x="241" y="623"/>
                      <a:pt x="269" y="623"/>
                      <a:pt x="297" y="594"/>
                    </a:cubicBezTo>
                    <a:cubicBezTo>
                      <a:pt x="326" y="594"/>
                      <a:pt x="354" y="566"/>
                      <a:pt x="354" y="566"/>
                    </a:cubicBezTo>
                    <a:cubicBezTo>
                      <a:pt x="389" y="531"/>
                      <a:pt x="389" y="502"/>
                      <a:pt x="418" y="474"/>
                    </a:cubicBezTo>
                    <a:lnTo>
                      <a:pt x="418" y="326"/>
                    </a:lnTo>
                    <a:lnTo>
                      <a:pt x="418" y="177"/>
                    </a:lnTo>
                    <a:cubicBezTo>
                      <a:pt x="389" y="120"/>
                      <a:pt x="389" y="92"/>
                      <a:pt x="354" y="64"/>
                    </a:cubicBezTo>
                    <a:cubicBezTo>
                      <a:pt x="354" y="64"/>
                      <a:pt x="326" y="35"/>
                      <a:pt x="297" y="35"/>
                    </a:cubicBezTo>
                    <a:cubicBezTo>
                      <a:pt x="269" y="0"/>
                      <a:pt x="241" y="0"/>
                      <a:pt x="2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71"/>
              <p:cNvSpPr/>
              <p:nvPr/>
            </p:nvSpPr>
            <p:spPr>
              <a:xfrm>
                <a:off x="5049325" y="2423025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" y="1"/>
                    </a:moveTo>
                    <a:cubicBezTo>
                      <a:pt x="29" y="29"/>
                      <a:pt x="29" y="93"/>
                      <a:pt x="64" y="121"/>
                    </a:cubicBezTo>
                    <a:cubicBezTo>
                      <a:pt x="93" y="178"/>
                      <a:pt x="93" y="206"/>
                      <a:pt x="121" y="241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23"/>
                      <a:pt x="64" y="652"/>
                    </a:cubicBezTo>
                    <a:cubicBezTo>
                      <a:pt x="29" y="708"/>
                      <a:pt x="29" y="737"/>
                      <a:pt x="1" y="772"/>
                    </a:cubicBezTo>
                    <a:lnTo>
                      <a:pt x="64" y="772"/>
                    </a:lnTo>
                    <a:cubicBezTo>
                      <a:pt x="93" y="708"/>
                      <a:pt x="121" y="652"/>
                      <a:pt x="149" y="595"/>
                    </a:cubicBezTo>
                    <a:cubicBezTo>
                      <a:pt x="177" y="531"/>
                      <a:pt x="206" y="446"/>
                      <a:pt x="206" y="383"/>
                    </a:cubicBezTo>
                    <a:cubicBezTo>
                      <a:pt x="206" y="326"/>
                      <a:pt x="177" y="241"/>
                      <a:pt x="149" y="178"/>
                    </a:cubicBezTo>
                    <a:cubicBezTo>
                      <a:pt x="121" y="121"/>
                      <a:pt x="93" y="64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71"/>
              <p:cNvSpPr/>
              <p:nvPr/>
            </p:nvSpPr>
            <p:spPr>
              <a:xfrm>
                <a:off x="5057450" y="2428150"/>
                <a:ext cx="103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9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355" y="213"/>
                    </a:lnTo>
                    <a:lnTo>
                      <a:pt x="1" y="355"/>
                    </a:lnTo>
                    <a:lnTo>
                      <a:pt x="1" y="418"/>
                    </a:lnTo>
                    <a:lnTo>
                      <a:pt x="411" y="241"/>
                    </a:lnTo>
                    <a:lnTo>
                      <a:pt x="411" y="17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71"/>
              <p:cNvSpPr/>
              <p:nvPr/>
            </p:nvSpPr>
            <p:spPr>
              <a:xfrm>
                <a:off x="5070025" y="2424625"/>
                <a:ext cx="302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06" extrusionOk="0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14"/>
                    </a:lnTo>
                    <a:cubicBezTo>
                      <a:pt x="57" y="142"/>
                      <a:pt x="57" y="142"/>
                      <a:pt x="29" y="142"/>
                    </a:cubicBezTo>
                    <a:cubicBezTo>
                      <a:pt x="29" y="142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85" y="177"/>
                      <a:pt x="85" y="142"/>
                    </a:cubicBezTo>
                    <a:cubicBezTo>
                      <a:pt x="85" y="114"/>
                      <a:pt x="121" y="85"/>
                      <a:pt x="121" y="57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71"/>
              <p:cNvSpPr/>
              <p:nvPr/>
            </p:nvSpPr>
            <p:spPr>
              <a:xfrm>
                <a:off x="5075150" y="2424625"/>
                <a:ext cx="232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93" h="206" extrusionOk="0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14"/>
                    </a:lnTo>
                    <a:cubicBezTo>
                      <a:pt x="57" y="142"/>
                      <a:pt x="29" y="142"/>
                      <a:pt x="29" y="142"/>
                    </a:cubicBezTo>
                    <a:cubicBezTo>
                      <a:pt x="29" y="142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92" y="177"/>
                      <a:pt x="92" y="142"/>
                    </a:cubicBezTo>
                    <a:lnTo>
                      <a:pt x="92" y="57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71"/>
              <p:cNvSpPr/>
              <p:nvPr/>
            </p:nvSpPr>
            <p:spPr>
              <a:xfrm>
                <a:off x="5080975" y="2428150"/>
                <a:ext cx="10475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419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326" y="213"/>
                    </a:lnTo>
                    <a:lnTo>
                      <a:pt x="1" y="355"/>
                    </a:lnTo>
                    <a:lnTo>
                      <a:pt x="1" y="418"/>
                    </a:lnTo>
                    <a:lnTo>
                      <a:pt x="418" y="241"/>
                    </a:lnTo>
                    <a:lnTo>
                      <a:pt x="418" y="17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71"/>
              <p:cNvSpPr/>
              <p:nvPr/>
            </p:nvSpPr>
            <p:spPr>
              <a:xfrm>
                <a:off x="5093550" y="2428150"/>
                <a:ext cx="1045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9" extrusionOk="0">
                    <a:moveTo>
                      <a:pt x="418" y="1"/>
                    </a:moveTo>
                    <a:lnTo>
                      <a:pt x="0" y="178"/>
                    </a:lnTo>
                    <a:lnTo>
                      <a:pt x="0" y="241"/>
                    </a:lnTo>
                    <a:lnTo>
                      <a:pt x="418" y="418"/>
                    </a:lnTo>
                    <a:lnTo>
                      <a:pt x="418" y="355"/>
                    </a:lnTo>
                    <a:lnTo>
                      <a:pt x="64" y="213"/>
                    </a:lnTo>
                    <a:lnTo>
                      <a:pt x="418" y="65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71"/>
              <p:cNvSpPr/>
              <p:nvPr/>
            </p:nvSpPr>
            <p:spPr>
              <a:xfrm>
                <a:off x="5111225" y="2423025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" y="1"/>
                    </a:moveTo>
                    <a:cubicBezTo>
                      <a:pt x="29" y="29"/>
                      <a:pt x="29" y="93"/>
                      <a:pt x="64" y="121"/>
                    </a:cubicBezTo>
                    <a:cubicBezTo>
                      <a:pt x="93" y="178"/>
                      <a:pt x="93" y="206"/>
                      <a:pt x="121" y="241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23"/>
                      <a:pt x="64" y="652"/>
                    </a:cubicBezTo>
                    <a:cubicBezTo>
                      <a:pt x="29" y="708"/>
                      <a:pt x="29" y="737"/>
                      <a:pt x="1" y="772"/>
                    </a:cubicBezTo>
                    <a:lnTo>
                      <a:pt x="64" y="772"/>
                    </a:lnTo>
                    <a:cubicBezTo>
                      <a:pt x="93" y="708"/>
                      <a:pt x="121" y="652"/>
                      <a:pt x="149" y="595"/>
                    </a:cubicBezTo>
                    <a:cubicBezTo>
                      <a:pt x="177" y="531"/>
                      <a:pt x="206" y="446"/>
                      <a:pt x="206" y="383"/>
                    </a:cubicBezTo>
                    <a:cubicBezTo>
                      <a:pt x="206" y="326"/>
                      <a:pt x="177" y="241"/>
                      <a:pt x="149" y="178"/>
                    </a:cubicBezTo>
                    <a:cubicBezTo>
                      <a:pt x="121" y="121"/>
                      <a:pt x="93" y="64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71"/>
              <p:cNvSpPr/>
              <p:nvPr/>
            </p:nvSpPr>
            <p:spPr>
              <a:xfrm>
                <a:off x="5123075" y="2423025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" y="1"/>
                    </a:moveTo>
                    <a:cubicBezTo>
                      <a:pt x="29" y="29"/>
                      <a:pt x="57" y="93"/>
                      <a:pt x="57" y="121"/>
                    </a:cubicBezTo>
                    <a:cubicBezTo>
                      <a:pt x="85" y="178"/>
                      <a:pt x="85" y="206"/>
                      <a:pt x="121" y="241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85" y="560"/>
                      <a:pt x="85" y="623"/>
                      <a:pt x="57" y="652"/>
                    </a:cubicBezTo>
                    <a:cubicBezTo>
                      <a:pt x="57" y="708"/>
                      <a:pt x="29" y="737"/>
                      <a:pt x="1" y="772"/>
                    </a:cubicBezTo>
                    <a:lnTo>
                      <a:pt x="57" y="772"/>
                    </a:lnTo>
                    <a:cubicBezTo>
                      <a:pt x="85" y="708"/>
                      <a:pt x="149" y="652"/>
                      <a:pt x="177" y="595"/>
                    </a:cubicBezTo>
                    <a:cubicBezTo>
                      <a:pt x="177" y="531"/>
                      <a:pt x="206" y="446"/>
                      <a:pt x="206" y="383"/>
                    </a:cubicBezTo>
                    <a:cubicBezTo>
                      <a:pt x="206" y="326"/>
                      <a:pt x="177" y="241"/>
                      <a:pt x="177" y="178"/>
                    </a:cubicBezTo>
                    <a:cubicBezTo>
                      <a:pt x="149" y="121"/>
                      <a:pt x="85" y="64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71"/>
              <p:cNvSpPr/>
              <p:nvPr/>
            </p:nvSpPr>
            <p:spPr>
              <a:xfrm>
                <a:off x="5033225" y="2389250"/>
                <a:ext cx="95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1" extrusionOk="0">
                    <a:moveTo>
                      <a:pt x="383" y="1"/>
                    </a:moveTo>
                    <a:lnTo>
                      <a:pt x="1" y="177"/>
                    </a:lnTo>
                    <a:lnTo>
                      <a:pt x="1" y="234"/>
                    </a:lnTo>
                    <a:lnTo>
                      <a:pt x="383" y="411"/>
                    </a:lnTo>
                    <a:lnTo>
                      <a:pt x="383" y="354"/>
                    </a:lnTo>
                    <a:lnTo>
                      <a:pt x="57" y="206"/>
                    </a:lnTo>
                    <a:lnTo>
                      <a:pt x="383" y="57"/>
                    </a:lnTo>
                    <a:lnTo>
                      <a:pt x="3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71"/>
              <p:cNvSpPr/>
              <p:nvPr/>
            </p:nvSpPr>
            <p:spPr>
              <a:xfrm>
                <a:off x="5045600" y="2384825"/>
                <a:ext cx="10475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17" extrusionOk="0">
                    <a:moveTo>
                      <a:pt x="213" y="57"/>
                    </a:moveTo>
                    <a:cubicBezTo>
                      <a:pt x="242" y="57"/>
                      <a:pt x="270" y="86"/>
                      <a:pt x="298" y="86"/>
                    </a:cubicBezTo>
                    <a:cubicBezTo>
                      <a:pt x="298" y="114"/>
                      <a:pt x="326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326" y="468"/>
                      <a:pt x="298" y="496"/>
                      <a:pt x="298" y="531"/>
                    </a:cubicBezTo>
                    <a:cubicBezTo>
                      <a:pt x="270" y="531"/>
                      <a:pt x="242" y="560"/>
                      <a:pt x="213" y="560"/>
                    </a:cubicBezTo>
                    <a:cubicBezTo>
                      <a:pt x="178" y="560"/>
                      <a:pt x="150" y="531"/>
                      <a:pt x="121" y="531"/>
                    </a:cubicBezTo>
                    <a:cubicBezTo>
                      <a:pt x="121" y="496"/>
                      <a:pt x="93" y="468"/>
                      <a:pt x="93" y="439"/>
                    </a:cubicBezTo>
                    <a:lnTo>
                      <a:pt x="93" y="319"/>
                    </a:lnTo>
                    <a:lnTo>
                      <a:pt x="93" y="291"/>
                    </a:lnTo>
                    <a:lnTo>
                      <a:pt x="93" y="178"/>
                    </a:lnTo>
                    <a:cubicBezTo>
                      <a:pt x="93" y="142"/>
                      <a:pt x="121" y="114"/>
                      <a:pt x="121" y="86"/>
                    </a:cubicBezTo>
                    <a:cubicBezTo>
                      <a:pt x="150" y="86"/>
                      <a:pt x="178" y="57"/>
                      <a:pt x="213" y="57"/>
                    </a:cubicBezTo>
                    <a:close/>
                    <a:moveTo>
                      <a:pt x="213" y="1"/>
                    </a:moveTo>
                    <a:cubicBezTo>
                      <a:pt x="178" y="1"/>
                      <a:pt x="150" y="1"/>
                      <a:pt x="121" y="29"/>
                    </a:cubicBezTo>
                    <a:cubicBezTo>
                      <a:pt x="93" y="29"/>
                      <a:pt x="93" y="57"/>
                      <a:pt x="65" y="57"/>
                    </a:cubicBezTo>
                    <a:cubicBezTo>
                      <a:pt x="36" y="86"/>
                      <a:pt x="36" y="114"/>
                      <a:pt x="36" y="178"/>
                    </a:cubicBezTo>
                    <a:cubicBezTo>
                      <a:pt x="1" y="206"/>
                      <a:pt x="1" y="234"/>
                      <a:pt x="1" y="291"/>
                    </a:cubicBezTo>
                    <a:cubicBezTo>
                      <a:pt x="1" y="354"/>
                      <a:pt x="1" y="411"/>
                      <a:pt x="36" y="439"/>
                    </a:cubicBezTo>
                    <a:cubicBezTo>
                      <a:pt x="36" y="496"/>
                      <a:pt x="36" y="531"/>
                      <a:pt x="65" y="560"/>
                    </a:cubicBezTo>
                    <a:cubicBezTo>
                      <a:pt x="93" y="560"/>
                      <a:pt x="93" y="588"/>
                      <a:pt x="121" y="588"/>
                    </a:cubicBezTo>
                    <a:cubicBezTo>
                      <a:pt x="150" y="616"/>
                      <a:pt x="178" y="616"/>
                      <a:pt x="213" y="616"/>
                    </a:cubicBezTo>
                    <a:cubicBezTo>
                      <a:pt x="242" y="616"/>
                      <a:pt x="270" y="616"/>
                      <a:pt x="298" y="588"/>
                    </a:cubicBezTo>
                    <a:cubicBezTo>
                      <a:pt x="326" y="588"/>
                      <a:pt x="326" y="560"/>
                      <a:pt x="355" y="560"/>
                    </a:cubicBezTo>
                    <a:cubicBezTo>
                      <a:pt x="390" y="531"/>
                      <a:pt x="390" y="496"/>
                      <a:pt x="390" y="439"/>
                    </a:cubicBezTo>
                    <a:cubicBezTo>
                      <a:pt x="418" y="411"/>
                      <a:pt x="418" y="354"/>
                      <a:pt x="418" y="291"/>
                    </a:cubicBezTo>
                    <a:cubicBezTo>
                      <a:pt x="418" y="234"/>
                      <a:pt x="418" y="206"/>
                      <a:pt x="390" y="178"/>
                    </a:cubicBezTo>
                    <a:cubicBezTo>
                      <a:pt x="390" y="114"/>
                      <a:pt x="390" y="86"/>
                      <a:pt x="355" y="57"/>
                    </a:cubicBezTo>
                    <a:cubicBezTo>
                      <a:pt x="326" y="57"/>
                      <a:pt x="326" y="29"/>
                      <a:pt x="298" y="29"/>
                    </a:cubicBezTo>
                    <a:cubicBezTo>
                      <a:pt x="270" y="1"/>
                      <a:pt x="242" y="1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71"/>
              <p:cNvSpPr/>
              <p:nvPr/>
            </p:nvSpPr>
            <p:spPr>
              <a:xfrm>
                <a:off x="5058175" y="2385550"/>
                <a:ext cx="8850" cy="13975"/>
              </a:xfrm>
              <a:custGeom>
                <a:avLst/>
                <a:gdLst/>
                <a:ahLst/>
                <a:cxnLst/>
                <a:rect l="l" t="t" r="r" b="b"/>
                <a:pathLst>
                  <a:path w="354" h="559" extrusionOk="0">
                    <a:moveTo>
                      <a:pt x="205" y="0"/>
                    </a:moveTo>
                    <a:cubicBezTo>
                      <a:pt x="177" y="0"/>
                      <a:pt x="149" y="28"/>
                      <a:pt x="149" y="28"/>
                    </a:cubicBezTo>
                    <a:cubicBezTo>
                      <a:pt x="121" y="28"/>
                      <a:pt x="92" y="28"/>
                      <a:pt x="64" y="57"/>
                    </a:cubicBezTo>
                    <a:lnTo>
                      <a:pt x="0" y="57"/>
                    </a:lnTo>
                    <a:lnTo>
                      <a:pt x="0" y="113"/>
                    </a:lnTo>
                    <a:lnTo>
                      <a:pt x="149" y="113"/>
                    </a:lnTo>
                    <a:lnTo>
                      <a:pt x="149" y="502"/>
                    </a:lnTo>
                    <a:lnTo>
                      <a:pt x="0" y="502"/>
                    </a:lnTo>
                    <a:lnTo>
                      <a:pt x="0" y="559"/>
                    </a:lnTo>
                    <a:lnTo>
                      <a:pt x="354" y="559"/>
                    </a:lnTo>
                    <a:lnTo>
                      <a:pt x="354" y="502"/>
                    </a:lnTo>
                    <a:lnTo>
                      <a:pt x="241" y="502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71"/>
              <p:cNvSpPr/>
              <p:nvPr/>
            </p:nvSpPr>
            <p:spPr>
              <a:xfrm>
                <a:off x="5073725" y="2384825"/>
                <a:ext cx="9575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617" extrusionOk="0">
                    <a:moveTo>
                      <a:pt x="206" y="57"/>
                    </a:moveTo>
                    <a:cubicBezTo>
                      <a:pt x="234" y="57"/>
                      <a:pt x="263" y="86"/>
                      <a:pt x="263" y="86"/>
                    </a:cubicBezTo>
                    <a:cubicBezTo>
                      <a:pt x="291" y="114"/>
                      <a:pt x="291" y="142"/>
                      <a:pt x="291" y="178"/>
                    </a:cubicBezTo>
                    <a:cubicBezTo>
                      <a:pt x="326" y="206"/>
                      <a:pt x="326" y="234"/>
                      <a:pt x="326" y="291"/>
                    </a:cubicBezTo>
                    <a:lnTo>
                      <a:pt x="326" y="319"/>
                    </a:lnTo>
                    <a:cubicBezTo>
                      <a:pt x="326" y="383"/>
                      <a:pt x="326" y="411"/>
                      <a:pt x="291" y="439"/>
                    </a:cubicBezTo>
                    <a:cubicBezTo>
                      <a:pt x="291" y="468"/>
                      <a:pt x="291" y="496"/>
                      <a:pt x="263" y="531"/>
                    </a:cubicBezTo>
                    <a:cubicBezTo>
                      <a:pt x="263" y="531"/>
                      <a:pt x="234" y="560"/>
                      <a:pt x="206" y="560"/>
                    </a:cubicBezTo>
                    <a:cubicBezTo>
                      <a:pt x="149" y="560"/>
                      <a:pt x="149" y="531"/>
                      <a:pt x="114" y="531"/>
                    </a:cubicBezTo>
                    <a:cubicBezTo>
                      <a:pt x="86" y="496"/>
                      <a:pt x="86" y="468"/>
                      <a:pt x="86" y="439"/>
                    </a:cubicBezTo>
                    <a:cubicBezTo>
                      <a:pt x="57" y="411"/>
                      <a:pt x="57" y="383"/>
                      <a:pt x="57" y="319"/>
                    </a:cubicBezTo>
                    <a:lnTo>
                      <a:pt x="57" y="291"/>
                    </a:lnTo>
                    <a:cubicBezTo>
                      <a:pt x="57" y="234"/>
                      <a:pt x="57" y="206"/>
                      <a:pt x="86" y="178"/>
                    </a:cubicBezTo>
                    <a:cubicBezTo>
                      <a:pt x="86" y="142"/>
                      <a:pt x="86" y="114"/>
                      <a:pt x="114" y="86"/>
                    </a:cubicBezTo>
                    <a:cubicBezTo>
                      <a:pt x="149" y="86"/>
                      <a:pt x="149" y="57"/>
                      <a:pt x="206" y="57"/>
                    </a:cubicBezTo>
                    <a:close/>
                    <a:moveTo>
                      <a:pt x="206" y="1"/>
                    </a:moveTo>
                    <a:cubicBezTo>
                      <a:pt x="149" y="1"/>
                      <a:pt x="149" y="1"/>
                      <a:pt x="114" y="29"/>
                    </a:cubicBezTo>
                    <a:cubicBezTo>
                      <a:pt x="86" y="29"/>
                      <a:pt x="57" y="57"/>
                      <a:pt x="57" y="57"/>
                    </a:cubicBezTo>
                    <a:cubicBezTo>
                      <a:pt x="29" y="86"/>
                      <a:pt x="1" y="114"/>
                      <a:pt x="1" y="178"/>
                    </a:cubicBezTo>
                    <a:lnTo>
                      <a:pt x="1" y="291"/>
                    </a:lnTo>
                    <a:lnTo>
                      <a:pt x="1" y="439"/>
                    </a:lnTo>
                    <a:cubicBezTo>
                      <a:pt x="1" y="496"/>
                      <a:pt x="29" y="531"/>
                      <a:pt x="57" y="560"/>
                    </a:cubicBezTo>
                    <a:cubicBezTo>
                      <a:pt x="57" y="560"/>
                      <a:pt x="86" y="588"/>
                      <a:pt x="114" y="588"/>
                    </a:cubicBezTo>
                    <a:cubicBezTo>
                      <a:pt x="149" y="616"/>
                      <a:pt x="149" y="616"/>
                      <a:pt x="206" y="616"/>
                    </a:cubicBezTo>
                    <a:cubicBezTo>
                      <a:pt x="234" y="616"/>
                      <a:pt x="263" y="616"/>
                      <a:pt x="263" y="588"/>
                    </a:cubicBezTo>
                    <a:cubicBezTo>
                      <a:pt x="291" y="588"/>
                      <a:pt x="326" y="560"/>
                      <a:pt x="355" y="560"/>
                    </a:cubicBezTo>
                    <a:cubicBezTo>
                      <a:pt x="355" y="531"/>
                      <a:pt x="383" y="496"/>
                      <a:pt x="383" y="439"/>
                    </a:cubicBezTo>
                    <a:lnTo>
                      <a:pt x="383" y="291"/>
                    </a:lnTo>
                    <a:lnTo>
                      <a:pt x="383" y="178"/>
                    </a:lnTo>
                    <a:cubicBezTo>
                      <a:pt x="383" y="114"/>
                      <a:pt x="355" y="86"/>
                      <a:pt x="355" y="57"/>
                    </a:cubicBezTo>
                    <a:cubicBezTo>
                      <a:pt x="326" y="57"/>
                      <a:pt x="291" y="29"/>
                      <a:pt x="263" y="29"/>
                    </a:cubicBezTo>
                    <a:cubicBezTo>
                      <a:pt x="263" y="1"/>
                      <a:pt x="234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71"/>
              <p:cNvSpPr/>
              <p:nvPr/>
            </p:nvSpPr>
            <p:spPr>
              <a:xfrm>
                <a:off x="5085400" y="2384825"/>
                <a:ext cx="10475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17" extrusionOk="0">
                    <a:moveTo>
                      <a:pt x="213" y="57"/>
                    </a:moveTo>
                    <a:cubicBezTo>
                      <a:pt x="241" y="57"/>
                      <a:pt x="270" y="86"/>
                      <a:pt x="298" y="86"/>
                    </a:cubicBezTo>
                    <a:cubicBezTo>
                      <a:pt x="298" y="114"/>
                      <a:pt x="326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326" y="468"/>
                      <a:pt x="298" y="496"/>
                      <a:pt x="298" y="531"/>
                    </a:cubicBezTo>
                    <a:cubicBezTo>
                      <a:pt x="270" y="531"/>
                      <a:pt x="241" y="560"/>
                      <a:pt x="213" y="560"/>
                    </a:cubicBezTo>
                    <a:cubicBezTo>
                      <a:pt x="178" y="560"/>
                      <a:pt x="149" y="531"/>
                      <a:pt x="149" y="531"/>
                    </a:cubicBezTo>
                    <a:cubicBezTo>
                      <a:pt x="121" y="496"/>
                      <a:pt x="93" y="468"/>
                      <a:pt x="93" y="439"/>
                    </a:cubicBezTo>
                    <a:lnTo>
                      <a:pt x="93" y="319"/>
                    </a:lnTo>
                    <a:lnTo>
                      <a:pt x="93" y="291"/>
                    </a:lnTo>
                    <a:lnTo>
                      <a:pt x="93" y="178"/>
                    </a:lnTo>
                    <a:cubicBezTo>
                      <a:pt x="93" y="142"/>
                      <a:pt x="121" y="114"/>
                      <a:pt x="149" y="86"/>
                    </a:cubicBezTo>
                    <a:cubicBezTo>
                      <a:pt x="149" y="86"/>
                      <a:pt x="178" y="57"/>
                      <a:pt x="213" y="57"/>
                    </a:cubicBezTo>
                    <a:close/>
                    <a:moveTo>
                      <a:pt x="213" y="1"/>
                    </a:moveTo>
                    <a:cubicBezTo>
                      <a:pt x="178" y="1"/>
                      <a:pt x="149" y="1"/>
                      <a:pt x="121" y="29"/>
                    </a:cubicBezTo>
                    <a:cubicBezTo>
                      <a:pt x="93" y="29"/>
                      <a:pt x="93" y="57"/>
                      <a:pt x="64" y="57"/>
                    </a:cubicBezTo>
                    <a:cubicBezTo>
                      <a:pt x="36" y="86"/>
                      <a:pt x="36" y="114"/>
                      <a:pt x="36" y="178"/>
                    </a:cubicBezTo>
                    <a:cubicBezTo>
                      <a:pt x="1" y="206"/>
                      <a:pt x="1" y="234"/>
                      <a:pt x="1" y="291"/>
                    </a:cubicBezTo>
                    <a:cubicBezTo>
                      <a:pt x="1" y="354"/>
                      <a:pt x="1" y="411"/>
                      <a:pt x="36" y="439"/>
                    </a:cubicBezTo>
                    <a:cubicBezTo>
                      <a:pt x="36" y="496"/>
                      <a:pt x="36" y="531"/>
                      <a:pt x="64" y="560"/>
                    </a:cubicBezTo>
                    <a:cubicBezTo>
                      <a:pt x="93" y="560"/>
                      <a:pt x="93" y="588"/>
                      <a:pt x="121" y="588"/>
                    </a:cubicBezTo>
                    <a:cubicBezTo>
                      <a:pt x="149" y="616"/>
                      <a:pt x="178" y="616"/>
                      <a:pt x="213" y="616"/>
                    </a:cubicBezTo>
                    <a:cubicBezTo>
                      <a:pt x="241" y="616"/>
                      <a:pt x="270" y="616"/>
                      <a:pt x="298" y="588"/>
                    </a:cubicBezTo>
                    <a:cubicBezTo>
                      <a:pt x="326" y="588"/>
                      <a:pt x="326" y="560"/>
                      <a:pt x="354" y="560"/>
                    </a:cubicBezTo>
                    <a:cubicBezTo>
                      <a:pt x="390" y="531"/>
                      <a:pt x="390" y="496"/>
                      <a:pt x="390" y="439"/>
                    </a:cubicBezTo>
                    <a:cubicBezTo>
                      <a:pt x="418" y="411"/>
                      <a:pt x="418" y="354"/>
                      <a:pt x="418" y="291"/>
                    </a:cubicBezTo>
                    <a:cubicBezTo>
                      <a:pt x="418" y="234"/>
                      <a:pt x="418" y="206"/>
                      <a:pt x="390" y="178"/>
                    </a:cubicBezTo>
                    <a:cubicBezTo>
                      <a:pt x="390" y="114"/>
                      <a:pt x="390" y="86"/>
                      <a:pt x="354" y="57"/>
                    </a:cubicBezTo>
                    <a:cubicBezTo>
                      <a:pt x="326" y="57"/>
                      <a:pt x="326" y="29"/>
                      <a:pt x="298" y="29"/>
                    </a:cubicBezTo>
                    <a:cubicBezTo>
                      <a:pt x="270" y="1"/>
                      <a:pt x="241" y="1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71"/>
              <p:cNvSpPr/>
              <p:nvPr/>
            </p:nvSpPr>
            <p:spPr>
              <a:xfrm>
                <a:off x="5097950" y="2385550"/>
                <a:ext cx="8875" cy="1397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59" extrusionOk="0">
                    <a:moveTo>
                      <a:pt x="206" y="0"/>
                    </a:moveTo>
                    <a:cubicBezTo>
                      <a:pt x="178" y="0"/>
                      <a:pt x="150" y="28"/>
                      <a:pt x="150" y="28"/>
                    </a:cubicBezTo>
                    <a:cubicBezTo>
                      <a:pt x="121" y="28"/>
                      <a:pt x="93" y="28"/>
                      <a:pt x="65" y="57"/>
                    </a:cubicBezTo>
                    <a:lnTo>
                      <a:pt x="1" y="57"/>
                    </a:lnTo>
                    <a:lnTo>
                      <a:pt x="1" y="113"/>
                    </a:lnTo>
                    <a:lnTo>
                      <a:pt x="150" y="113"/>
                    </a:lnTo>
                    <a:lnTo>
                      <a:pt x="150" y="502"/>
                    </a:lnTo>
                    <a:lnTo>
                      <a:pt x="1" y="502"/>
                    </a:lnTo>
                    <a:lnTo>
                      <a:pt x="1" y="559"/>
                    </a:lnTo>
                    <a:lnTo>
                      <a:pt x="355" y="559"/>
                    </a:lnTo>
                    <a:lnTo>
                      <a:pt x="355" y="502"/>
                    </a:lnTo>
                    <a:lnTo>
                      <a:pt x="242" y="502"/>
                    </a:lnTo>
                    <a:lnTo>
                      <a:pt x="24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71"/>
              <p:cNvSpPr/>
              <p:nvPr/>
            </p:nvSpPr>
            <p:spPr>
              <a:xfrm>
                <a:off x="5109100" y="2383950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" y="0"/>
                    </a:moveTo>
                    <a:lnTo>
                      <a:pt x="1" y="64"/>
                    </a:lnTo>
                    <a:lnTo>
                      <a:pt x="57" y="64"/>
                    </a:lnTo>
                    <a:lnTo>
                      <a:pt x="57" y="121"/>
                    </a:lnTo>
                    <a:lnTo>
                      <a:pt x="86" y="297"/>
                    </a:lnTo>
                    <a:lnTo>
                      <a:pt x="86" y="326"/>
                    </a:lnTo>
                    <a:cubicBezTo>
                      <a:pt x="86" y="354"/>
                      <a:pt x="86" y="354"/>
                      <a:pt x="114" y="389"/>
                    </a:cubicBezTo>
                    <a:lnTo>
                      <a:pt x="178" y="389"/>
                    </a:lnTo>
                    <a:cubicBezTo>
                      <a:pt x="114" y="389"/>
                      <a:pt x="114" y="389"/>
                      <a:pt x="86" y="418"/>
                    </a:cubicBezTo>
                    <a:lnTo>
                      <a:pt x="86" y="474"/>
                    </a:lnTo>
                    <a:lnTo>
                      <a:pt x="57" y="680"/>
                    </a:lnTo>
                    <a:lnTo>
                      <a:pt x="57" y="708"/>
                    </a:lnTo>
                    <a:lnTo>
                      <a:pt x="1" y="708"/>
                    </a:lnTo>
                    <a:lnTo>
                      <a:pt x="1" y="771"/>
                    </a:lnTo>
                    <a:lnTo>
                      <a:pt x="57" y="771"/>
                    </a:lnTo>
                    <a:lnTo>
                      <a:pt x="86" y="743"/>
                    </a:lnTo>
                    <a:cubicBezTo>
                      <a:pt x="114" y="743"/>
                      <a:pt x="114" y="743"/>
                      <a:pt x="114" y="708"/>
                    </a:cubicBezTo>
                    <a:cubicBezTo>
                      <a:pt x="149" y="708"/>
                      <a:pt x="149" y="680"/>
                      <a:pt x="149" y="651"/>
                    </a:cubicBezTo>
                    <a:lnTo>
                      <a:pt x="149" y="474"/>
                    </a:lnTo>
                    <a:lnTo>
                      <a:pt x="149" y="446"/>
                    </a:lnTo>
                    <a:cubicBezTo>
                      <a:pt x="149" y="446"/>
                      <a:pt x="178" y="446"/>
                      <a:pt x="178" y="418"/>
                    </a:cubicBezTo>
                    <a:lnTo>
                      <a:pt x="206" y="418"/>
                    </a:lnTo>
                    <a:lnTo>
                      <a:pt x="206" y="354"/>
                    </a:lnTo>
                    <a:lnTo>
                      <a:pt x="178" y="354"/>
                    </a:lnTo>
                    <a:lnTo>
                      <a:pt x="149" y="326"/>
                    </a:lnTo>
                    <a:lnTo>
                      <a:pt x="149" y="297"/>
                    </a:lnTo>
                    <a:lnTo>
                      <a:pt x="149" y="121"/>
                    </a:lnTo>
                    <a:cubicBezTo>
                      <a:pt x="149" y="92"/>
                      <a:pt x="149" y="92"/>
                      <a:pt x="114" y="64"/>
                    </a:cubicBezTo>
                    <a:cubicBezTo>
                      <a:pt x="114" y="64"/>
                      <a:pt x="114" y="36"/>
                      <a:pt x="86" y="36"/>
                    </a:cubicBez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71"/>
              <p:cNvSpPr/>
              <p:nvPr/>
            </p:nvSpPr>
            <p:spPr>
              <a:xfrm>
                <a:off x="5121650" y="2389250"/>
                <a:ext cx="95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1" extrusionOk="0">
                    <a:moveTo>
                      <a:pt x="142" y="1"/>
                    </a:moveTo>
                    <a:lnTo>
                      <a:pt x="142" y="177"/>
                    </a:lnTo>
                    <a:lnTo>
                      <a:pt x="1" y="177"/>
                    </a:lnTo>
                    <a:lnTo>
                      <a:pt x="1" y="234"/>
                    </a:lnTo>
                    <a:lnTo>
                      <a:pt x="142" y="234"/>
                    </a:lnTo>
                    <a:lnTo>
                      <a:pt x="142" y="411"/>
                    </a:lnTo>
                    <a:lnTo>
                      <a:pt x="234" y="411"/>
                    </a:lnTo>
                    <a:lnTo>
                      <a:pt x="234" y="234"/>
                    </a:lnTo>
                    <a:lnTo>
                      <a:pt x="383" y="234"/>
                    </a:lnTo>
                    <a:lnTo>
                      <a:pt x="383" y="177"/>
                    </a:lnTo>
                    <a:lnTo>
                      <a:pt x="234" y="17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71"/>
              <p:cNvSpPr/>
              <p:nvPr/>
            </p:nvSpPr>
            <p:spPr>
              <a:xfrm>
                <a:off x="5134050" y="2385550"/>
                <a:ext cx="9750" cy="13975"/>
              </a:xfrm>
              <a:custGeom>
                <a:avLst/>
                <a:gdLst/>
                <a:ahLst/>
                <a:cxnLst/>
                <a:rect l="l" t="t" r="r" b="b"/>
                <a:pathLst>
                  <a:path w="390" h="559" extrusionOk="0">
                    <a:moveTo>
                      <a:pt x="212" y="0"/>
                    </a:moveTo>
                    <a:cubicBezTo>
                      <a:pt x="177" y="0"/>
                      <a:pt x="177" y="28"/>
                      <a:pt x="149" y="28"/>
                    </a:cubicBezTo>
                    <a:cubicBezTo>
                      <a:pt x="120" y="28"/>
                      <a:pt x="92" y="28"/>
                      <a:pt x="92" y="57"/>
                    </a:cubicBezTo>
                    <a:lnTo>
                      <a:pt x="0" y="57"/>
                    </a:lnTo>
                    <a:lnTo>
                      <a:pt x="0" y="113"/>
                    </a:lnTo>
                    <a:lnTo>
                      <a:pt x="149" y="113"/>
                    </a:lnTo>
                    <a:lnTo>
                      <a:pt x="149" y="502"/>
                    </a:lnTo>
                    <a:lnTo>
                      <a:pt x="0" y="502"/>
                    </a:lnTo>
                    <a:lnTo>
                      <a:pt x="0" y="559"/>
                    </a:lnTo>
                    <a:lnTo>
                      <a:pt x="389" y="559"/>
                    </a:lnTo>
                    <a:lnTo>
                      <a:pt x="389" y="502"/>
                    </a:lnTo>
                    <a:lnTo>
                      <a:pt x="241" y="502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71"/>
              <p:cNvSpPr/>
              <p:nvPr/>
            </p:nvSpPr>
            <p:spPr>
              <a:xfrm>
                <a:off x="5145175" y="2384825"/>
                <a:ext cx="10300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617" extrusionOk="0">
                    <a:moveTo>
                      <a:pt x="206" y="57"/>
                    </a:moveTo>
                    <a:cubicBezTo>
                      <a:pt x="234" y="57"/>
                      <a:pt x="263" y="86"/>
                      <a:pt x="263" y="86"/>
                    </a:cubicBezTo>
                    <a:cubicBezTo>
                      <a:pt x="298" y="114"/>
                      <a:pt x="298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298" y="468"/>
                      <a:pt x="298" y="496"/>
                      <a:pt x="263" y="531"/>
                    </a:cubicBezTo>
                    <a:cubicBezTo>
                      <a:pt x="263" y="531"/>
                      <a:pt x="234" y="560"/>
                      <a:pt x="206" y="560"/>
                    </a:cubicBezTo>
                    <a:cubicBezTo>
                      <a:pt x="178" y="560"/>
                      <a:pt x="149" y="531"/>
                      <a:pt x="121" y="531"/>
                    </a:cubicBezTo>
                    <a:cubicBezTo>
                      <a:pt x="121" y="496"/>
                      <a:pt x="86" y="468"/>
                      <a:pt x="86" y="439"/>
                    </a:cubicBezTo>
                    <a:lnTo>
                      <a:pt x="86" y="319"/>
                    </a:lnTo>
                    <a:lnTo>
                      <a:pt x="86" y="291"/>
                    </a:lnTo>
                    <a:lnTo>
                      <a:pt x="86" y="178"/>
                    </a:lnTo>
                    <a:cubicBezTo>
                      <a:pt x="86" y="142"/>
                      <a:pt x="121" y="114"/>
                      <a:pt x="121" y="86"/>
                    </a:cubicBezTo>
                    <a:cubicBezTo>
                      <a:pt x="149" y="86"/>
                      <a:pt x="178" y="57"/>
                      <a:pt x="206" y="57"/>
                    </a:cubicBezTo>
                    <a:close/>
                    <a:moveTo>
                      <a:pt x="206" y="1"/>
                    </a:moveTo>
                    <a:cubicBezTo>
                      <a:pt x="178" y="1"/>
                      <a:pt x="149" y="1"/>
                      <a:pt x="121" y="29"/>
                    </a:cubicBezTo>
                    <a:cubicBezTo>
                      <a:pt x="86" y="29"/>
                      <a:pt x="57" y="57"/>
                      <a:pt x="57" y="57"/>
                    </a:cubicBezTo>
                    <a:cubicBezTo>
                      <a:pt x="29" y="86"/>
                      <a:pt x="29" y="114"/>
                      <a:pt x="1" y="178"/>
                    </a:cubicBezTo>
                    <a:lnTo>
                      <a:pt x="1" y="291"/>
                    </a:lnTo>
                    <a:lnTo>
                      <a:pt x="1" y="439"/>
                    </a:lnTo>
                    <a:cubicBezTo>
                      <a:pt x="29" y="496"/>
                      <a:pt x="29" y="531"/>
                      <a:pt x="57" y="560"/>
                    </a:cubicBezTo>
                    <a:cubicBezTo>
                      <a:pt x="57" y="560"/>
                      <a:pt x="86" y="588"/>
                      <a:pt x="121" y="588"/>
                    </a:cubicBezTo>
                    <a:cubicBezTo>
                      <a:pt x="149" y="616"/>
                      <a:pt x="178" y="616"/>
                      <a:pt x="206" y="616"/>
                    </a:cubicBezTo>
                    <a:cubicBezTo>
                      <a:pt x="234" y="616"/>
                      <a:pt x="263" y="616"/>
                      <a:pt x="298" y="588"/>
                    </a:cubicBezTo>
                    <a:cubicBezTo>
                      <a:pt x="298" y="588"/>
                      <a:pt x="326" y="560"/>
                      <a:pt x="355" y="560"/>
                    </a:cubicBezTo>
                    <a:cubicBezTo>
                      <a:pt x="355" y="531"/>
                      <a:pt x="383" y="496"/>
                      <a:pt x="383" y="439"/>
                    </a:cubicBezTo>
                    <a:cubicBezTo>
                      <a:pt x="383" y="411"/>
                      <a:pt x="411" y="354"/>
                      <a:pt x="411" y="291"/>
                    </a:cubicBezTo>
                    <a:cubicBezTo>
                      <a:pt x="411" y="234"/>
                      <a:pt x="383" y="206"/>
                      <a:pt x="383" y="178"/>
                    </a:cubicBezTo>
                    <a:cubicBezTo>
                      <a:pt x="383" y="114"/>
                      <a:pt x="355" y="86"/>
                      <a:pt x="355" y="57"/>
                    </a:cubicBezTo>
                    <a:cubicBezTo>
                      <a:pt x="326" y="57"/>
                      <a:pt x="298" y="29"/>
                      <a:pt x="298" y="29"/>
                    </a:cubicBezTo>
                    <a:cubicBezTo>
                      <a:pt x="263" y="1"/>
                      <a:pt x="234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71"/>
              <p:cNvSpPr/>
              <p:nvPr/>
            </p:nvSpPr>
            <p:spPr>
              <a:xfrm>
                <a:off x="5157025" y="2384825"/>
                <a:ext cx="10300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617" extrusionOk="0">
                    <a:moveTo>
                      <a:pt x="206" y="57"/>
                    </a:moveTo>
                    <a:cubicBezTo>
                      <a:pt x="234" y="57"/>
                      <a:pt x="263" y="86"/>
                      <a:pt x="291" y="86"/>
                    </a:cubicBezTo>
                    <a:cubicBezTo>
                      <a:pt x="291" y="114"/>
                      <a:pt x="319" y="142"/>
                      <a:pt x="319" y="178"/>
                    </a:cubicBezTo>
                    <a:lnTo>
                      <a:pt x="319" y="291"/>
                    </a:lnTo>
                    <a:lnTo>
                      <a:pt x="319" y="319"/>
                    </a:lnTo>
                    <a:lnTo>
                      <a:pt x="319" y="439"/>
                    </a:lnTo>
                    <a:cubicBezTo>
                      <a:pt x="319" y="468"/>
                      <a:pt x="291" y="496"/>
                      <a:pt x="291" y="531"/>
                    </a:cubicBezTo>
                    <a:cubicBezTo>
                      <a:pt x="263" y="531"/>
                      <a:pt x="234" y="560"/>
                      <a:pt x="206" y="560"/>
                    </a:cubicBezTo>
                    <a:cubicBezTo>
                      <a:pt x="178" y="560"/>
                      <a:pt x="142" y="531"/>
                      <a:pt x="142" y="531"/>
                    </a:cubicBezTo>
                    <a:cubicBezTo>
                      <a:pt x="114" y="496"/>
                      <a:pt x="114" y="468"/>
                      <a:pt x="86" y="439"/>
                    </a:cubicBezTo>
                    <a:lnTo>
                      <a:pt x="86" y="319"/>
                    </a:lnTo>
                    <a:lnTo>
                      <a:pt x="86" y="291"/>
                    </a:lnTo>
                    <a:lnTo>
                      <a:pt x="86" y="178"/>
                    </a:lnTo>
                    <a:cubicBezTo>
                      <a:pt x="114" y="142"/>
                      <a:pt x="114" y="114"/>
                      <a:pt x="142" y="86"/>
                    </a:cubicBezTo>
                    <a:cubicBezTo>
                      <a:pt x="142" y="86"/>
                      <a:pt x="178" y="57"/>
                      <a:pt x="206" y="57"/>
                    </a:cubicBezTo>
                    <a:close/>
                    <a:moveTo>
                      <a:pt x="206" y="1"/>
                    </a:moveTo>
                    <a:cubicBezTo>
                      <a:pt x="178" y="1"/>
                      <a:pt x="142" y="1"/>
                      <a:pt x="114" y="29"/>
                    </a:cubicBezTo>
                    <a:cubicBezTo>
                      <a:pt x="114" y="29"/>
                      <a:pt x="86" y="57"/>
                      <a:pt x="57" y="57"/>
                    </a:cubicBezTo>
                    <a:cubicBezTo>
                      <a:pt x="57" y="86"/>
                      <a:pt x="29" y="114"/>
                      <a:pt x="29" y="178"/>
                    </a:cubicBezTo>
                    <a:cubicBezTo>
                      <a:pt x="29" y="206"/>
                      <a:pt x="1" y="234"/>
                      <a:pt x="1" y="291"/>
                    </a:cubicBezTo>
                    <a:cubicBezTo>
                      <a:pt x="1" y="354"/>
                      <a:pt x="29" y="411"/>
                      <a:pt x="29" y="439"/>
                    </a:cubicBezTo>
                    <a:cubicBezTo>
                      <a:pt x="29" y="496"/>
                      <a:pt x="57" y="531"/>
                      <a:pt x="57" y="560"/>
                    </a:cubicBezTo>
                    <a:cubicBezTo>
                      <a:pt x="86" y="560"/>
                      <a:pt x="114" y="588"/>
                      <a:pt x="114" y="588"/>
                    </a:cubicBezTo>
                    <a:cubicBezTo>
                      <a:pt x="142" y="616"/>
                      <a:pt x="178" y="616"/>
                      <a:pt x="206" y="616"/>
                    </a:cubicBezTo>
                    <a:cubicBezTo>
                      <a:pt x="234" y="616"/>
                      <a:pt x="263" y="616"/>
                      <a:pt x="291" y="588"/>
                    </a:cubicBezTo>
                    <a:cubicBezTo>
                      <a:pt x="319" y="588"/>
                      <a:pt x="355" y="560"/>
                      <a:pt x="355" y="560"/>
                    </a:cubicBezTo>
                    <a:cubicBezTo>
                      <a:pt x="383" y="531"/>
                      <a:pt x="383" y="496"/>
                      <a:pt x="411" y="439"/>
                    </a:cubicBezTo>
                    <a:lnTo>
                      <a:pt x="411" y="291"/>
                    </a:lnTo>
                    <a:lnTo>
                      <a:pt x="411" y="178"/>
                    </a:lnTo>
                    <a:cubicBezTo>
                      <a:pt x="383" y="114"/>
                      <a:pt x="383" y="86"/>
                      <a:pt x="355" y="57"/>
                    </a:cubicBezTo>
                    <a:cubicBezTo>
                      <a:pt x="355" y="57"/>
                      <a:pt x="319" y="29"/>
                      <a:pt x="291" y="29"/>
                    </a:cubicBezTo>
                    <a:cubicBezTo>
                      <a:pt x="263" y="1"/>
                      <a:pt x="234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71"/>
              <p:cNvSpPr/>
              <p:nvPr/>
            </p:nvSpPr>
            <p:spPr>
              <a:xfrm>
                <a:off x="5173825" y="2384825"/>
                <a:ext cx="10475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17" extrusionOk="0">
                    <a:moveTo>
                      <a:pt x="213" y="57"/>
                    </a:moveTo>
                    <a:cubicBezTo>
                      <a:pt x="241" y="57"/>
                      <a:pt x="270" y="86"/>
                      <a:pt x="270" y="86"/>
                    </a:cubicBezTo>
                    <a:cubicBezTo>
                      <a:pt x="298" y="114"/>
                      <a:pt x="298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298" y="468"/>
                      <a:pt x="298" y="496"/>
                      <a:pt x="270" y="531"/>
                    </a:cubicBezTo>
                    <a:cubicBezTo>
                      <a:pt x="270" y="531"/>
                      <a:pt x="241" y="560"/>
                      <a:pt x="213" y="560"/>
                    </a:cubicBezTo>
                    <a:cubicBezTo>
                      <a:pt x="178" y="560"/>
                      <a:pt x="149" y="531"/>
                      <a:pt x="121" y="531"/>
                    </a:cubicBezTo>
                    <a:cubicBezTo>
                      <a:pt x="121" y="496"/>
                      <a:pt x="93" y="468"/>
                      <a:pt x="93" y="439"/>
                    </a:cubicBezTo>
                    <a:lnTo>
                      <a:pt x="93" y="319"/>
                    </a:lnTo>
                    <a:lnTo>
                      <a:pt x="93" y="291"/>
                    </a:lnTo>
                    <a:lnTo>
                      <a:pt x="93" y="178"/>
                    </a:lnTo>
                    <a:cubicBezTo>
                      <a:pt x="93" y="142"/>
                      <a:pt x="121" y="114"/>
                      <a:pt x="121" y="86"/>
                    </a:cubicBezTo>
                    <a:cubicBezTo>
                      <a:pt x="149" y="86"/>
                      <a:pt x="178" y="57"/>
                      <a:pt x="213" y="57"/>
                    </a:cubicBezTo>
                    <a:close/>
                    <a:moveTo>
                      <a:pt x="213" y="1"/>
                    </a:moveTo>
                    <a:cubicBezTo>
                      <a:pt x="178" y="1"/>
                      <a:pt x="149" y="1"/>
                      <a:pt x="121" y="29"/>
                    </a:cubicBezTo>
                    <a:cubicBezTo>
                      <a:pt x="93" y="29"/>
                      <a:pt x="65" y="57"/>
                      <a:pt x="65" y="57"/>
                    </a:cubicBezTo>
                    <a:cubicBezTo>
                      <a:pt x="36" y="86"/>
                      <a:pt x="36" y="114"/>
                      <a:pt x="1" y="178"/>
                    </a:cubicBezTo>
                    <a:lnTo>
                      <a:pt x="1" y="291"/>
                    </a:lnTo>
                    <a:lnTo>
                      <a:pt x="1" y="439"/>
                    </a:lnTo>
                    <a:cubicBezTo>
                      <a:pt x="36" y="496"/>
                      <a:pt x="36" y="531"/>
                      <a:pt x="65" y="560"/>
                    </a:cubicBezTo>
                    <a:cubicBezTo>
                      <a:pt x="65" y="560"/>
                      <a:pt x="93" y="588"/>
                      <a:pt x="121" y="588"/>
                    </a:cubicBezTo>
                    <a:cubicBezTo>
                      <a:pt x="149" y="616"/>
                      <a:pt x="178" y="616"/>
                      <a:pt x="213" y="616"/>
                    </a:cubicBezTo>
                    <a:cubicBezTo>
                      <a:pt x="241" y="616"/>
                      <a:pt x="270" y="616"/>
                      <a:pt x="298" y="588"/>
                    </a:cubicBezTo>
                    <a:cubicBezTo>
                      <a:pt x="298" y="588"/>
                      <a:pt x="326" y="560"/>
                      <a:pt x="355" y="560"/>
                    </a:cubicBezTo>
                    <a:cubicBezTo>
                      <a:pt x="355" y="531"/>
                      <a:pt x="390" y="496"/>
                      <a:pt x="390" y="439"/>
                    </a:cubicBezTo>
                    <a:cubicBezTo>
                      <a:pt x="390" y="411"/>
                      <a:pt x="418" y="354"/>
                      <a:pt x="418" y="291"/>
                    </a:cubicBezTo>
                    <a:cubicBezTo>
                      <a:pt x="418" y="234"/>
                      <a:pt x="390" y="206"/>
                      <a:pt x="390" y="178"/>
                    </a:cubicBezTo>
                    <a:cubicBezTo>
                      <a:pt x="390" y="114"/>
                      <a:pt x="355" y="86"/>
                      <a:pt x="355" y="57"/>
                    </a:cubicBezTo>
                    <a:cubicBezTo>
                      <a:pt x="326" y="57"/>
                      <a:pt x="298" y="29"/>
                      <a:pt x="298" y="29"/>
                    </a:cubicBezTo>
                    <a:cubicBezTo>
                      <a:pt x="270" y="1"/>
                      <a:pt x="241" y="1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71"/>
              <p:cNvSpPr/>
              <p:nvPr/>
            </p:nvSpPr>
            <p:spPr>
              <a:xfrm>
                <a:off x="5186400" y="2383950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0" y="0"/>
                    </a:moveTo>
                    <a:lnTo>
                      <a:pt x="0" y="64"/>
                    </a:lnTo>
                    <a:lnTo>
                      <a:pt x="64" y="64"/>
                    </a:lnTo>
                    <a:lnTo>
                      <a:pt x="64" y="121"/>
                    </a:lnTo>
                    <a:lnTo>
                      <a:pt x="64" y="297"/>
                    </a:lnTo>
                    <a:cubicBezTo>
                      <a:pt x="64" y="297"/>
                      <a:pt x="64" y="326"/>
                      <a:pt x="92" y="326"/>
                    </a:cubicBezTo>
                    <a:cubicBezTo>
                      <a:pt x="92" y="354"/>
                      <a:pt x="92" y="354"/>
                      <a:pt x="120" y="389"/>
                    </a:cubicBezTo>
                    <a:lnTo>
                      <a:pt x="149" y="389"/>
                    </a:lnTo>
                    <a:cubicBezTo>
                      <a:pt x="120" y="389"/>
                      <a:pt x="92" y="389"/>
                      <a:pt x="92" y="418"/>
                    </a:cubicBezTo>
                    <a:cubicBezTo>
                      <a:pt x="92" y="446"/>
                      <a:pt x="64" y="446"/>
                      <a:pt x="64" y="474"/>
                    </a:cubicBezTo>
                    <a:lnTo>
                      <a:pt x="64" y="680"/>
                    </a:lnTo>
                    <a:lnTo>
                      <a:pt x="64" y="708"/>
                    </a:lnTo>
                    <a:lnTo>
                      <a:pt x="0" y="708"/>
                    </a:lnTo>
                    <a:lnTo>
                      <a:pt x="0" y="771"/>
                    </a:lnTo>
                    <a:lnTo>
                      <a:pt x="28" y="771"/>
                    </a:lnTo>
                    <a:cubicBezTo>
                      <a:pt x="64" y="771"/>
                      <a:pt x="64" y="743"/>
                      <a:pt x="92" y="743"/>
                    </a:cubicBezTo>
                    <a:cubicBezTo>
                      <a:pt x="92" y="743"/>
                      <a:pt x="120" y="743"/>
                      <a:pt x="120" y="708"/>
                    </a:cubicBezTo>
                    <a:lnTo>
                      <a:pt x="120" y="651"/>
                    </a:lnTo>
                    <a:lnTo>
                      <a:pt x="120" y="474"/>
                    </a:lnTo>
                    <a:lnTo>
                      <a:pt x="149" y="446"/>
                    </a:lnTo>
                    <a:lnTo>
                      <a:pt x="177" y="418"/>
                    </a:lnTo>
                    <a:lnTo>
                      <a:pt x="205" y="418"/>
                    </a:lnTo>
                    <a:lnTo>
                      <a:pt x="205" y="354"/>
                    </a:lnTo>
                    <a:lnTo>
                      <a:pt x="177" y="354"/>
                    </a:lnTo>
                    <a:cubicBezTo>
                      <a:pt x="149" y="354"/>
                      <a:pt x="149" y="326"/>
                      <a:pt x="149" y="326"/>
                    </a:cubicBezTo>
                    <a:cubicBezTo>
                      <a:pt x="149" y="326"/>
                      <a:pt x="120" y="326"/>
                      <a:pt x="120" y="297"/>
                    </a:cubicBezTo>
                    <a:lnTo>
                      <a:pt x="120" y="121"/>
                    </a:lnTo>
                    <a:lnTo>
                      <a:pt x="120" y="64"/>
                    </a:lnTo>
                    <a:lnTo>
                      <a:pt x="92" y="36"/>
                    </a:lnTo>
                    <a:cubicBezTo>
                      <a:pt x="64" y="36"/>
                      <a:pt x="64" y="0"/>
                      <a:pt x="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71"/>
              <p:cNvSpPr/>
              <p:nvPr/>
            </p:nvSpPr>
            <p:spPr>
              <a:xfrm>
                <a:off x="5194525" y="2389250"/>
                <a:ext cx="95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1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326" y="206"/>
                    </a:lnTo>
                    <a:lnTo>
                      <a:pt x="1" y="354"/>
                    </a:lnTo>
                    <a:lnTo>
                      <a:pt x="1" y="411"/>
                    </a:lnTo>
                    <a:lnTo>
                      <a:pt x="383" y="234"/>
                    </a:lnTo>
                    <a:lnTo>
                      <a:pt x="383" y="17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30" name="Google Shape;2730;p71"/>
            <p:cNvGrpSpPr/>
            <p:nvPr/>
          </p:nvGrpSpPr>
          <p:grpSpPr>
            <a:xfrm>
              <a:off x="3389518" y="1847357"/>
              <a:ext cx="2195785" cy="2992033"/>
              <a:chOff x="4587375" y="2902200"/>
              <a:chExt cx="521750" cy="710950"/>
            </a:xfrm>
          </p:grpSpPr>
          <p:sp>
            <p:nvSpPr>
              <p:cNvPr id="2731" name="Google Shape;2731;p71"/>
              <p:cNvSpPr/>
              <p:nvPr/>
            </p:nvSpPr>
            <p:spPr>
              <a:xfrm>
                <a:off x="4587375" y="2902200"/>
                <a:ext cx="521750" cy="710950"/>
              </a:xfrm>
              <a:custGeom>
                <a:avLst/>
                <a:gdLst/>
                <a:ahLst/>
                <a:cxnLst/>
                <a:rect l="l" t="t" r="r" b="b"/>
                <a:pathLst>
                  <a:path w="20870" h="28438" extrusionOk="0">
                    <a:moveTo>
                      <a:pt x="1050" y="0"/>
                    </a:moveTo>
                    <a:cubicBezTo>
                      <a:pt x="906" y="0"/>
                      <a:pt x="764" y="37"/>
                      <a:pt x="644" y="111"/>
                    </a:cubicBezTo>
                    <a:cubicBezTo>
                      <a:pt x="0" y="493"/>
                      <a:pt x="262" y="1321"/>
                      <a:pt x="559" y="1852"/>
                    </a:cubicBezTo>
                    <a:cubicBezTo>
                      <a:pt x="2151" y="4597"/>
                      <a:pt x="3743" y="7363"/>
                      <a:pt x="5334" y="10136"/>
                    </a:cubicBezTo>
                    <a:cubicBezTo>
                      <a:pt x="4889" y="9400"/>
                      <a:pt x="3976" y="8629"/>
                      <a:pt x="3297" y="8134"/>
                    </a:cubicBezTo>
                    <a:cubicBezTo>
                      <a:pt x="2766" y="7745"/>
                      <a:pt x="2208" y="7391"/>
                      <a:pt x="1564" y="7250"/>
                    </a:cubicBezTo>
                    <a:cubicBezTo>
                      <a:pt x="1437" y="7223"/>
                      <a:pt x="1276" y="7205"/>
                      <a:pt x="1107" y="7205"/>
                    </a:cubicBezTo>
                    <a:cubicBezTo>
                      <a:pt x="681" y="7205"/>
                      <a:pt x="210" y="7324"/>
                      <a:pt x="149" y="7745"/>
                    </a:cubicBezTo>
                    <a:cubicBezTo>
                      <a:pt x="114" y="7922"/>
                      <a:pt x="149" y="8098"/>
                      <a:pt x="262" y="8247"/>
                    </a:cubicBezTo>
                    <a:cubicBezTo>
                      <a:pt x="354" y="8396"/>
                      <a:pt x="467" y="8516"/>
                      <a:pt x="588" y="8664"/>
                    </a:cubicBezTo>
                    <a:cubicBezTo>
                      <a:pt x="1415" y="9485"/>
                      <a:pt x="2208" y="10369"/>
                      <a:pt x="2887" y="11346"/>
                    </a:cubicBezTo>
                    <a:cubicBezTo>
                      <a:pt x="3743" y="12492"/>
                      <a:pt x="4507" y="13758"/>
                      <a:pt x="5334" y="14939"/>
                    </a:cubicBezTo>
                    <a:cubicBezTo>
                      <a:pt x="6190" y="16149"/>
                      <a:pt x="7223" y="17062"/>
                      <a:pt x="8164" y="18151"/>
                    </a:cubicBezTo>
                    <a:cubicBezTo>
                      <a:pt x="9077" y="19184"/>
                      <a:pt x="9374" y="21045"/>
                      <a:pt x="9812" y="22339"/>
                    </a:cubicBezTo>
                    <a:cubicBezTo>
                      <a:pt x="10138" y="23280"/>
                      <a:pt x="10492" y="24228"/>
                      <a:pt x="10817" y="25197"/>
                    </a:cubicBezTo>
                    <a:cubicBezTo>
                      <a:pt x="11079" y="25997"/>
                      <a:pt x="11256" y="27143"/>
                      <a:pt x="11786" y="27822"/>
                    </a:cubicBezTo>
                    <a:cubicBezTo>
                      <a:pt x="12131" y="28292"/>
                      <a:pt x="12755" y="28438"/>
                      <a:pt x="13443" y="28438"/>
                    </a:cubicBezTo>
                    <a:cubicBezTo>
                      <a:pt x="14349" y="28438"/>
                      <a:pt x="15367" y="28184"/>
                      <a:pt x="16003" y="28084"/>
                    </a:cubicBezTo>
                    <a:cubicBezTo>
                      <a:pt x="16271" y="28027"/>
                      <a:pt x="16448" y="27999"/>
                      <a:pt x="16505" y="27999"/>
                    </a:cubicBezTo>
                    <a:cubicBezTo>
                      <a:pt x="17658" y="27850"/>
                      <a:pt x="20367" y="27376"/>
                      <a:pt x="20573" y="25905"/>
                    </a:cubicBezTo>
                    <a:cubicBezTo>
                      <a:pt x="20629" y="25466"/>
                      <a:pt x="20870" y="24900"/>
                      <a:pt x="20749" y="24461"/>
                    </a:cubicBezTo>
                    <a:cubicBezTo>
                      <a:pt x="19603" y="20896"/>
                      <a:pt x="17715" y="17621"/>
                      <a:pt x="16151" y="14232"/>
                    </a:cubicBezTo>
                    <a:cubicBezTo>
                      <a:pt x="16066" y="14027"/>
                      <a:pt x="15974" y="13822"/>
                      <a:pt x="15918" y="13581"/>
                    </a:cubicBezTo>
                    <a:cubicBezTo>
                      <a:pt x="15889" y="13348"/>
                      <a:pt x="15889" y="13114"/>
                      <a:pt x="15889" y="12874"/>
                    </a:cubicBezTo>
                    <a:cubicBezTo>
                      <a:pt x="15854" y="12435"/>
                      <a:pt x="15741" y="12053"/>
                      <a:pt x="15592" y="11636"/>
                    </a:cubicBezTo>
                    <a:cubicBezTo>
                      <a:pt x="14941" y="9690"/>
                      <a:pt x="14206" y="7780"/>
                      <a:pt x="13144" y="6040"/>
                    </a:cubicBezTo>
                    <a:cubicBezTo>
                      <a:pt x="12791" y="5481"/>
                      <a:pt x="12260" y="4773"/>
                      <a:pt x="11786" y="4300"/>
                    </a:cubicBezTo>
                    <a:cubicBezTo>
                      <a:pt x="11553" y="4066"/>
                      <a:pt x="11291" y="3854"/>
                      <a:pt x="10937" y="3797"/>
                    </a:cubicBezTo>
                    <a:cubicBezTo>
                      <a:pt x="10928" y="3795"/>
                      <a:pt x="10915" y="3794"/>
                      <a:pt x="10899" y="3794"/>
                    </a:cubicBezTo>
                    <a:cubicBezTo>
                      <a:pt x="10691" y="3794"/>
                      <a:pt x="9933" y="3946"/>
                      <a:pt x="9933" y="3946"/>
                    </a:cubicBezTo>
                    <a:cubicBezTo>
                      <a:pt x="9579" y="3592"/>
                      <a:pt x="9282" y="3387"/>
                      <a:pt x="8751" y="3323"/>
                    </a:cubicBezTo>
                    <a:cubicBezTo>
                      <a:pt x="8680" y="3315"/>
                      <a:pt x="8608" y="3311"/>
                      <a:pt x="8535" y="3311"/>
                    </a:cubicBezTo>
                    <a:cubicBezTo>
                      <a:pt x="8100" y="3311"/>
                      <a:pt x="7656" y="3452"/>
                      <a:pt x="7280" y="3677"/>
                    </a:cubicBezTo>
                    <a:cubicBezTo>
                      <a:pt x="7011" y="3323"/>
                      <a:pt x="6601" y="3090"/>
                      <a:pt x="6162" y="3033"/>
                    </a:cubicBezTo>
                    <a:cubicBezTo>
                      <a:pt x="6123" y="3030"/>
                      <a:pt x="6084" y="3029"/>
                      <a:pt x="6045" y="3029"/>
                    </a:cubicBezTo>
                    <a:cubicBezTo>
                      <a:pt x="5693" y="3029"/>
                      <a:pt x="5337" y="3145"/>
                      <a:pt x="5101" y="3387"/>
                    </a:cubicBezTo>
                    <a:cubicBezTo>
                      <a:pt x="4952" y="3500"/>
                      <a:pt x="4804" y="3677"/>
                      <a:pt x="4776" y="3854"/>
                    </a:cubicBezTo>
                    <a:cubicBezTo>
                      <a:pt x="4748" y="3916"/>
                      <a:pt x="4801" y="4357"/>
                      <a:pt x="4778" y="4357"/>
                    </a:cubicBezTo>
                    <a:cubicBezTo>
                      <a:pt x="4777" y="4357"/>
                      <a:pt x="4776" y="4357"/>
                      <a:pt x="4776" y="4356"/>
                    </a:cubicBezTo>
                    <a:cubicBezTo>
                      <a:pt x="4478" y="4271"/>
                      <a:pt x="4330" y="3974"/>
                      <a:pt x="4181" y="3712"/>
                    </a:cubicBezTo>
                    <a:cubicBezTo>
                      <a:pt x="3538" y="2588"/>
                      <a:pt x="2830" y="1555"/>
                      <a:pt x="2002" y="557"/>
                    </a:cubicBezTo>
                    <a:cubicBezTo>
                      <a:pt x="1826" y="380"/>
                      <a:pt x="1677" y="203"/>
                      <a:pt x="1472" y="111"/>
                    </a:cubicBezTo>
                    <a:cubicBezTo>
                      <a:pt x="1341" y="37"/>
                      <a:pt x="1194" y="0"/>
                      <a:pt x="1050" y="0"/>
                    </a:cubicBezTo>
                    <a:close/>
                  </a:path>
                </a:pathLst>
              </a:custGeom>
              <a:solidFill>
                <a:srgbClr val="E958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71"/>
              <p:cNvSpPr/>
              <p:nvPr/>
            </p:nvSpPr>
            <p:spPr>
              <a:xfrm>
                <a:off x="4705150" y="3009850"/>
                <a:ext cx="53100" cy="9340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3736" extrusionOk="0">
                    <a:moveTo>
                      <a:pt x="79" y="1"/>
                    </a:moveTo>
                    <a:cubicBezTo>
                      <a:pt x="65" y="1"/>
                      <a:pt x="50" y="8"/>
                      <a:pt x="36" y="22"/>
                    </a:cubicBezTo>
                    <a:cubicBezTo>
                      <a:pt x="1" y="22"/>
                      <a:pt x="1" y="50"/>
                      <a:pt x="1" y="78"/>
                    </a:cubicBezTo>
                    <a:cubicBezTo>
                      <a:pt x="355" y="758"/>
                      <a:pt x="708" y="1352"/>
                      <a:pt x="1005" y="1911"/>
                    </a:cubicBezTo>
                    <a:cubicBezTo>
                      <a:pt x="1331" y="2441"/>
                      <a:pt x="1656" y="3028"/>
                      <a:pt x="2010" y="3708"/>
                    </a:cubicBezTo>
                    <a:cubicBezTo>
                      <a:pt x="2038" y="3708"/>
                      <a:pt x="2038" y="3736"/>
                      <a:pt x="2067" y="3736"/>
                    </a:cubicBezTo>
                    <a:cubicBezTo>
                      <a:pt x="2067" y="3736"/>
                      <a:pt x="2095" y="3736"/>
                      <a:pt x="2095" y="3708"/>
                    </a:cubicBezTo>
                    <a:cubicBezTo>
                      <a:pt x="2123" y="3708"/>
                      <a:pt x="2123" y="3679"/>
                      <a:pt x="2123" y="3651"/>
                    </a:cubicBezTo>
                    <a:cubicBezTo>
                      <a:pt x="1769" y="2972"/>
                      <a:pt x="1451" y="2378"/>
                      <a:pt x="1126" y="1847"/>
                    </a:cubicBezTo>
                    <a:cubicBezTo>
                      <a:pt x="800" y="1288"/>
                      <a:pt x="475" y="701"/>
                      <a:pt x="121" y="22"/>
                    </a:cubicBezTo>
                    <a:cubicBezTo>
                      <a:pt x="107" y="8"/>
                      <a:pt x="93" y="1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71"/>
              <p:cNvSpPr/>
              <p:nvPr/>
            </p:nvSpPr>
            <p:spPr>
              <a:xfrm>
                <a:off x="4770075" y="2992700"/>
                <a:ext cx="50950" cy="94275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3771" extrusionOk="0">
                    <a:moveTo>
                      <a:pt x="28" y="0"/>
                    </a:moveTo>
                    <a:cubicBezTo>
                      <a:pt x="0" y="29"/>
                      <a:pt x="0" y="57"/>
                      <a:pt x="0" y="92"/>
                    </a:cubicBezTo>
                    <a:cubicBezTo>
                      <a:pt x="651" y="1153"/>
                      <a:pt x="1387" y="2420"/>
                      <a:pt x="1917" y="3743"/>
                    </a:cubicBezTo>
                    <a:cubicBezTo>
                      <a:pt x="1946" y="3771"/>
                      <a:pt x="1946" y="3771"/>
                      <a:pt x="1974" y="3771"/>
                    </a:cubicBezTo>
                    <a:lnTo>
                      <a:pt x="2002" y="3771"/>
                    </a:lnTo>
                    <a:cubicBezTo>
                      <a:pt x="2038" y="3771"/>
                      <a:pt x="2038" y="3714"/>
                      <a:pt x="2038" y="3686"/>
                    </a:cubicBezTo>
                    <a:cubicBezTo>
                      <a:pt x="1507" y="2392"/>
                      <a:pt x="764" y="1090"/>
                      <a:pt x="120" y="29"/>
                    </a:cubicBezTo>
                    <a:cubicBezTo>
                      <a:pt x="92" y="0"/>
                      <a:pt x="57" y="0"/>
                      <a:pt x="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71"/>
              <p:cNvSpPr/>
              <p:nvPr/>
            </p:nvSpPr>
            <p:spPr>
              <a:xfrm>
                <a:off x="4834275" y="2999600"/>
                <a:ext cx="44225" cy="85275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3411" extrusionOk="0">
                    <a:moveTo>
                      <a:pt x="67" y="0"/>
                    </a:moveTo>
                    <a:cubicBezTo>
                      <a:pt x="57" y="0"/>
                      <a:pt x="43" y="7"/>
                      <a:pt x="28" y="21"/>
                    </a:cubicBezTo>
                    <a:cubicBezTo>
                      <a:pt x="0" y="21"/>
                      <a:pt x="0" y="78"/>
                      <a:pt x="0" y="106"/>
                    </a:cubicBezTo>
                    <a:cubicBezTo>
                      <a:pt x="644" y="991"/>
                      <a:pt x="1146" y="2024"/>
                      <a:pt x="1648" y="3354"/>
                    </a:cubicBezTo>
                    <a:cubicBezTo>
                      <a:pt x="1648" y="3382"/>
                      <a:pt x="1677" y="3410"/>
                      <a:pt x="1677" y="3410"/>
                    </a:cubicBezTo>
                    <a:lnTo>
                      <a:pt x="1705" y="3410"/>
                    </a:lnTo>
                    <a:cubicBezTo>
                      <a:pt x="1733" y="3382"/>
                      <a:pt x="1769" y="3354"/>
                      <a:pt x="1733" y="3318"/>
                    </a:cubicBezTo>
                    <a:cubicBezTo>
                      <a:pt x="1266" y="1995"/>
                      <a:pt x="736" y="934"/>
                      <a:pt x="85" y="21"/>
                    </a:cubicBezTo>
                    <a:cubicBezTo>
                      <a:pt x="85" y="7"/>
                      <a:pt x="78" y="0"/>
                      <a:pt x="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71"/>
              <p:cNvSpPr/>
              <p:nvPr/>
            </p:nvSpPr>
            <p:spPr>
              <a:xfrm>
                <a:off x="4711875" y="3143725"/>
                <a:ext cx="35400" cy="5467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2187" extrusionOk="0">
                    <a:moveTo>
                      <a:pt x="29" y="1"/>
                    </a:moveTo>
                    <a:cubicBezTo>
                      <a:pt x="1" y="29"/>
                      <a:pt x="1" y="65"/>
                      <a:pt x="1" y="93"/>
                    </a:cubicBezTo>
                    <a:cubicBezTo>
                      <a:pt x="262" y="475"/>
                      <a:pt x="531" y="885"/>
                      <a:pt x="793" y="1303"/>
                    </a:cubicBezTo>
                    <a:cubicBezTo>
                      <a:pt x="942" y="1593"/>
                      <a:pt x="1118" y="1890"/>
                      <a:pt x="1295" y="2151"/>
                    </a:cubicBezTo>
                    <a:cubicBezTo>
                      <a:pt x="1324" y="2187"/>
                      <a:pt x="1324" y="2187"/>
                      <a:pt x="1359" y="2187"/>
                    </a:cubicBezTo>
                    <a:lnTo>
                      <a:pt x="1387" y="2187"/>
                    </a:lnTo>
                    <a:cubicBezTo>
                      <a:pt x="1416" y="2151"/>
                      <a:pt x="1416" y="2123"/>
                      <a:pt x="1416" y="2095"/>
                    </a:cubicBezTo>
                    <a:cubicBezTo>
                      <a:pt x="1239" y="1833"/>
                      <a:pt x="1062" y="1536"/>
                      <a:pt x="885" y="1239"/>
                    </a:cubicBezTo>
                    <a:cubicBezTo>
                      <a:pt x="616" y="800"/>
                      <a:pt x="354" y="383"/>
                      <a:pt x="86" y="29"/>
                    </a:cubicBezTo>
                    <a:cubicBezTo>
                      <a:pt x="86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71"/>
              <p:cNvSpPr/>
              <p:nvPr/>
            </p:nvSpPr>
            <p:spPr>
              <a:xfrm>
                <a:off x="4765650" y="3147625"/>
                <a:ext cx="11875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581" extrusionOk="0">
                    <a:moveTo>
                      <a:pt x="44" y="1"/>
                    </a:moveTo>
                    <a:cubicBezTo>
                      <a:pt x="29" y="1"/>
                      <a:pt x="14" y="8"/>
                      <a:pt x="0" y="22"/>
                    </a:cubicBezTo>
                    <a:lnTo>
                      <a:pt x="0" y="114"/>
                    </a:lnTo>
                    <a:cubicBezTo>
                      <a:pt x="121" y="199"/>
                      <a:pt x="149" y="262"/>
                      <a:pt x="177" y="319"/>
                    </a:cubicBezTo>
                    <a:cubicBezTo>
                      <a:pt x="205" y="375"/>
                      <a:pt x="234" y="439"/>
                      <a:pt x="382" y="552"/>
                    </a:cubicBezTo>
                    <a:cubicBezTo>
                      <a:pt x="382" y="581"/>
                      <a:pt x="411" y="581"/>
                      <a:pt x="411" y="581"/>
                    </a:cubicBezTo>
                    <a:cubicBezTo>
                      <a:pt x="446" y="581"/>
                      <a:pt x="446" y="581"/>
                      <a:pt x="446" y="552"/>
                    </a:cubicBezTo>
                    <a:cubicBezTo>
                      <a:pt x="474" y="524"/>
                      <a:pt x="474" y="496"/>
                      <a:pt x="446" y="467"/>
                    </a:cubicBezTo>
                    <a:cubicBezTo>
                      <a:pt x="354" y="375"/>
                      <a:pt x="326" y="319"/>
                      <a:pt x="297" y="262"/>
                    </a:cubicBezTo>
                    <a:cubicBezTo>
                      <a:pt x="269" y="199"/>
                      <a:pt x="234" y="142"/>
                      <a:pt x="92" y="22"/>
                    </a:cubicBezTo>
                    <a:cubicBezTo>
                      <a:pt x="75" y="8"/>
                      <a:pt x="59" y="1"/>
                      <a:pt x="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71"/>
              <p:cNvSpPr/>
              <p:nvPr/>
            </p:nvSpPr>
            <p:spPr>
              <a:xfrm>
                <a:off x="4807725" y="3132775"/>
                <a:ext cx="10300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531" extrusionOk="0">
                    <a:moveTo>
                      <a:pt x="29" y="0"/>
                    </a:moveTo>
                    <a:cubicBezTo>
                      <a:pt x="1" y="29"/>
                      <a:pt x="1" y="57"/>
                      <a:pt x="29" y="85"/>
                    </a:cubicBezTo>
                    <a:cubicBezTo>
                      <a:pt x="58" y="149"/>
                      <a:pt x="114" y="234"/>
                      <a:pt x="142" y="290"/>
                    </a:cubicBezTo>
                    <a:cubicBezTo>
                      <a:pt x="206" y="382"/>
                      <a:pt x="263" y="439"/>
                      <a:pt x="291" y="503"/>
                    </a:cubicBezTo>
                    <a:cubicBezTo>
                      <a:pt x="291" y="531"/>
                      <a:pt x="319" y="531"/>
                      <a:pt x="355" y="531"/>
                    </a:cubicBezTo>
                    <a:lnTo>
                      <a:pt x="383" y="531"/>
                    </a:lnTo>
                    <a:cubicBezTo>
                      <a:pt x="411" y="503"/>
                      <a:pt x="411" y="467"/>
                      <a:pt x="383" y="439"/>
                    </a:cubicBezTo>
                    <a:cubicBezTo>
                      <a:pt x="355" y="382"/>
                      <a:pt x="291" y="326"/>
                      <a:pt x="263" y="234"/>
                    </a:cubicBezTo>
                    <a:cubicBezTo>
                      <a:pt x="206" y="149"/>
                      <a:pt x="142" y="85"/>
                      <a:pt x="114" y="29"/>
                    </a:cubicBezTo>
                    <a:cubicBezTo>
                      <a:pt x="86" y="0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71"/>
              <p:cNvSpPr/>
              <p:nvPr/>
            </p:nvSpPr>
            <p:spPr>
              <a:xfrm>
                <a:off x="4858500" y="3119500"/>
                <a:ext cx="1115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446" h="588" extrusionOk="0">
                    <a:moveTo>
                      <a:pt x="57" y="1"/>
                    </a:moveTo>
                    <a:cubicBezTo>
                      <a:pt x="29" y="29"/>
                      <a:pt x="0" y="57"/>
                      <a:pt x="29" y="86"/>
                    </a:cubicBezTo>
                    <a:lnTo>
                      <a:pt x="326" y="560"/>
                    </a:lnTo>
                    <a:cubicBezTo>
                      <a:pt x="354" y="560"/>
                      <a:pt x="354" y="588"/>
                      <a:pt x="382" y="588"/>
                    </a:cubicBezTo>
                    <a:cubicBezTo>
                      <a:pt x="411" y="588"/>
                      <a:pt x="411" y="560"/>
                      <a:pt x="411" y="560"/>
                    </a:cubicBezTo>
                    <a:cubicBezTo>
                      <a:pt x="446" y="560"/>
                      <a:pt x="446" y="503"/>
                      <a:pt x="446" y="468"/>
                    </a:cubicBezTo>
                    <a:lnTo>
                      <a:pt x="121" y="29"/>
                    </a:lnTo>
                    <a:cubicBezTo>
                      <a:pt x="121" y="1"/>
                      <a:pt x="92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71"/>
              <p:cNvSpPr/>
              <p:nvPr/>
            </p:nvSpPr>
            <p:spPr>
              <a:xfrm>
                <a:off x="4905000" y="3110375"/>
                <a:ext cx="7275" cy="14275"/>
              </a:xfrm>
              <a:custGeom>
                <a:avLst/>
                <a:gdLst/>
                <a:ahLst/>
                <a:cxnLst/>
                <a:rect l="l" t="t" r="r" b="b"/>
                <a:pathLst>
                  <a:path w="291" h="571" extrusionOk="0">
                    <a:moveTo>
                      <a:pt x="82" y="0"/>
                    </a:moveTo>
                    <a:cubicBezTo>
                      <a:pt x="74" y="0"/>
                      <a:pt x="66" y="4"/>
                      <a:pt x="57" y="12"/>
                    </a:cubicBezTo>
                    <a:cubicBezTo>
                      <a:pt x="29" y="12"/>
                      <a:pt x="1" y="40"/>
                      <a:pt x="1" y="69"/>
                    </a:cubicBezTo>
                    <a:lnTo>
                      <a:pt x="178" y="543"/>
                    </a:lnTo>
                    <a:cubicBezTo>
                      <a:pt x="178" y="571"/>
                      <a:pt x="206" y="571"/>
                      <a:pt x="234" y="571"/>
                    </a:cubicBezTo>
                    <a:cubicBezTo>
                      <a:pt x="263" y="571"/>
                      <a:pt x="291" y="543"/>
                      <a:pt x="263" y="514"/>
                    </a:cubicBezTo>
                    <a:lnTo>
                      <a:pt x="114" y="40"/>
                    </a:lnTo>
                    <a:cubicBezTo>
                      <a:pt x="114" y="20"/>
                      <a:pt x="100" y="0"/>
                      <a:pt x="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71"/>
              <p:cNvSpPr/>
              <p:nvPr/>
            </p:nvSpPr>
            <p:spPr>
              <a:xfrm>
                <a:off x="4591800" y="2903950"/>
                <a:ext cx="41225" cy="32700"/>
              </a:xfrm>
              <a:custGeom>
                <a:avLst/>
                <a:gdLst/>
                <a:ahLst/>
                <a:cxnLst/>
                <a:rect l="l" t="t" r="r" b="b"/>
                <a:pathLst>
                  <a:path w="1649" h="1308" extrusionOk="0">
                    <a:moveTo>
                      <a:pt x="1267" y="1"/>
                    </a:moveTo>
                    <a:cubicBezTo>
                      <a:pt x="1257" y="1"/>
                      <a:pt x="1248" y="4"/>
                      <a:pt x="1238" y="13"/>
                    </a:cubicBezTo>
                    <a:cubicBezTo>
                      <a:pt x="1210" y="41"/>
                      <a:pt x="1210" y="70"/>
                      <a:pt x="1238" y="105"/>
                    </a:cubicBezTo>
                    <a:cubicBezTo>
                      <a:pt x="1415" y="339"/>
                      <a:pt x="1500" y="721"/>
                      <a:pt x="1387" y="926"/>
                    </a:cubicBezTo>
                    <a:cubicBezTo>
                      <a:pt x="1295" y="1046"/>
                      <a:pt x="1175" y="1131"/>
                      <a:pt x="1061" y="1166"/>
                    </a:cubicBezTo>
                    <a:cubicBezTo>
                      <a:pt x="1010" y="1186"/>
                      <a:pt x="954" y="1195"/>
                      <a:pt x="898" y="1195"/>
                    </a:cubicBezTo>
                    <a:cubicBezTo>
                      <a:pt x="793" y="1195"/>
                      <a:pt x="684" y="1163"/>
                      <a:pt x="587" y="1103"/>
                    </a:cubicBezTo>
                    <a:cubicBezTo>
                      <a:pt x="439" y="989"/>
                      <a:pt x="205" y="777"/>
                      <a:pt x="113" y="600"/>
                    </a:cubicBezTo>
                    <a:cubicBezTo>
                      <a:pt x="113" y="580"/>
                      <a:pt x="85" y="560"/>
                      <a:pt x="59" y="560"/>
                    </a:cubicBezTo>
                    <a:cubicBezTo>
                      <a:pt x="47" y="560"/>
                      <a:pt x="37" y="564"/>
                      <a:pt x="28" y="572"/>
                    </a:cubicBezTo>
                    <a:cubicBezTo>
                      <a:pt x="0" y="572"/>
                      <a:pt x="0" y="600"/>
                      <a:pt x="0" y="636"/>
                    </a:cubicBezTo>
                    <a:cubicBezTo>
                      <a:pt x="113" y="841"/>
                      <a:pt x="354" y="1074"/>
                      <a:pt x="531" y="1195"/>
                    </a:cubicBezTo>
                    <a:cubicBezTo>
                      <a:pt x="644" y="1279"/>
                      <a:pt x="793" y="1308"/>
                      <a:pt x="913" y="1308"/>
                    </a:cubicBezTo>
                    <a:cubicBezTo>
                      <a:pt x="969" y="1308"/>
                      <a:pt x="1033" y="1308"/>
                      <a:pt x="1090" y="1279"/>
                    </a:cubicBezTo>
                    <a:cubicBezTo>
                      <a:pt x="1238" y="1251"/>
                      <a:pt x="1387" y="1131"/>
                      <a:pt x="1472" y="989"/>
                    </a:cubicBezTo>
                    <a:cubicBezTo>
                      <a:pt x="1649" y="692"/>
                      <a:pt x="1472" y="247"/>
                      <a:pt x="1323" y="13"/>
                    </a:cubicBezTo>
                    <a:cubicBezTo>
                      <a:pt x="1304" y="13"/>
                      <a:pt x="1285" y="1"/>
                      <a:pt x="12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71"/>
              <p:cNvSpPr/>
              <p:nvPr/>
            </p:nvSpPr>
            <p:spPr>
              <a:xfrm>
                <a:off x="4594625" y="3085950"/>
                <a:ext cx="21425" cy="40825"/>
              </a:xfrm>
              <a:custGeom>
                <a:avLst/>
                <a:gdLst/>
                <a:ahLst/>
                <a:cxnLst/>
                <a:rect l="l" t="t" r="r" b="b"/>
                <a:pathLst>
                  <a:path w="857" h="1633" extrusionOk="0">
                    <a:moveTo>
                      <a:pt x="38" y="1"/>
                    </a:moveTo>
                    <a:cubicBezTo>
                      <a:pt x="18" y="1"/>
                      <a:pt x="0" y="21"/>
                      <a:pt x="0" y="41"/>
                    </a:cubicBezTo>
                    <a:cubicBezTo>
                      <a:pt x="0" y="76"/>
                      <a:pt x="0" y="105"/>
                      <a:pt x="36" y="105"/>
                    </a:cubicBezTo>
                    <a:cubicBezTo>
                      <a:pt x="121" y="133"/>
                      <a:pt x="177" y="253"/>
                      <a:pt x="241" y="310"/>
                    </a:cubicBezTo>
                    <a:cubicBezTo>
                      <a:pt x="326" y="430"/>
                      <a:pt x="418" y="515"/>
                      <a:pt x="503" y="635"/>
                    </a:cubicBezTo>
                    <a:cubicBezTo>
                      <a:pt x="566" y="748"/>
                      <a:pt x="651" y="840"/>
                      <a:pt x="680" y="989"/>
                    </a:cubicBezTo>
                    <a:cubicBezTo>
                      <a:pt x="708" y="1166"/>
                      <a:pt x="680" y="1399"/>
                      <a:pt x="531" y="1548"/>
                    </a:cubicBezTo>
                    <a:lnTo>
                      <a:pt x="531" y="1633"/>
                    </a:lnTo>
                    <a:lnTo>
                      <a:pt x="623" y="1633"/>
                    </a:lnTo>
                    <a:cubicBezTo>
                      <a:pt x="771" y="1456"/>
                      <a:pt x="856" y="1194"/>
                      <a:pt x="800" y="961"/>
                    </a:cubicBezTo>
                    <a:cubicBezTo>
                      <a:pt x="743" y="812"/>
                      <a:pt x="651" y="664"/>
                      <a:pt x="595" y="572"/>
                    </a:cubicBezTo>
                    <a:cubicBezTo>
                      <a:pt x="503" y="458"/>
                      <a:pt x="418" y="338"/>
                      <a:pt x="326" y="253"/>
                    </a:cubicBezTo>
                    <a:cubicBezTo>
                      <a:pt x="269" y="161"/>
                      <a:pt x="177" y="41"/>
                      <a:pt x="64" y="13"/>
                    </a:cubicBezTo>
                    <a:cubicBezTo>
                      <a:pt x="56" y="4"/>
                      <a:pt x="47" y="1"/>
                      <a:pt x="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71"/>
              <p:cNvSpPr/>
              <p:nvPr/>
            </p:nvSpPr>
            <p:spPr>
              <a:xfrm>
                <a:off x="4651400" y="3161425"/>
                <a:ext cx="17700" cy="12575"/>
              </a:xfrm>
              <a:custGeom>
                <a:avLst/>
                <a:gdLst/>
                <a:ahLst/>
                <a:cxnLst/>
                <a:rect l="l" t="t" r="r" b="b"/>
                <a:pathLst>
                  <a:path w="708" h="503" extrusionOk="0">
                    <a:moveTo>
                      <a:pt x="594" y="0"/>
                    </a:moveTo>
                    <a:cubicBezTo>
                      <a:pt x="446" y="177"/>
                      <a:pt x="269" y="297"/>
                      <a:pt x="64" y="382"/>
                    </a:cubicBezTo>
                    <a:cubicBezTo>
                      <a:pt x="29" y="382"/>
                      <a:pt x="0" y="418"/>
                      <a:pt x="29" y="446"/>
                    </a:cubicBezTo>
                    <a:cubicBezTo>
                      <a:pt x="29" y="474"/>
                      <a:pt x="64" y="503"/>
                      <a:pt x="92" y="503"/>
                    </a:cubicBezTo>
                    <a:cubicBezTo>
                      <a:pt x="326" y="418"/>
                      <a:pt x="531" y="269"/>
                      <a:pt x="679" y="92"/>
                    </a:cubicBezTo>
                    <a:cubicBezTo>
                      <a:pt x="708" y="64"/>
                      <a:pt x="708" y="29"/>
                      <a:pt x="6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71"/>
              <p:cNvSpPr/>
              <p:nvPr/>
            </p:nvSpPr>
            <p:spPr>
              <a:xfrm>
                <a:off x="4658825" y="3169725"/>
                <a:ext cx="8875" cy="727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91" extrusionOk="0">
                    <a:moveTo>
                      <a:pt x="280" y="1"/>
                    </a:moveTo>
                    <a:cubicBezTo>
                      <a:pt x="264" y="1"/>
                      <a:pt x="248" y="8"/>
                      <a:pt x="234" y="22"/>
                    </a:cubicBezTo>
                    <a:cubicBezTo>
                      <a:pt x="177" y="86"/>
                      <a:pt x="85" y="142"/>
                      <a:pt x="29" y="199"/>
                    </a:cubicBezTo>
                    <a:cubicBezTo>
                      <a:pt x="0" y="199"/>
                      <a:pt x="0" y="227"/>
                      <a:pt x="0" y="263"/>
                    </a:cubicBezTo>
                    <a:cubicBezTo>
                      <a:pt x="0" y="291"/>
                      <a:pt x="29" y="291"/>
                      <a:pt x="57" y="291"/>
                    </a:cubicBezTo>
                    <a:lnTo>
                      <a:pt x="85" y="291"/>
                    </a:lnTo>
                    <a:cubicBezTo>
                      <a:pt x="177" y="227"/>
                      <a:pt x="234" y="171"/>
                      <a:pt x="326" y="114"/>
                    </a:cubicBezTo>
                    <a:cubicBezTo>
                      <a:pt x="354" y="86"/>
                      <a:pt x="354" y="50"/>
                      <a:pt x="326" y="22"/>
                    </a:cubicBezTo>
                    <a:cubicBezTo>
                      <a:pt x="312" y="8"/>
                      <a:pt x="296" y="1"/>
                      <a:pt x="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71"/>
              <p:cNvSpPr/>
              <p:nvPr/>
            </p:nvSpPr>
            <p:spPr>
              <a:xfrm>
                <a:off x="4650675" y="2992400"/>
                <a:ext cx="23550" cy="15000"/>
              </a:xfrm>
              <a:custGeom>
                <a:avLst/>
                <a:gdLst/>
                <a:ahLst/>
                <a:cxnLst/>
                <a:rect l="l" t="t" r="r" b="b"/>
                <a:pathLst>
                  <a:path w="942" h="600" extrusionOk="0">
                    <a:moveTo>
                      <a:pt x="882" y="1"/>
                    </a:moveTo>
                    <a:cubicBezTo>
                      <a:pt x="874" y="1"/>
                      <a:pt x="865" y="4"/>
                      <a:pt x="857" y="12"/>
                    </a:cubicBezTo>
                    <a:cubicBezTo>
                      <a:pt x="765" y="69"/>
                      <a:pt x="680" y="104"/>
                      <a:pt x="588" y="161"/>
                    </a:cubicBezTo>
                    <a:cubicBezTo>
                      <a:pt x="383" y="246"/>
                      <a:pt x="178" y="338"/>
                      <a:pt x="29" y="515"/>
                    </a:cubicBezTo>
                    <a:cubicBezTo>
                      <a:pt x="1" y="515"/>
                      <a:pt x="1" y="571"/>
                      <a:pt x="29" y="600"/>
                    </a:cubicBezTo>
                    <a:lnTo>
                      <a:pt x="58" y="600"/>
                    </a:lnTo>
                    <a:cubicBezTo>
                      <a:pt x="93" y="600"/>
                      <a:pt x="93" y="600"/>
                      <a:pt x="121" y="571"/>
                    </a:cubicBezTo>
                    <a:cubicBezTo>
                      <a:pt x="234" y="423"/>
                      <a:pt x="447" y="338"/>
                      <a:pt x="623" y="246"/>
                    </a:cubicBezTo>
                    <a:cubicBezTo>
                      <a:pt x="737" y="218"/>
                      <a:pt x="829" y="161"/>
                      <a:pt x="914" y="104"/>
                    </a:cubicBezTo>
                    <a:cubicBezTo>
                      <a:pt x="942" y="104"/>
                      <a:pt x="942" y="41"/>
                      <a:pt x="942" y="41"/>
                    </a:cubicBezTo>
                    <a:cubicBezTo>
                      <a:pt x="922" y="21"/>
                      <a:pt x="902" y="1"/>
                      <a:pt x="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71"/>
              <p:cNvSpPr/>
              <p:nvPr/>
            </p:nvSpPr>
            <p:spPr>
              <a:xfrm>
                <a:off x="4660225" y="3001950"/>
                <a:ext cx="9575" cy="632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53" extrusionOk="0">
                    <a:moveTo>
                      <a:pt x="295" y="1"/>
                    </a:moveTo>
                    <a:cubicBezTo>
                      <a:pt x="286" y="1"/>
                      <a:pt x="278" y="4"/>
                      <a:pt x="270" y="12"/>
                    </a:cubicBezTo>
                    <a:cubicBezTo>
                      <a:pt x="206" y="76"/>
                      <a:pt x="121" y="104"/>
                      <a:pt x="29" y="133"/>
                    </a:cubicBezTo>
                    <a:cubicBezTo>
                      <a:pt x="1" y="161"/>
                      <a:pt x="1" y="189"/>
                      <a:pt x="1" y="218"/>
                    </a:cubicBezTo>
                    <a:cubicBezTo>
                      <a:pt x="29" y="253"/>
                      <a:pt x="29" y="253"/>
                      <a:pt x="65" y="253"/>
                    </a:cubicBezTo>
                    <a:lnTo>
                      <a:pt x="93" y="253"/>
                    </a:lnTo>
                    <a:cubicBezTo>
                      <a:pt x="178" y="218"/>
                      <a:pt x="270" y="161"/>
                      <a:pt x="326" y="104"/>
                    </a:cubicBezTo>
                    <a:cubicBezTo>
                      <a:pt x="355" y="104"/>
                      <a:pt x="383" y="76"/>
                      <a:pt x="355" y="41"/>
                    </a:cubicBezTo>
                    <a:cubicBezTo>
                      <a:pt x="335" y="21"/>
                      <a:pt x="315" y="1"/>
                      <a:pt x="2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71"/>
              <p:cNvSpPr/>
              <p:nvPr/>
            </p:nvSpPr>
            <p:spPr>
              <a:xfrm>
                <a:off x="4660950" y="3004025"/>
                <a:ext cx="2000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800" h="489" extrusionOk="0">
                    <a:moveTo>
                      <a:pt x="740" y="0"/>
                    </a:moveTo>
                    <a:cubicBezTo>
                      <a:pt x="724" y="0"/>
                      <a:pt x="708" y="7"/>
                      <a:pt x="708" y="21"/>
                    </a:cubicBezTo>
                    <a:cubicBezTo>
                      <a:pt x="503" y="170"/>
                      <a:pt x="297" y="311"/>
                      <a:pt x="64" y="375"/>
                    </a:cubicBezTo>
                    <a:cubicBezTo>
                      <a:pt x="36" y="375"/>
                      <a:pt x="0" y="432"/>
                      <a:pt x="0" y="460"/>
                    </a:cubicBezTo>
                    <a:cubicBezTo>
                      <a:pt x="36" y="460"/>
                      <a:pt x="36" y="488"/>
                      <a:pt x="64" y="488"/>
                    </a:cubicBezTo>
                    <a:lnTo>
                      <a:pt x="92" y="488"/>
                    </a:lnTo>
                    <a:cubicBezTo>
                      <a:pt x="326" y="403"/>
                      <a:pt x="566" y="283"/>
                      <a:pt x="771" y="106"/>
                    </a:cubicBezTo>
                    <a:cubicBezTo>
                      <a:pt x="800" y="78"/>
                      <a:pt x="800" y="50"/>
                      <a:pt x="771" y="21"/>
                    </a:cubicBezTo>
                    <a:cubicBezTo>
                      <a:pt x="771" y="7"/>
                      <a:pt x="755" y="0"/>
                      <a:pt x="7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71"/>
              <p:cNvSpPr/>
              <p:nvPr/>
            </p:nvSpPr>
            <p:spPr>
              <a:xfrm>
                <a:off x="4719300" y="2985275"/>
                <a:ext cx="19850" cy="8150"/>
              </a:xfrm>
              <a:custGeom>
                <a:avLst/>
                <a:gdLst/>
                <a:ahLst/>
                <a:cxnLst/>
                <a:rect l="l" t="t" r="r" b="b"/>
                <a:pathLst>
                  <a:path w="794" h="326" extrusionOk="0">
                    <a:moveTo>
                      <a:pt x="737" y="0"/>
                    </a:moveTo>
                    <a:cubicBezTo>
                      <a:pt x="616" y="0"/>
                      <a:pt x="496" y="0"/>
                      <a:pt x="383" y="36"/>
                    </a:cubicBezTo>
                    <a:cubicBezTo>
                      <a:pt x="234" y="92"/>
                      <a:pt x="114" y="149"/>
                      <a:pt x="29" y="241"/>
                    </a:cubicBezTo>
                    <a:cubicBezTo>
                      <a:pt x="1" y="241"/>
                      <a:pt x="1" y="297"/>
                      <a:pt x="29" y="326"/>
                    </a:cubicBezTo>
                    <a:lnTo>
                      <a:pt x="57" y="326"/>
                    </a:lnTo>
                    <a:cubicBezTo>
                      <a:pt x="86" y="326"/>
                      <a:pt x="86" y="326"/>
                      <a:pt x="114" y="297"/>
                    </a:cubicBezTo>
                    <a:cubicBezTo>
                      <a:pt x="178" y="241"/>
                      <a:pt x="263" y="177"/>
                      <a:pt x="383" y="149"/>
                    </a:cubicBezTo>
                    <a:cubicBezTo>
                      <a:pt x="496" y="121"/>
                      <a:pt x="616" y="121"/>
                      <a:pt x="737" y="121"/>
                    </a:cubicBezTo>
                    <a:cubicBezTo>
                      <a:pt x="765" y="121"/>
                      <a:pt x="793" y="92"/>
                      <a:pt x="793" y="64"/>
                    </a:cubicBezTo>
                    <a:cubicBezTo>
                      <a:pt x="793" y="36"/>
                      <a:pt x="765" y="0"/>
                      <a:pt x="7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71"/>
              <p:cNvSpPr/>
              <p:nvPr/>
            </p:nvSpPr>
            <p:spPr>
              <a:xfrm>
                <a:off x="4781200" y="2991725"/>
                <a:ext cx="17725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709" h="245" extrusionOk="0">
                    <a:moveTo>
                      <a:pt x="502" y="1"/>
                    </a:moveTo>
                    <a:cubicBezTo>
                      <a:pt x="345" y="1"/>
                      <a:pt x="193" y="39"/>
                      <a:pt x="57" y="131"/>
                    </a:cubicBezTo>
                    <a:cubicBezTo>
                      <a:pt x="29" y="131"/>
                      <a:pt x="1" y="160"/>
                      <a:pt x="29" y="188"/>
                    </a:cubicBezTo>
                    <a:cubicBezTo>
                      <a:pt x="29" y="216"/>
                      <a:pt x="57" y="245"/>
                      <a:pt x="57" y="245"/>
                    </a:cubicBezTo>
                    <a:cubicBezTo>
                      <a:pt x="86" y="245"/>
                      <a:pt x="86" y="216"/>
                      <a:pt x="86" y="216"/>
                    </a:cubicBezTo>
                    <a:cubicBezTo>
                      <a:pt x="217" y="153"/>
                      <a:pt x="363" y="118"/>
                      <a:pt x="502" y="118"/>
                    </a:cubicBezTo>
                    <a:cubicBezTo>
                      <a:pt x="551" y="118"/>
                      <a:pt x="599" y="122"/>
                      <a:pt x="645" y="131"/>
                    </a:cubicBezTo>
                    <a:cubicBezTo>
                      <a:pt x="673" y="131"/>
                      <a:pt x="708" y="96"/>
                      <a:pt x="708" y="68"/>
                    </a:cubicBezTo>
                    <a:cubicBezTo>
                      <a:pt x="708" y="39"/>
                      <a:pt x="673" y="11"/>
                      <a:pt x="645" y="11"/>
                    </a:cubicBezTo>
                    <a:cubicBezTo>
                      <a:pt x="597" y="4"/>
                      <a:pt x="549" y="1"/>
                      <a:pt x="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71"/>
              <p:cNvSpPr/>
              <p:nvPr/>
            </p:nvSpPr>
            <p:spPr>
              <a:xfrm>
                <a:off x="4805450" y="2992400"/>
                <a:ext cx="10275" cy="4750"/>
              </a:xfrm>
              <a:custGeom>
                <a:avLst/>
                <a:gdLst/>
                <a:ahLst/>
                <a:cxnLst/>
                <a:rect l="l" t="t" r="r" b="b"/>
                <a:pathLst>
                  <a:path w="411" h="190" extrusionOk="0">
                    <a:moveTo>
                      <a:pt x="63" y="1"/>
                    </a:moveTo>
                    <a:cubicBezTo>
                      <a:pt x="42" y="1"/>
                      <a:pt x="28" y="21"/>
                      <a:pt x="28" y="41"/>
                    </a:cubicBezTo>
                    <a:cubicBezTo>
                      <a:pt x="0" y="69"/>
                      <a:pt x="28" y="104"/>
                      <a:pt x="57" y="133"/>
                    </a:cubicBezTo>
                    <a:lnTo>
                      <a:pt x="325" y="189"/>
                    </a:lnTo>
                    <a:lnTo>
                      <a:pt x="354" y="189"/>
                    </a:lnTo>
                    <a:cubicBezTo>
                      <a:pt x="382" y="189"/>
                      <a:pt x="382" y="161"/>
                      <a:pt x="410" y="133"/>
                    </a:cubicBezTo>
                    <a:cubicBezTo>
                      <a:pt x="410" y="104"/>
                      <a:pt x="382" y="69"/>
                      <a:pt x="354" y="69"/>
                    </a:cubicBezTo>
                    <a:lnTo>
                      <a:pt x="92" y="12"/>
                    </a:lnTo>
                    <a:cubicBezTo>
                      <a:pt x="82" y="4"/>
                      <a:pt x="72" y="1"/>
                      <a:pt x="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71"/>
              <p:cNvSpPr/>
              <p:nvPr/>
            </p:nvSpPr>
            <p:spPr>
              <a:xfrm>
                <a:off x="4853375" y="3004225"/>
                <a:ext cx="21425" cy="6175"/>
              </a:xfrm>
              <a:custGeom>
                <a:avLst/>
                <a:gdLst/>
                <a:ahLst/>
                <a:cxnLst/>
                <a:rect l="l" t="t" r="r" b="b"/>
                <a:pathLst>
                  <a:path w="857" h="247" extrusionOk="0">
                    <a:moveTo>
                      <a:pt x="316" y="1"/>
                    </a:moveTo>
                    <a:cubicBezTo>
                      <a:pt x="230" y="1"/>
                      <a:pt x="137" y="13"/>
                      <a:pt x="57" y="13"/>
                    </a:cubicBezTo>
                    <a:cubicBezTo>
                      <a:pt x="28" y="13"/>
                      <a:pt x="0" y="42"/>
                      <a:pt x="0" y="70"/>
                    </a:cubicBezTo>
                    <a:cubicBezTo>
                      <a:pt x="0" y="98"/>
                      <a:pt x="28" y="127"/>
                      <a:pt x="57" y="127"/>
                    </a:cubicBezTo>
                    <a:cubicBezTo>
                      <a:pt x="137" y="127"/>
                      <a:pt x="230" y="114"/>
                      <a:pt x="316" y="114"/>
                    </a:cubicBezTo>
                    <a:cubicBezTo>
                      <a:pt x="359" y="114"/>
                      <a:pt x="401" y="117"/>
                      <a:pt x="439" y="127"/>
                    </a:cubicBezTo>
                    <a:cubicBezTo>
                      <a:pt x="559" y="127"/>
                      <a:pt x="679" y="162"/>
                      <a:pt x="764" y="219"/>
                    </a:cubicBezTo>
                    <a:cubicBezTo>
                      <a:pt x="764" y="219"/>
                      <a:pt x="764" y="247"/>
                      <a:pt x="792" y="247"/>
                    </a:cubicBezTo>
                    <a:lnTo>
                      <a:pt x="828" y="219"/>
                    </a:lnTo>
                    <a:cubicBezTo>
                      <a:pt x="856" y="190"/>
                      <a:pt x="856" y="162"/>
                      <a:pt x="828" y="127"/>
                    </a:cubicBezTo>
                    <a:cubicBezTo>
                      <a:pt x="708" y="70"/>
                      <a:pt x="587" y="13"/>
                      <a:pt x="439" y="13"/>
                    </a:cubicBezTo>
                    <a:cubicBezTo>
                      <a:pt x="401" y="4"/>
                      <a:pt x="359" y="1"/>
                      <a:pt x="3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71"/>
              <p:cNvSpPr/>
              <p:nvPr/>
            </p:nvSpPr>
            <p:spPr>
              <a:xfrm>
                <a:off x="4791475" y="3355675"/>
                <a:ext cx="19125" cy="5450"/>
              </a:xfrm>
              <a:custGeom>
                <a:avLst/>
                <a:gdLst/>
                <a:ahLst/>
                <a:cxnLst/>
                <a:rect l="l" t="t" r="r" b="b"/>
                <a:pathLst>
                  <a:path w="765" h="218" extrusionOk="0">
                    <a:moveTo>
                      <a:pt x="33" y="0"/>
                    </a:moveTo>
                    <a:cubicBezTo>
                      <a:pt x="14" y="0"/>
                      <a:pt x="0" y="20"/>
                      <a:pt x="0" y="40"/>
                    </a:cubicBezTo>
                    <a:cubicBezTo>
                      <a:pt x="0" y="76"/>
                      <a:pt x="28" y="104"/>
                      <a:pt x="57" y="132"/>
                    </a:cubicBezTo>
                    <a:lnTo>
                      <a:pt x="708" y="217"/>
                    </a:lnTo>
                    <a:cubicBezTo>
                      <a:pt x="736" y="217"/>
                      <a:pt x="764" y="189"/>
                      <a:pt x="764" y="161"/>
                    </a:cubicBezTo>
                    <a:cubicBezTo>
                      <a:pt x="764" y="132"/>
                      <a:pt x="764" y="104"/>
                      <a:pt x="708" y="104"/>
                    </a:cubicBezTo>
                    <a:lnTo>
                      <a:pt x="57" y="12"/>
                    </a:lnTo>
                    <a:cubicBezTo>
                      <a:pt x="48" y="4"/>
                      <a:pt x="40" y="0"/>
                      <a:pt x="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71"/>
              <p:cNvSpPr/>
              <p:nvPr/>
            </p:nvSpPr>
            <p:spPr>
              <a:xfrm>
                <a:off x="4974875" y="3238875"/>
                <a:ext cx="11150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446" h="589" extrusionOk="0">
                    <a:moveTo>
                      <a:pt x="389" y="1"/>
                    </a:moveTo>
                    <a:cubicBezTo>
                      <a:pt x="354" y="1"/>
                      <a:pt x="326" y="1"/>
                      <a:pt x="326" y="29"/>
                    </a:cubicBezTo>
                    <a:cubicBezTo>
                      <a:pt x="241" y="291"/>
                      <a:pt x="92" y="440"/>
                      <a:pt x="36" y="468"/>
                    </a:cubicBezTo>
                    <a:cubicBezTo>
                      <a:pt x="0" y="503"/>
                      <a:pt x="0" y="531"/>
                      <a:pt x="36" y="560"/>
                    </a:cubicBezTo>
                    <a:cubicBezTo>
                      <a:pt x="36" y="588"/>
                      <a:pt x="64" y="588"/>
                      <a:pt x="64" y="588"/>
                    </a:cubicBezTo>
                    <a:lnTo>
                      <a:pt x="121" y="588"/>
                    </a:lnTo>
                    <a:cubicBezTo>
                      <a:pt x="177" y="531"/>
                      <a:pt x="354" y="355"/>
                      <a:pt x="446" y="57"/>
                    </a:cubicBezTo>
                    <a:cubicBezTo>
                      <a:pt x="446" y="29"/>
                      <a:pt x="418" y="1"/>
                      <a:pt x="3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53" name="Google Shape;2753;p71"/>
            <p:cNvGrpSpPr/>
            <p:nvPr/>
          </p:nvGrpSpPr>
          <p:grpSpPr>
            <a:xfrm>
              <a:off x="3162807" y="1216951"/>
              <a:ext cx="1051808" cy="229363"/>
              <a:chOff x="4002795" y="1877329"/>
              <a:chExt cx="345546" cy="75352"/>
            </a:xfrm>
          </p:grpSpPr>
          <p:sp>
            <p:nvSpPr>
              <p:cNvPr id="2754" name="Google Shape;2754;p71"/>
              <p:cNvSpPr/>
              <p:nvPr/>
            </p:nvSpPr>
            <p:spPr>
              <a:xfrm>
                <a:off x="4002795" y="1877329"/>
                <a:ext cx="345546" cy="75352"/>
              </a:xfrm>
              <a:custGeom>
                <a:avLst/>
                <a:gdLst/>
                <a:ahLst/>
                <a:cxnLst/>
                <a:rect l="l" t="t" r="r" b="b"/>
                <a:pathLst>
                  <a:path w="9997" h="2180" extrusionOk="0">
                    <a:moveTo>
                      <a:pt x="0" y="0"/>
                    </a:moveTo>
                    <a:lnTo>
                      <a:pt x="0" y="2179"/>
                    </a:lnTo>
                    <a:lnTo>
                      <a:pt x="9996" y="2179"/>
                    </a:lnTo>
                    <a:lnTo>
                      <a:pt x="999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71"/>
              <p:cNvSpPr/>
              <p:nvPr/>
            </p:nvSpPr>
            <p:spPr>
              <a:xfrm>
                <a:off x="4270785" y="1897619"/>
                <a:ext cx="21569" cy="34738"/>
              </a:xfrm>
              <a:custGeom>
                <a:avLst/>
                <a:gdLst/>
                <a:ahLst/>
                <a:cxnLst/>
                <a:rect l="l" t="t" r="r" b="b"/>
                <a:pathLst>
                  <a:path w="624" h="1005" extrusionOk="0">
                    <a:moveTo>
                      <a:pt x="559" y="0"/>
                    </a:moveTo>
                    <a:lnTo>
                      <a:pt x="1" y="595"/>
                    </a:lnTo>
                    <a:lnTo>
                      <a:pt x="559" y="1005"/>
                    </a:lnTo>
                    <a:lnTo>
                      <a:pt x="623" y="948"/>
                    </a:lnTo>
                    <a:lnTo>
                      <a:pt x="121" y="595"/>
                    </a:lnTo>
                    <a:lnTo>
                      <a:pt x="623" y="64"/>
                    </a:lnTo>
                    <a:lnTo>
                      <a:pt x="5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71"/>
              <p:cNvSpPr/>
              <p:nvPr/>
            </p:nvSpPr>
            <p:spPr>
              <a:xfrm>
                <a:off x="4254401" y="1897619"/>
                <a:ext cx="22536" cy="3473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1005" extrusionOk="0">
                    <a:moveTo>
                      <a:pt x="595" y="0"/>
                    </a:moveTo>
                    <a:lnTo>
                      <a:pt x="1" y="595"/>
                    </a:lnTo>
                    <a:lnTo>
                      <a:pt x="595" y="1005"/>
                    </a:lnTo>
                    <a:lnTo>
                      <a:pt x="651" y="948"/>
                    </a:lnTo>
                    <a:lnTo>
                      <a:pt x="149" y="595"/>
                    </a:lnTo>
                    <a:lnTo>
                      <a:pt x="651" y="64"/>
                    </a:lnTo>
                    <a:lnTo>
                      <a:pt x="59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71"/>
              <p:cNvSpPr/>
              <p:nvPr/>
            </p:nvSpPr>
            <p:spPr>
              <a:xfrm>
                <a:off x="4055854" y="1885970"/>
                <a:ext cx="19356" cy="57654"/>
              </a:xfrm>
              <a:custGeom>
                <a:avLst/>
                <a:gdLst/>
                <a:ahLst/>
                <a:cxnLst/>
                <a:rect l="l" t="t" r="r" b="b"/>
                <a:pathLst>
                  <a:path w="560" h="1668" extrusionOk="0">
                    <a:moveTo>
                      <a:pt x="305" y="0"/>
                    </a:moveTo>
                    <a:cubicBezTo>
                      <a:pt x="264" y="0"/>
                      <a:pt x="226" y="22"/>
                      <a:pt x="205" y="47"/>
                    </a:cubicBezTo>
                    <a:cubicBezTo>
                      <a:pt x="149" y="76"/>
                      <a:pt x="85" y="160"/>
                      <a:pt x="85" y="252"/>
                    </a:cubicBezTo>
                    <a:cubicBezTo>
                      <a:pt x="57" y="309"/>
                      <a:pt x="85" y="401"/>
                      <a:pt x="85" y="458"/>
                    </a:cubicBezTo>
                    <a:cubicBezTo>
                      <a:pt x="120" y="514"/>
                      <a:pt x="120" y="542"/>
                      <a:pt x="120" y="578"/>
                    </a:cubicBezTo>
                    <a:cubicBezTo>
                      <a:pt x="120" y="691"/>
                      <a:pt x="85" y="783"/>
                      <a:pt x="0" y="811"/>
                    </a:cubicBezTo>
                    <a:lnTo>
                      <a:pt x="28" y="896"/>
                    </a:lnTo>
                    <a:lnTo>
                      <a:pt x="57" y="896"/>
                    </a:lnTo>
                    <a:cubicBezTo>
                      <a:pt x="85" y="932"/>
                      <a:pt x="120" y="932"/>
                      <a:pt x="120" y="960"/>
                    </a:cubicBezTo>
                    <a:lnTo>
                      <a:pt x="120" y="1108"/>
                    </a:lnTo>
                    <a:lnTo>
                      <a:pt x="120" y="1137"/>
                    </a:lnTo>
                    <a:cubicBezTo>
                      <a:pt x="85" y="1314"/>
                      <a:pt x="120" y="1427"/>
                      <a:pt x="177" y="1519"/>
                    </a:cubicBezTo>
                    <a:cubicBezTo>
                      <a:pt x="234" y="1604"/>
                      <a:pt x="326" y="1667"/>
                      <a:pt x="439" y="1667"/>
                    </a:cubicBezTo>
                    <a:cubicBezTo>
                      <a:pt x="474" y="1667"/>
                      <a:pt x="531" y="1667"/>
                      <a:pt x="559" y="1639"/>
                    </a:cubicBezTo>
                    <a:lnTo>
                      <a:pt x="531" y="1547"/>
                    </a:lnTo>
                    <a:cubicBezTo>
                      <a:pt x="498" y="1567"/>
                      <a:pt x="459" y="1576"/>
                      <a:pt x="421" y="1576"/>
                    </a:cubicBezTo>
                    <a:cubicBezTo>
                      <a:pt x="352" y="1576"/>
                      <a:pt x="285" y="1545"/>
                      <a:pt x="262" y="1490"/>
                    </a:cubicBezTo>
                    <a:cubicBezTo>
                      <a:pt x="205" y="1398"/>
                      <a:pt x="177" y="1285"/>
                      <a:pt x="205" y="1137"/>
                    </a:cubicBezTo>
                    <a:lnTo>
                      <a:pt x="205" y="932"/>
                    </a:lnTo>
                    <a:cubicBezTo>
                      <a:pt x="177" y="896"/>
                      <a:pt x="149" y="868"/>
                      <a:pt x="120" y="840"/>
                    </a:cubicBezTo>
                    <a:cubicBezTo>
                      <a:pt x="177" y="783"/>
                      <a:pt x="205" y="663"/>
                      <a:pt x="205" y="578"/>
                    </a:cubicBezTo>
                    <a:cubicBezTo>
                      <a:pt x="205" y="542"/>
                      <a:pt x="205" y="486"/>
                      <a:pt x="177" y="458"/>
                    </a:cubicBezTo>
                    <a:cubicBezTo>
                      <a:pt x="177" y="366"/>
                      <a:pt x="149" y="309"/>
                      <a:pt x="177" y="252"/>
                    </a:cubicBezTo>
                    <a:cubicBezTo>
                      <a:pt x="177" y="189"/>
                      <a:pt x="205" y="132"/>
                      <a:pt x="262" y="104"/>
                    </a:cubicBezTo>
                    <a:cubicBezTo>
                      <a:pt x="262" y="90"/>
                      <a:pt x="271" y="83"/>
                      <a:pt x="283" y="83"/>
                    </a:cubicBezTo>
                    <a:cubicBezTo>
                      <a:pt x="296" y="83"/>
                      <a:pt x="311" y="90"/>
                      <a:pt x="326" y="104"/>
                    </a:cubicBezTo>
                    <a:lnTo>
                      <a:pt x="354" y="12"/>
                    </a:lnTo>
                    <a:cubicBezTo>
                      <a:pt x="338" y="4"/>
                      <a:pt x="321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71"/>
              <p:cNvSpPr/>
              <p:nvPr/>
            </p:nvSpPr>
            <p:spPr>
              <a:xfrm>
                <a:off x="4034319" y="1888563"/>
                <a:ext cx="9333" cy="51882"/>
              </a:xfrm>
              <a:custGeom>
                <a:avLst/>
                <a:gdLst/>
                <a:ahLst/>
                <a:cxnLst/>
                <a:rect l="l" t="t" r="r" b="b"/>
                <a:pathLst>
                  <a:path w="270" h="1501" extrusionOk="0">
                    <a:moveTo>
                      <a:pt x="213" y="1"/>
                    </a:moveTo>
                    <a:cubicBezTo>
                      <a:pt x="1" y="467"/>
                      <a:pt x="1" y="1033"/>
                      <a:pt x="177" y="1500"/>
                    </a:cubicBezTo>
                    <a:lnTo>
                      <a:pt x="269" y="1472"/>
                    </a:lnTo>
                    <a:cubicBezTo>
                      <a:pt x="93" y="1033"/>
                      <a:pt x="93" y="503"/>
                      <a:pt x="269" y="29"/>
                    </a:cubicBezTo>
                    <a:lnTo>
                      <a:pt x="21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71"/>
              <p:cNvSpPr/>
              <p:nvPr/>
            </p:nvSpPr>
            <p:spPr>
              <a:xfrm>
                <a:off x="4303311" y="1885970"/>
                <a:ext cx="19598" cy="57654"/>
              </a:xfrm>
              <a:custGeom>
                <a:avLst/>
                <a:gdLst/>
                <a:ahLst/>
                <a:cxnLst/>
                <a:rect l="l" t="t" r="r" b="b"/>
                <a:pathLst>
                  <a:path w="567" h="1668" extrusionOk="0">
                    <a:moveTo>
                      <a:pt x="256" y="0"/>
                    </a:moveTo>
                    <a:cubicBezTo>
                      <a:pt x="243" y="0"/>
                      <a:pt x="229" y="4"/>
                      <a:pt x="213" y="12"/>
                    </a:cubicBezTo>
                    <a:lnTo>
                      <a:pt x="241" y="104"/>
                    </a:lnTo>
                    <a:cubicBezTo>
                      <a:pt x="255" y="90"/>
                      <a:pt x="262" y="83"/>
                      <a:pt x="269" y="83"/>
                    </a:cubicBezTo>
                    <a:cubicBezTo>
                      <a:pt x="276" y="83"/>
                      <a:pt x="283" y="90"/>
                      <a:pt x="298" y="104"/>
                    </a:cubicBezTo>
                    <a:cubicBezTo>
                      <a:pt x="354" y="132"/>
                      <a:pt x="390" y="189"/>
                      <a:pt x="390" y="252"/>
                    </a:cubicBezTo>
                    <a:lnTo>
                      <a:pt x="390" y="458"/>
                    </a:lnTo>
                    <a:cubicBezTo>
                      <a:pt x="354" y="486"/>
                      <a:pt x="354" y="542"/>
                      <a:pt x="354" y="578"/>
                    </a:cubicBezTo>
                    <a:cubicBezTo>
                      <a:pt x="354" y="663"/>
                      <a:pt x="390" y="783"/>
                      <a:pt x="446" y="840"/>
                    </a:cubicBezTo>
                    <a:cubicBezTo>
                      <a:pt x="390" y="868"/>
                      <a:pt x="390" y="896"/>
                      <a:pt x="354" y="932"/>
                    </a:cubicBezTo>
                    <a:cubicBezTo>
                      <a:pt x="326" y="988"/>
                      <a:pt x="354" y="1073"/>
                      <a:pt x="354" y="1137"/>
                    </a:cubicBezTo>
                    <a:cubicBezTo>
                      <a:pt x="390" y="1285"/>
                      <a:pt x="354" y="1398"/>
                      <a:pt x="298" y="1490"/>
                    </a:cubicBezTo>
                    <a:cubicBezTo>
                      <a:pt x="261" y="1545"/>
                      <a:pt x="198" y="1576"/>
                      <a:pt x="135" y="1576"/>
                    </a:cubicBezTo>
                    <a:cubicBezTo>
                      <a:pt x="100" y="1576"/>
                      <a:pt x="66" y="1567"/>
                      <a:pt x="36" y="1547"/>
                    </a:cubicBezTo>
                    <a:lnTo>
                      <a:pt x="0" y="1639"/>
                    </a:lnTo>
                    <a:cubicBezTo>
                      <a:pt x="36" y="1667"/>
                      <a:pt x="92" y="1667"/>
                      <a:pt x="121" y="1667"/>
                    </a:cubicBezTo>
                    <a:cubicBezTo>
                      <a:pt x="213" y="1667"/>
                      <a:pt x="326" y="1604"/>
                      <a:pt x="390" y="1519"/>
                    </a:cubicBezTo>
                    <a:cubicBezTo>
                      <a:pt x="446" y="1427"/>
                      <a:pt x="474" y="1314"/>
                      <a:pt x="446" y="1137"/>
                    </a:cubicBezTo>
                    <a:lnTo>
                      <a:pt x="446" y="1108"/>
                    </a:lnTo>
                    <a:lnTo>
                      <a:pt x="446" y="960"/>
                    </a:lnTo>
                    <a:cubicBezTo>
                      <a:pt x="446" y="932"/>
                      <a:pt x="474" y="932"/>
                      <a:pt x="503" y="896"/>
                    </a:cubicBezTo>
                    <a:lnTo>
                      <a:pt x="531" y="896"/>
                    </a:lnTo>
                    <a:lnTo>
                      <a:pt x="566" y="811"/>
                    </a:lnTo>
                    <a:lnTo>
                      <a:pt x="531" y="811"/>
                    </a:lnTo>
                    <a:cubicBezTo>
                      <a:pt x="474" y="783"/>
                      <a:pt x="446" y="691"/>
                      <a:pt x="446" y="578"/>
                    </a:cubicBezTo>
                    <a:cubicBezTo>
                      <a:pt x="446" y="542"/>
                      <a:pt x="446" y="514"/>
                      <a:pt x="474" y="458"/>
                    </a:cubicBezTo>
                    <a:lnTo>
                      <a:pt x="474" y="252"/>
                    </a:lnTo>
                    <a:cubicBezTo>
                      <a:pt x="474" y="160"/>
                      <a:pt x="418" y="76"/>
                      <a:pt x="354" y="47"/>
                    </a:cubicBezTo>
                    <a:cubicBezTo>
                      <a:pt x="314" y="22"/>
                      <a:pt x="288" y="0"/>
                      <a:pt x="2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0" name="Google Shape;2760;p71"/>
            <p:cNvGrpSpPr/>
            <p:nvPr/>
          </p:nvGrpSpPr>
          <p:grpSpPr>
            <a:xfrm>
              <a:off x="3389504" y="1231789"/>
              <a:ext cx="505357" cy="199693"/>
              <a:chOff x="300879" y="4170864"/>
              <a:chExt cx="505357" cy="199693"/>
            </a:xfrm>
          </p:grpSpPr>
          <p:sp>
            <p:nvSpPr>
              <p:cNvPr id="2761" name="Google Shape;2761;p71"/>
              <p:cNvSpPr/>
              <p:nvPr/>
            </p:nvSpPr>
            <p:spPr>
              <a:xfrm>
                <a:off x="518149" y="4197063"/>
                <a:ext cx="71544" cy="11173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1062" extrusionOk="0">
                    <a:moveTo>
                      <a:pt x="57" y="0"/>
                    </a:moveTo>
                    <a:lnTo>
                      <a:pt x="1" y="57"/>
                    </a:lnTo>
                    <a:lnTo>
                      <a:pt x="531" y="616"/>
                    </a:lnTo>
                    <a:lnTo>
                      <a:pt x="1" y="1005"/>
                    </a:lnTo>
                    <a:lnTo>
                      <a:pt x="57" y="1061"/>
                    </a:lnTo>
                    <a:lnTo>
                      <a:pt x="680" y="651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71"/>
              <p:cNvSpPr/>
              <p:nvPr/>
            </p:nvSpPr>
            <p:spPr>
              <a:xfrm>
                <a:off x="568021" y="4197063"/>
                <a:ext cx="71544" cy="11173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1062" extrusionOk="0">
                    <a:moveTo>
                      <a:pt x="57" y="0"/>
                    </a:moveTo>
                    <a:lnTo>
                      <a:pt x="1" y="57"/>
                    </a:lnTo>
                    <a:lnTo>
                      <a:pt x="531" y="616"/>
                    </a:lnTo>
                    <a:lnTo>
                      <a:pt x="1" y="1005"/>
                    </a:lnTo>
                    <a:lnTo>
                      <a:pt x="57" y="1061"/>
                    </a:lnTo>
                    <a:lnTo>
                      <a:pt x="680" y="651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71"/>
              <p:cNvSpPr/>
              <p:nvPr/>
            </p:nvSpPr>
            <p:spPr>
              <a:xfrm>
                <a:off x="623794" y="4170864"/>
                <a:ext cx="64811" cy="187804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785" extrusionOk="0">
                    <a:moveTo>
                      <a:pt x="286" y="1"/>
                    </a:moveTo>
                    <a:cubicBezTo>
                      <a:pt x="268" y="1"/>
                      <a:pt x="251" y="5"/>
                      <a:pt x="234" y="16"/>
                    </a:cubicBezTo>
                    <a:lnTo>
                      <a:pt x="262" y="101"/>
                    </a:lnTo>
                    <a:lnTo>
                      <a:pt x="354" y="101"/>
                    </a:lnTo>
                    <a:cubicBezTo>
                      <a:pt x="383" y="157"/>
                      <a:pt x="411" y="221"/>
                      <a:pt x="439" y="278"/>
                    </a:cubicBezTo>
                    <a:cubicBezTo>
                      <a:pt x="439" y="334"/>
                      <a:pt x="411" y="398"/>
                      <a:pt x="411" y="483"/>
                    </a:cubicBezTo>
                    <a:cubicBezTo>
                      <a:pt x="411" y="511"/>
                      <a:pt x="383" y="575"/>
                      <a:pt x="383" y="631"/>
                    </a:cubicBezTo>
                    <a:cubicBezTo>
                      <a:pt x="383" y="723"/>
                      <a:pt x="411" y="836"/>
                      <a:pt x="467" y="900"/>
                    </a:cubicBezTo>
                    <a:cubicBezTo>
                      <a:pt x="439" y="928"/>
                      <a:pt x="411" y="957"/>
                      <a:pt x="411" y="985"/>
                    </a:cubicBezTo>
                    <a:cubicBezTo>
                      <a:pt x="383" y="1077"/>
                      <a:pt x="383" y="1134"/>
                      <a:pt x="383" y="1190"/>
                    </a:cubicBezTo>
                    <a:lnTo>
                      <a:pt x="411" y="1218"/>
                    </a:lnTo>
                    <a:cubicBezTo>
                      <a:pt x="411" y="1367"/>
                      <a:pt x="411" y="1487"/>
                      <a:pt x="354" y="1572"/>
                    </a:cubicBezTo>
                    <a:cubicBezTo>
                      <a:pt x="308" y="1639"/>
                      <a:pt x="218" y="1687"/>
                      <a:pt x="139" y="1687"/>
                    </a:cubicBezTo>
                    <a:cubicBezTo>
                      <a:pt x="109" y="1687"/>
                      <a:pt x="81" y="1680"/>
                      <a:pt x="57" y="1664"/>
                    </a:cubicBezTo>
                    <a:lnTo>
                      <a:pt x="1" y="1721"/>
                    </a:lnTo>
                    <a:cubicBezTo>
                      <a:pt x="57" y="1749"/>
                      <a:pt x="85" y="1784"/>
                      <a:pt x="142" y="1784"/>
                    </a:cubicBezTo>
                    <a:cubicBezTo>
                      <a:pt x="234" y="1784"/>
                      <a:pt x="354" y="1721"/>
                      <a:pt x="411" y="1636"/>
                    </a:cubicBezTo>
                    <a:cubicBezTo>
                      <a:pt x="467" y="1516"/>
                      <a:pt x="496" y="1395"/>
                      <a:pt x="467" y="1218"/>
                    </a:cubicBezTo>
                    <a:lnTo>
                      <a:pt x="467" y="1190"/>
                    </a:lnTo>
                    <a:lnTo>
                      <a:pt x="467" y="1013"/>
                    </a:lnTo>
                    <a:cubicBezTo>
                      <a:pt x="496" y="985"/>
                      <a:pt x="496" y="985"/>
                      <a:pt x="531" y="957"/>
                    </a:cubicBezTo>
                    <a:lnTo>
                      <a:pt x="588" y="957"/>
                    </a:lnTo>
                    <a:lnTo>
                      <a:pt x="616" y="865"/>
                    </a:lnTo>
                    <a:lnTo>
                      <a:pt x="588" y="865"/>
                    </a:lnTo>
                    <a:cubicBezTo>
                      <a:pt x="496" y="836"/>
                      <a:pt x="467" y="723"/>
                      <a:pt x="467" y="631"/>
                    </a:cubicBezTo>
                    <a:cubicBezTo>
                      <a:pt x="467" y="575"/>
                      <a:pt x="496" y="546"/>
                      <a:pt x="496" y="483"/>
                    </a:cubicBezTo>
                    <a:cubicBezTo>
                      <a:pt x="496" y="426"/>
                      <a:pt x="531" y="334"/>
                      <a:pt x="531" y="249"/>
                    </a:cubicBezTo>
                    <a:cubicBezTo>
                      <a:pt x="496" y="193"/>
                      <a:pt x="467" y="101"/>
                      <a:pt x="383" y="44"/>
                    </a:cubicBezTo>
                    <a:cubicBezTo>
                      <a:pt x="363" y="24"/>
                      <a:pt x="326" y="1"/>
                      <a:pt x="2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71"/>
              <p:cNvSpPr/>
              <p:nvPr/>
            </p:nvSpPr>
            <p:spPr>
              <a:xfrm>
                <a:off x="725748" y="4178439"/>
                <a:ext cx="31353" cy="167604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593" extrusionOk="0">
                    <a:moveTo>
                      <a:pt x="93" y="0"/>
                    </a:moveTo>
                    <a:lnTo>
                      <a:pt x="1" y="29"/>
                    </a:lnTo>
                    <a:cubicBezTo>
                      <a:pt x="206" y="531"/>
                      <a:pt x="206" y="1090"/>
                      <a:pt x="1" y="1564"/>
                    </a:cubicBezTo>
                    <a:lnTo>
                      <a:pt x="93" y="1592"/>
                    </a:lnTo>
                    <a:cubicBezTo>
                      <a:pt x="298" y="1090"/>
                      <a:pt x="298" y="503"/>
                      <a:pt x="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71"/>
              <p:cNvSpPr/>
              <p:nvPr/>
            </p:nvSpPr>
            <p:spPr>
              <a:xfrm>
                <a:off x="765940" y="4175493"/>
                <a:ext cx="40296" cy="19506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1854" extrusionOk="0">
                    <a:moveTo>
                      <a:pt x="121" y="0"/>
                    </a:moveTo>
                    <a:lnTo>
                      <a:pt x="29" y="28"/>
                    </a:lnTo>
                    <a:cubicBezTo>
                      <a:pt x="298" y="587"/>
                      <a:pt x="270" y="1266"/>
                      <a:pt x="1" y="1825"/>
                    </a:cubicBezTo>
                    <a:lnTo>
                      <a:pt x="64" y="1854"/>
                    </a:lnTo>
                    <a:cubicBezTo>
                      <a:pt x="383" y="1295"/>
                      <a:pt x="383" y="587"/>
                      <a:pt x="1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71"/>
              <p:cNvSpPr/>
              <p:nvPr/>
            </p:nvSpPr>
            <p:spPr>
              <a:xfrm>
                <a:off x="419141" y="4170864"/>
                <a:ext cx="64916" cy="187804"/>
              </a:xfrm>
              <a:custGeom>
                <a:avLst/>
                <a:gdLst/>
                <a:ahLst/>
                <a:cxnLst/>
                <a:rect l="l" t="t" r="r" b="b"/>
                <a:pathLst>
                  <a:path w="617" h="1785" extrusionOk="0">
                    <a:moveTo>
                      <a:pt x="331" y="1"/>
                    </a:moveTo>
                    <a:cubicBezTo>
                      <a:pt x="291" y="1"/>
                      <a:pt x="254" y="24"/>
                      <a:pt x="234" y="44"/>
                    </a:cubicBezTo>
                    <a:cubicBezTo>
                      <a:pt x="149" y="101"/>
                      <a:pt x="114" y="193"/>
                      <a:pt x="86" y="249"/>
                    </a:cubicBezTo>
                    <a:cubicBezTo>
                      <a:pt x="86" y="334"/>
                      <a:pt x="114" y="426"/>
                      <a:pt x="114" y="483"/>
                    </a:cubicBezTo>
                    <a:cubicBezTo>
                      <a:pt x="114" y="546"/>
                      <a:pt x="149" y="575"/>
                      <a:pt x="149" y="631"/>
                    </a:cubicBezTo>
                    <a:cubicBezTo>
                      <a:pt x="149" y="723"/>
                      <a:pt x="114" y="836"/>
                      <a:pt x="29" y="865"/>
                    </a:cubicBezTo>
                    <a:lnTo>
                      <a:pt x="1" y="865"/>
                    </a:lnTo>
                    <a:lnTo>
                      <a:pt x="29" y="957"/>
                    </a:lnTo>
                    <a:lnTo>
                      <a:pt x="86" y="957"/>
                    </a:lnTo>
                    <a:cubicBezTo>
                      <a:pt x="114" y="985"/>
                      <a:pt x="114" y="985"/>
                      <a:pt x="149" y="1013"/>
                    </a:cubicBezTo>
                    <a:lnTo>
                      <a:pt x="149" y="1190"/>
                    </a:lnTo>
                    <a:lnTo>
                      <a:pt x="114" y="1218"/>
                    </a:lnTo>
                    <a:cubicBezTo>
                      <a:pt x="114" y="1395"/>
                      <a:pt x="149" y="1516"/>
                      <a:pt x="206" y="1636"/>
                    </a:cubicBezTo>
                    <a:cubicBezTo>
                      <a:pt x="263" y="1721"/>
                      <a:pt x="383" y="1784"/>
                      <a:pt x="468" y="1784"/>
                    </a:cubicBezTo>
                    <a:cubicBezTo>
                      <a:pt x="531" y="1784"/>
                      <a:pt x="560" y="1749"/>
                      <a:pt x="616" y="1721"/>
                    </a:cubicBezTo>
                    <a:lnTo>
                      <a:pt x="560" y="1664"/>
                    </a:lnTo>
                    <a:cubicBezTo>
                      <a:pt x="534" y="1680"/>
                      <a:pt x="505" y="1687"/>
                      <a:pt x="475" y="1687"/>
                    </a:cubicBezTo>
                    <a:cubicBezTo>
                      <a:pt x="396" y="1687"/>
                      <a:pt x="309" y="1639"/>
                      <a:pt x="263" y="1572"/>
                    </a:cubicBezTo>
                    <a:cubicBezTo>
                      <a:pt x="206" y="1487"/>
                      <a:pt x="206" y="1367"/>
                      <a:pt x="206" y="1218"/>
                    </a:cubicBezTo>
                    <a:lnTo>
                      <a:pt x="234" y="1190"/>
                    </a:lnTo>
                    <a:cubicBezTo>
                      <a:pt x="234" y="1134"/>
                      <a:pt x="234" y="1077"/>
                      <a:pt x="206" y="985"/>
                    </a:cubicBezTo>
                    <a:cubicBezTo>
                      <a:pt x="206" y="957"/>
                      <a:pt x="178" y="928"/>
                      <a:pt x="149" y="900"/>
                    </a:cubicBezTo>
                    <a:cubicBezTo>
                      <a:pt x="206" y="836"/>
                      <a:pt x="234" y="723"/>
                      <a:pt x="234" y="631"/>
                    </a:cubicBezTo>
                    <a:cubicBezTo>
                      <a:pt x="234" y="575"/>
                      <a:pt x="206" y="511"/>
                      <a:pt x="206" y="483"/>
                    </a:cubicBezTo>
                    <a:cubicBezTo>
                      <a:pt x="206" y="398"/>
                      <a:pt x="178" y="334"/>
                      <a:pt x="178" y="278"/>
                    </a:cubicBezTo>
                    <a:cubicBezTo>
                      <a:pt x="206" y="221"/>
                      <a:pt x="234" y="157"/>
                      <a:pt x="263" y="101"/>
                    </a:cubicBezTo>
                    <a:lnTo>
                      <a:pt x="355" y="101"/>
                    </a:lnTo>
                    <a:lnTo>
                      <a:pt x="383" y="16"/>
                    </a:lnTo>
                    <a:cubicBezTo>
                      <a:pt x="366" y="5"/>
                      <a:pt x="348" y="1"/>
                      <a:pt x="3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71"/>
              <p:cNvSpPr/>
              <p:nvPr/>
            </p:nvSpPr>
            <p:spPr>
              <a:xfrm>
                <a:off x="350751" y="4178439"/>
                <a:ext cx="31353" cy="167604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593" extrusionOk="0">
                    <a:moveTo>
                      <a:pt x="205" y="0"/>
                    </a:moveTo>
                    <a:cubicBezTo>
                      <a:pt x="0" y="503"/>
                      <a:pt x="0" y="1090"/>
                      <a:pt x="205" y="1592"/>
                    </a:cubicBezTo>
                    <a:lnTo>
                      <a:pt x="297" y="1564"/>
                    </a:lnTo>
                    <a:cubicBezTo>
                      <a:pt x="92" y="1090"/>
                      <a:pt x="92" y="531"/>
                      <a:pt x="297" y="29"/>
                    </a:cubicBez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71"/>
              <p:cNvSpPr/>
              <p:nvPr/>
            </p:nvSpPr>
            <p:spPr>
              <a:xfrm>
                <a:off x="300879" y="4175493"/>
                <a:ext cx="41033" cy="195064"/>
              </a:xfrm>
              <a:custGeom>
                <a:avLst/>
                <a:gdLst/>
                <a:ahLst/>
                <a:cxnLst/>
                <a:rect l="l" t="t" r="r" b="b"/>
                <a:pathLst>
                  <a:path w="390" h="1854" extrusionOk="0">
                    <a:moveTo>
                      <a:pt x="269" y="0"/>
                    </a:moveTo>
                    <a:lnTo>
                      <a:pt x="269" y="0"/>
                    </a:lnTo>
                    <a:cubicBezTo>
                      <a:pt x="0" y="587"/>
                      <a:pt x="0" y="1295"/>
                      <a:pt x="325" y="1854"/>
                    </a:cubicBezTo>
                    <a:lnTo>
                      <a:pt x="389" y="1825"/>
                    </a:lnTo>
                    <a:cubicBezTo>
                      <a:pt x="120" y="1266"/>
                      <a:pt x="92" y="587"/>
                      <a:pt x="354" y="28"/>
                    </a:cubicBezTo>
                    <a:lnTo>
                      <a:pt x="26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69" name="Google Shape;2769;p71"/>
          <p:cNvGrpSpPr/>
          <p:nvPr/>
        </p:nvGrpSpPr>
        <p:grpSpPr>
          <a:xfrm>
            <a:off x="8567590" y="4153050"/>
            <a:ext cx="360758" cy="258297"/>
            <a:chOff x="4992850" y="4345375"/>
            <a:chExt cx="607336" cy="638400"/>
          </a:xfrm>
        </p:grpSpPr>
        <p:sp>
          <p:nvSpPr>
            <p:cNvPr id="2770" name="Google Shape;2770;p71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71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72" name="Google Shape;2772;p71"/>
          <p:cNvSpPr/>
          <p:nvPr/>
        </p:nvSpPr>
        <p:spPr>
          <a:xfrm>
            <a:off x="8323225" y="34990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3" name="Google Shape;2773;p71"/>
          <p:cNvGrpSpPr/>
          <p:nvPr/>
        </p:nvGrpSpPr>
        <p:grpSpPr>
          <a:xfrm>
            <a:off x="5151797" y="479071"/>
            <a:ext cx="1511971" cy="626735"/>
            <a:chOff x="3889166" y="1636096"/>
            <a:chExt cx="633844" cy="262738"/>
          </a:xfrm>
        </p:grpSpPr>
        <p:sp>
          <p:nvSpPr>
            <p:cNvPr id="2774" name="Google Shape;2774;p71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71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71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71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78" name="Google Shape;2778;p71"/>
          <p:cNvSpPr/>
          <p:nvPr/>
        </p:nvSpPr>
        <p:spPr>
          <a:xfrm>
            <a:off x="7116875" y="63127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39E4CD-E6EE-B22F-F80F-BD73DE9C005C}"/>
              </a:ext>
            </a:extLst>
          </p:cNvPr>
          <p:cNvSpPr/>
          <p:nvPr/>
        </p:nvSpPr>
        <p:spPr>
          <a:xfrm>
            <a:off x="395111" y="3150675"/>
            <a:ext cx="4413547" cy="1364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ackets Lesson for Coding and Programming by Slidesgo">
  <a:themeElements>
    <a:clrScheme name="Simple Light">
      <a:dk1>
        <a:srgbClr val="383838"/>
      </a:dk1>
      <a:lt1>
        <a:srgbClr val="F9F9F9"/>
      </a:lt1>
      <a:dk2>
        <a:srgbClr val="FFE3E3"/>
      </a:dk2>
      <a:lt2>
        <a:srgbClr val="FF807D"/>
      </a:lt2>
      <a:accent1>
        <a:srgbClr val="FF6E6B"/>
      </a:accent1>
      <a:accent2>
        <a:srgbClr val="E95856"/>
      </a:accent2>
      <a:accent3>
        <a:srgbClr val="ABC8F4"/>
      </a:accent3>
      <a:accent4>
        <a:srgbClr val="2E7DF4"/>
      </a:accent4>
      <a:accent5>
        <a:srgbClr val="0E66EB"/>
      </a:accent5>
      <a:accent6>
        <a:srgbClr val="FFFFFF"/>
      </a:accent6>
      <a:hlink>
        <a:srgbClr val="3838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如螢幕大小 (16:9)</PresentationFormat>
  <Slides>10</Slides>
  <Notes>10</Notes>
  <HiddenSlides>0</HiddenSlide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1" baseType="lpstr">
      <vt:lpstr>Brackets Lesson for Coding and Programming by Slidesgo</vt:lpstr>
      <vt:lpstr>CodeAlchemy</vt:lpstr>
      <vt:lpstr>PowerPoint 簡報</vt:lpstr>
      <vt:lpstr>PowerPoint 簡報</vt:lpstr>
      <vt:lpstr>PowerPoint 簡報</vt:lpstr>
      <vt:lpstr>PowerPoint 簡報</vt:lpstr>
      <vt:lpstr>核心功能</vt:lpstr>
      <vt:lpstr>Dolos程式碼分析</vt:lpstr>
      <vt:lpstr>預期結果</vt:lpstr>
      <vt:lpstr>PowerPoint 簡報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CodeAlchemy</dc:title>
  <cp:revision>6</cp:revision>
  <dcterms:modified xsi:type="dcterms:W3CDTF">2024-10-26T03:20:34Z</dcterms:modified>
</cp:coreProperties>
</file>